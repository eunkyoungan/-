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If you can open this file, PowerPoint itself is fine.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