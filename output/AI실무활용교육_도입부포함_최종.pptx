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sldIdLst>
    <p:sldId id="272" r:id="rId2"/>
    <p:sldId id="9086" r:id="rId3"/>
    <p:sldId id="9088" r:id="rId28"/>
    <p:sldId id="9089" r:id="rId29"/>
    <p:sldId id="9090" r:id="rId30"/>
    <p:sldId id="9091" r:id="rId31"/>
    <p:sldId id="9092" r:id="rId32"/>
    <p:sldId id="9093" r:id="rId33"/>
    <p:sldId id="9094" r:id="rId34"/>
    <p:sldId id="9087" r:id="rId4"/>
    <p:sldId id="256" r:id="rId5"/>
    <p:sldId id="271"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5C8751E-9902-4841-BD50-A6605AE275BB}" v="4" dt="2026-10-21T20:06:08.15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7" d="100"/>
          <a:sy n="57" d="100"/>
        </p:scale>
        <p:origin x="42" y="3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26" Type="http://schemas.microsoft.com/office/2016/11/relationships/changesInfo" Target="changesInfos/changesInfo1.xml"/><Relationship Id="rId27" Type="http://schemas.microsoft.com/office/2015/10/relationships/revisionInfo" Target="revisionInfo.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un Kyoung Ann" userId="c3ce8dbb640609e7" providerId="LiveId" clId="{46D234BD-E222-4BEF-B9EE-C4E24BAAF556}"/>
    <pc:docChg chg="undo custSel addSld modSld sldOrd">
      <pc:chgData name="Eun Kyoung Ann" userId="c3ce8dbb640609e7" providerId="LiveId" clId="{46D234BD-E222-4BEF-B9EE-C4E24BAAF556}" dt="2026-10-21T20:07:01.132" v="146" actId="1076"/>
      <pc:docMkLst>
        <pc:docMk/>
      </pc:docMkLst>
      <pc:sldChg chg="addSp delSp modSp mod">
        <pc:chgData name="Eun Kyoung Ann" userId="c3ce8dbb640609e7" providerId="LiveId" clId="{46D234BD-E222-4BEF-B9EE-C4E24BAAF556}" dt="2026-10-21T20:04:55.736" v="28" actId="478"/>
        <pc:sldMkLst>
          <pc:docMk/>
          <pc:sldMk cId="1361554460" sldId="256"/>
        </pc:sldMkLst>
        <pc:spChg chg="del">
          <ac:chgData name="Eun Kyoung Ann" userId="c3ce8dbb640609e7" providerId="LiveId" clId="{46D234BD-E222-4BEF-B9EE-C4E24BAAF556}" dt="2026-10-21T19:46:56.359" v="8" actId="478"/>
          <ac:spMkLst>
            <pc:docMk/>
            <pc:sldMk cId="1361554460" sldId="256"/>
            <ac:spMk id="2" creationId="{BEC99434-3D1D-49B3-BAB8-2F250582497A}"/>
          </ac:spMkLst>
        </pc:spChg>
        <pc:spChg chg="del">
          <ac:chgData name="Eun Kyoung Ann" userId="c3ce8dbb640609e7" providerId="LiveId" clId="{46D234BD-E222-4BEF-B9EE-C4E24BAAF556}" dt="2026-10-21T19:46:56.359" v="8" actId="478"/>
          <ac:spMkLst>
            <pc:docMk/>
            <pc:sldMk cId="1361554460" sldId="256"/>
            <ac:spMk id="3" creationId="{7D20924B-AA6F-4954-81A2-33E4CD764E94}"/>
          </ac:spMkLst>
        </pc:spChg>
        <pc:spChg chg="del">
          <ac:chgData name="Eun Kyoung Ann" userId="c3ce8dbb640609e7" providerId="LiveId" clId="{46D234BD-E222-4BEF-B9EE-C4E24BAAF556}" dt="2026-10-21T19:46:53.733" v="7" actId="478"/>
          <ac:spMkLst>
            <pc:docMk/>
            <pc:sldMk cId="1361554460" sldId="256"/>
            <ac:spMk id="4" creationId="{F94A71AD-9194-40FD-94DB-6796EEB86682}"/>
          </ac:spMkLst>
        </pc:spChg>
        <pc:picChg chg="mod">
          <ac:chgData name="Eun Kyoung Ann" userId="c3ce8dbb640609e7" providerId="LiveId" clId="{46D234BD-E222-4BEF-B9EE-C4E24BAAF556}" dt="2026-10-21T19:46:50.837" v="6" actId="14100"/>
          <ac:picMkLst>
            <pc:docMk/>
            <pc:sldMk cId="1361554460" sldId="256"/>
            <ac:picMk id="12" creationId="{1AA12F14-805E-4DA6-8B50-28DB3BEBE74A}"/>
          </ac:picMkLst>
        </pc:picChg>
        <pc:picChg chg="add del mod">
          <ac:chgData name="Eun Kyoung Ann" userId="c3ce8dbb640609e7" providerId="LiveId" clId="{46D234BD-E222-4BEF-B9EE-C4E24BAAF556}" dt="2026-10-21T20:04:55.736" v="28" actId="478"/>
          <ac:picMkLst>
            <pc:docMk/>
            <pc:sldMk cId="1361554460" sldId="256"/>
            <ac:picMk id="14" creationId="{C45CA5B2-BDD2-6088-8A84-4E1D58660A25}"/>
          </ac:picMkLst>
        </pc:picChg>
      </pc:sldChg>
      <pc:sldChg chg="delSp modSp mod">
        <pc:chgData name="Eun Kyoung Ann" userId="c3ce8dbb640609e7" providerId="LiveId" clId="{46D234BD-E222-4BEF-B9EE-C4E24BAAF556}" dt="2026-10-21T19:49:47.147" v="22" actId="478"/>
        <pc:sldMkLst>
          <pc:docMk/>
          <pc:sldMk cId="1905730312" sldId="257"/>
        </pc:sldMkLst>
        <pc:spChg chg="del">
          <ac:chgData name="Eun Kyoung Ann" userId="c3ce8dbb640609e7" providerId="LiveId" clId="{46D234BD-E222-4BEF-B9EE-C4E24BAAF556}" dt="2026-10-21T19:49:30.465" v="9" actId="478"/>
          <ac:spMkLst>
            <pc:docMk/>
            <pc:sldMk cId="1905730312" sldId="257"/>
            <ac:spMk id="3" creationId="{DF57C0B3-87AC-422F-9804-F131BBEADC53}"/>
          </ac:spMkLst>
        </pc:spChg>
        <pc:spChg chg="del">
          <ac:chgData name="Eun Kyoung Ann" userId="c3ce8dbb640609e7" providerId="LiveId" clId="{46D234BD-E222-4BEF-B9EE-C4E24BAAF556}" dt="2026-10-21T19:49:47.147" v="22" actId="478"/>
          <ac:spMkLst>
            <pc:docMk/>
            <pc:sldMk cId="1905730312" sldId="257"/>
            <ac:spMk id="7" creationId="{26171BBB-766B-40CA-81FA-5B50E5D75A13}"/>
          </ac:spMkLst>
        </pc:spChg>
        <pc:graphicFrameChg chg="mod modGraphic">
          <ac:chgData name="Eun Kyoung Ann" userId="c3ce8dbb640609e7" providerId="LiveId" clId="{46D234BD-E222-4BEF-B9EE-C4E24BAAF556}" dt="2026-10-21T19:49:45.081" v="21"/>
          <ac:graphicFrameMkLst>
            <pc:docMk/>
            <pc:sldMk cId="1905730312" sldId="257"/>
            <ac:graphicFrameMk id="6" creationId="{1FFDF827-786B-46BE-B5C2-D89A15EF8FC5}"/>
          </ac:graphicFrameMkLst>
        </pc:graphicFrameChg>
      </pc:sldChg>
      <pc:sldChg chg="new">
        <pc:chgData name="Eun Kyoung Ann" userId="c3ce8dbb640609e7" providerId="LiveId" clId="{46D234BD-E222-4BEF-B9EE-C4E24BAAF556}" dt="2026-10-21T20:04:58.212" v="29" actId="680"/>
        <pc:sldMkLst>
          <pc:docMk/>
          <pc:sldMk cId="1363199058" sldId="271"/>
        </pc:sldMkLst>
      </pc:sldChg>
      <pc:sldChg chg="addSp delSp modSp add mod ord">
        <pc:chgData name="Eun Kyoung Ann" userId="c3ce8dbb640609e7" providerId="LiveId" clId="{46D234BD-E222-4BEF-B9EE-C4E24BAAF556}" dt="2026-10-21T20:07:01.132" v="146" actId="1076"/>
        <pc:sldMkLst>
          <pc:docMk/>
          <pc:sldMk cId="0" sldId="272"/>
        </pc:sldMkLst>
        <pc:spChg chg="add del">
          <ac:chgData name="Eun Kyoung Ann" userId="c3ce8dbb640609e7" providerId="LiveId" clId="{46D234BD-E222-4BEF-B9EE-C4E24BAAF556}" dt="2026-10-21T20:05:25.252" v="40" actId="22"/>
          <ac:spMkLst>
            <pc:docMk/>
            <pc:sldMk cId="0" sldId="272"/>
            <ac:spMk id="11" creationId="{E75E3C89-4C7C-E8B8-B30F-3802ECC2E454}"/>
          </ac:spMkLst>
        </pc:spChg>
        <pc:spChg chg="add mod">
          <ac:chgData name="Eun Kyoung Ann" userId="c3ce8dbb640609e7" providerId="LiveId" clId="{46D234BD-E222-4BEF-B9EE-C4E24BAAF556}" dt="2026-10-21T20:05:44.910" v="48" actId="1076"/>
          <ac:spMkLst>
            <pc:docMk/>
            <pc:sldMk cId="0" sldId="272"/>
            <ac:spMk id="13" creationId="{34EA03DC-5238-AA64-EFD8-95EA7C9145B6}"/>
          </ac:spMkLst>
        </pc:spChg>
        <pc:picChg chg="mod">
          <ac:chgData name="Eun Kyoung Ann" userId="c3ce8dbb640609e7" providerId="LiveId" clId="{46D234BD-E222-4BEF-B9EE-C4E24BAAF556}" dt="2026-10-21T20:07:01.132" v="146" actId="1076"/>
          <ac:picMkLst>
            <pc:docMk/>
            <pc:sldMk cId="0" sldId="272"/>
            <ac:picMk id="2" creationId="{00000000-0000-0000-0000-000000000000}"/>
          </ac:picMkLst>
        </pc:picChg>
        <pc:picChg chg="del">
          <ac:chgData name="Eun Kyoung Ann" userId="c3ce8dbb640609e7" providerId="LiveId" clId="{46D234BD-E222-4BEF-B9EE-C4E24BAAF556}" dt="2026-10-21T20:05:04.284" v="33" actId="478"/>
          <ac:picMkLst>
            <pc:docMk/>
            <pc:sldMk cId="0" sldId="272"/>
            <ac:picMk id="3" creationId="{00000000-0000-0000-0000-000000000000}"/>
          </ac:picMkLst>
        </pc:picChg>
        <pc:picChg chg="del">
          <ac:chgData name="Eun Kyoung Ann" userId="c3ce8dbb640609e7" providerId="LiveId" clId="{46D234BD-E222-4BEF-B9EE-C4E24BAAF556}" dt="2026-10-21T20:05:05.218" v="34" actId="478"/>
          <ac:picMkLst>
            <pc:docMk/>
            <pc:sldMk cId="0" sldId="272"/>
            <ac:picMk id="4" creationId="{00000000-0000-0000-0000-000000000000}"/>
          </ac:picMkLst>
        </pc:picChg>
      </pc:sldChg>
      <pc:sldChg chg="modSp add mod">
        <pc:chgData name="Eun Kyoung Ann" userId="c3ce8dbb640609e7" providerId="LiveId" clId="{46D234BD-E222-4BEF-B9EE-C4E24BAAF556}" dt="2026-10-21T20:06:38.766" v="145" actId="14100"/>
        <pc:sldMkLst>
          <pc:docMk/>
          <pc:sldMk cId="985677659" sldId="9086"/>
        </pc:sldMkLst>
        <pc:spChg chg="mod">
          <ac:chgData name="Eun Kyoung Ann" userId="c3ce8dbb640609e7" providerId="LiveId" clId="{46D234BD-E222-4BEF-B9EE-C4E24BAAF556}" dt="2026-10-21T20:06:38.766" v="145" actId="14100"/>
          <ac:spMkLst>
            <pc:docMk/>
            <pc:sldMk cId="985677659" sldId="9086"/>
            <ac:spMk id="7" creationId="{00000000-0000-0000-0000-000000000000}"/>
          </ac:spMkLst>
        </pc:spChg>
      </pc:sldChg>
      <pc:sldChg chg="add">
        <pc:chgData name="Eun Kyoung Ann" userId="c3ce8dbb640609e7" providerId="LiveId" clId="{46D234BD-E222-4BEF-B9EE-C4E24BAAF556}" dt="2026-10-21T20:06:08.142" v="50"/>
        <pc:sldMkLst>
          <pc:docMk/>
          <pc:sldMk cId="2384579318" sldId="9087"/>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barChart>
        <c:barDir val="col"/>
        <c:grouping val="clustered"/>
        <c:varyColors val="0"/>
        <c:ser>
          <c:idx val="0"/>
          <c:order val="0"/>
          <c:tx>
            <c:v>반품률</c:v>
          </c:tx>
          <c:spPr>
            <a:solidFill>
              <a:srgbClr val="213EDB"/>
            </a:solidFill>
          </c:spPr>
          <c:invertIfNegative val="0"/>
          <c:dLbls>
            <c:numFmt formatCode="0.00&quot;%&quot;" sourceLinked="0"/>
            <c:spPr>
              <a:noFill/>
              <a:ln>
                <a:noFill/>
              </a:ln>
              <a:effectLst/>
            </c:spPr>
            <c:txPr>
              <a:bodyPr anchorCtr="1"/>
              <a:lstStyle/>
              <a:p>
                <a:pPr>
                  <a:defRPr sz="1275">
                    <a:solidFill>
                      <a:srgbClr val="101456"/>
                    </a:solidFill>
                    <a:latin typeface="Malgun Gothic"/>
                    <a:ea typeface="Malgun Gothic"/>
                    <a:cs typeface="Malgun Gothic"/>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파우치</c:v>
                </c:pt>
                <c:pt idx="1">
                  <c:v>키링</c:v>
                </c:pt>
              </c:strCache>
            </c:strRef>
          </c:cat>
          <c:val>
            <c:numRef>
              <c:f>'Chart Data'!$B$2:$B$3</c:f>
              <c:numCache>
                <c:formatCode>0"%"</c:formatCode>
                <c:ptCount val="2"/>
                <c:pt idx="0">
                  <c:v>15.56</c:v>
                </c:pt>
                <c:pt idx="1">
                  <c:v>5</c:v>
                </c:pt>
              </c:numCache>
            </c:numRef>
          </c:val>
          <c:extLst>
            <c:ext xmlns:c16="http://schemas.microsoft.com/office/drawing/2014/chart" uri="{C3380CC4-5D6E-409C-BE32-E72D297353CC}">
              <c16:uniqueId val="{00000000-97D6-400B-B9BA-FD09AE2E3F06}"/>
            </c:ext>
          </c:extLst>
        </c:ser>
        <c:dLbls>
          <c:dLblPos val="outEnd"/>
          <c:showLegendKey val="0"/>
          <c:showVal val="1"/>
          <c:showCatName val="0"/>
          <c:showSerName val="0"/>
          <c:showPercent val="0"/>
          <c:showBubbleSize val="0"/>
        </c:dLbls>
        <c:gapWidth val="17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Malgun Gothic"/>
                <a:ea typeface="Malgun Gothic"/>
                <a:cs typeface="Malgun Gothic"/>
              </a:defRPr>
            </a:pPr>
            <a:endParaRPr lang="ko-KR"/>
          </a:p>
        </c:txPr>
        <c:crossAx val="48672768"/>
        <c:crosses val="autoZero"/>
        <c:auto val="1"/>
        <c:lblAlgn val="ctr"/>
        <c:lblOffset val="100"/>
        <c:noMultiLvlLbl val="1"/>
      </c:catAx>
      <c:valAx>
        <c:axId val="48672768"/>
        <c:scaling>
          <c:orientation val="minMax"/>
        </c:scaling>
        <c:delete val="0"/>
        <c:axPos val="l"/>
        <c:majorGridlines>
          <c:spPr>
            <a:ln w="9525">
              <a:solidFill>
                <a:srgbClr val="DADDE5"/>
              </a:solidFill>
            </a:ln>
          </c:spPr>
        </c:majorGridlines>
        <c:numFmt formatCode="0&quot;%&quot;" sourceLinked="1"/>
        <c:majorTickMark val="none"/>
        <c:minorTickMark val="none"/>
        <c:tickLblPos val="nextTo"/>
        <c:spPr>
          <a:ln w="9525">
            <a:solidFill>
              <a:srgbClr val="D4D4D4"/>
            </a:solidFill>
            <a:prstDash val="solid"/>
          </a:ln>
        </c:spPr>
        <c:txPr>
          <a:bodyPr anchorCtr="1"/>
          <a:lstStyle/>
          <a:p>
            <a:pPr>
              <a:defRPr sz="1125">
                <a:solidFill>
                  <a:srgbClr val="666666"/>
                </a:solidFill>
                <a:latin typeface="Malgun Gothic"/>
                <a:ea typeface="Malgun Gothic"/>
                <a:cs typeface="Malgun Gothic"/>
              </a:defRPr>
            </a:pPr>
            <a:endParaRPr lang="ko-KR"/>
          </a:p>
        </c:txPr>
        <c:crossAx val="48650112"/>
        <c:crosses val="autoZero"/>
        <c:crossBetween val="between"/>
      </c:valAx>
      <c:spPr>
        <a:solidFill>
          <a:srgbClr val="FFFFFF"/>
        </a:solidFill>
      </c:spPr>
    </c:plotArea>
    <c:plotVisOnly val="1"/>
    <c:dispBlanksAs val="zero"/>
    <c:showDLblsOverMax val="1"/>
  </c:chart>
  <c:spPr>
    <a:solidFill>
      <a:srgbClr val="FFFFFF"/>
    </a:solidFill>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barChart>
        <c:barDir val="col"/>
        <c:grouping val="clustered"/>
        <c:varyColors val="0"/>
        <c:ser>
          <c:idx val="0"/>
          <c:order val="0"/>
          <c:tx>
            <c:v>8월</c:v>
          </c:tx>
          <c:spPr>
            <a:solidFill>
              <a:srgbClr val="213EDB"/>
            </a:solidFill>
          </c:spPr>
          <c:invertIfNegative val="0"/>
          <c:dLbls>
            <c:numFmt formatCode="0.00&quot;%&quot;" sourceLinked="0"/>
            <c:spPr>
              <a:noFill/>
              <a:ln>
                <a:noFill/>
              </a:ln>
              <a:effectLst/>
            </c:spPr>
            <c:txPr>
              <a:bodyPr anchorCtr="1"/>
              <a:lstStyle/>
              <a:p>
                <a:pPr>
                  <a:defRPr sz="1275">
                    <a:solidFill>
                      <a:srgbClr val="101456"/>
                    </a:solidFill>
                    <a:latin typeface="Malgun Gothic"/>
                    <a:ea typeface="Malgun Gothic"/>
                    <a:cs typeface="Malgun Gothic"/>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문서기획</c:v>
                </c:pt>
                <c:pt idx="1">
                  <c:v>카드뉴스</c:v>
                </c:pt>
              </c:strCache>
            </c:strRef>
          </c:cat>
          <c:val>
            <c:numRef>
              <c:f>'Chart Data'!$B$2:$B$3</c:f>
              <c:numCache>
                <c:formatCode>0"%"</c:formatCode>
                <c:ptCount val="2"/>
                <c:pt idx="0">
                  <c:v>83.33</c:v>
                </c:pt>
                <c:pt idx="1">
                  <c:v>87.5</c:v>
                </c:pt>
              </c:numCache>
            </c:numRef>
          </c:val>
          <c:extLst>
            <c:ext xmlns:c16="http://schemas.microsoft.com/office/drawing/2014/chart" uri="{C3380CC4-5D6E-409C-BE32-E72D297353CC}">
              <c16:uniqueId val="{00000000-F75B-4815-BB15-307A58C56536}"/>
            </c:ext>
          </c:extLst>
        </c:ser>
        <c:ser>
          <c:idx val="1"/>
          <c:order val="1"/>
          <c:tx>
            <c:v>9월</c:v>
          </c:tx>
          <c:spPr>
            <a:solidFill>
              <a:srgbClr val="101456"/>
            </a:solidFill>
          </c:spPr>
          <c:invertIfNegative val="0"/>
          <c:dLbls>
            <c:numFmt formatCode="0.00&quot;%&quot;" sourceLinked="0"/>
            <c:spPr>
              <a:noFill/>
              <a:ln>
                <a:noFill/>
              </a:ln>
              <a:effectLst/>
            </c:spPr>
            <c:txPr>
              <a:bodyPr anchorCtr="1"/>
              <a:lstStyle/>
              <a:p>
                <a:pPr>
                  <a:defRPr sz="1275">
                    <a:solidFill>
                      <a:srgbClr val="101456"/>
                    </a:solidFill>
                    <a:latin typeface="Malgun Gothic"/>
                    <a:ea typeface="Malgun Gothic"/>
                    <a:cs typeface="Malgun Gothic"/>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Data'!$C$2:$C$3</c:f>
              <c:strCache>
                <c:ptCount val="2"/>
                <c:pt idx="0">
                  <c:v>문서기획</c:v>
                </c:pt>
                <c:pt idx="1">
                  <c:v>카드뉴스</c:v>
                </c:pt>
              </c:strCache>
            </c:strRef>
          </c:cat>
          <c:val>
            <c:numRef>
              <c:f>'Chart Data'!$D$2:$D$3</c:f>
              <c:numCache>
                <c:formatCode>0"%"</c:formatCode>
                <c:ptCount val="2"/>
                <c:pt idx="0">
                  <c:v>80</c:v>
                </c:pt>
                <c:pt idx="1">
                  <c:v>66.67</c:v>
                </c:pt>
              </c:numCache>
            </c:numRef>
          </c:val>
          <c:extLst>
            <c:ext xmlns:c16="http://schemas.microsoft.com/office/drawing/2014/chart" uri="{C3380CC4-5D6E-409C-BE32-E72D297353CC}">
              <c16:uniqueId val="{00000001-F75B-4815-BB15-307A58C56536}"/>
            </c:ext>
          </c:extLst>
        </c:ser>
        <c:dLbls>
          <c:dLblPos val="outEnd"/>
          <c:showLegendKey val="0"/>
          <c:showVal val="1"/>
          <c:showCatName val="0"/>
          <c:showSerName val="0"/>
          <c:showPercent val="0"/>
          <c:showBubbleSize val="0"/>
        </c:dLbls>
        <c:gapWidth val="9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Malgun Gothic"/>
                <a:ea typeface="Malgun Gothic"/>
                <a:cs typeface="Malgun Gothic"/>
              </a:defRPr>
            </a:pPr>
            <a:endParaRPr lang="ko-KR"/>
          </a:p>
        </c:txPr>
        <c:crossAx val="48672768"/>
        <c:crosses val="autoZero"/>
        <c:auto val="1"/>
        <c:lblAlgn val="ctr"/>
        <c:lblOffset val="100"/>
        <c:noMultiLvlLbl val="1"/>
      </c:catAx>
      <c:valAx>
        <c:axId val="48672768"/>
        <c:scaling>
          <c:orientation val="minMax"/>
        </c:scaling>
        <c:delete val="0"/>
        <c:axPos val="l"/>
        <c:majorGridlines>
          <c:spPr>
            <a:ln w="9525">
              <a:solidFill>
                <a:srgbClr val="DADDE5"/>
              </a:solidFill>
            </a:ln>
          </c:spPr>
        </c:majorGridlines>
        <c:numFmt formatCode="0&quot;%&quot;" sourceLinked="1"/>
        <c:majorTickMark val="none"/>
        <c:minorTickMark val="none"/>
        <c:tickLblPos val="nextTo"/>
        <c:spPr>
          <a:ln w="9525">
            <a:solidFill>
              <a:srgbClr val="D4D4D4"/>
            </a:solidFill>
            <a:prstDash val="solid"/>
          </a:ln>
        </c:spPr>
        <c:txPr>
          <a:bodyPr anchorCtr="1"/>
          <a:lstStyle/>
          <a:p>
            <a:pPr>
              <a:defRPr sz="1125">
                <a:solidFill>
                  <a:srgbClr val="666666"/>
                </a:solidFill>
                <a:latin typeface="Malgun Gothic"/>
                <a:ea typeface="Malgun Gothic"/>
                <a:cs typeface="Malgun Gothic"/>
              </a:defRPr>
            </a:pPr>
            <a:endParaRPr lang="ko-KR"/>
          </a:p>
        </c:txPr>
        <c:crossAx val="48650112"/>
        <c:crosses val="autoZero"/>
        <c:crossBetween val="between"/>
      </c:valAx>
      <c:spPr>
        <a:solidFill>
          <a:srgbClr val="FFFFFF"/>
        </a:solidFill>
      </c:spPr>
    </c:plotArea>
    <c:legend>
      <c:legendPos val="b"/>
      <c:overlay val="0"/>
      <c:txPr>
        <a:bodyPr anchorCtr="1"/>
        <a:lstStyle/>
        <a:p>
          <a:pPr>
            <a:defRPr sz="1200">
              <a:latin typeface="Malgun Gothic"/>
              <a:ea typeface="Malgun Gothic"/>
              <a:cs typeface="Malgun Gothic"/>
            </a:defRPr>
          </a:pPr>
          <a:endParaRPr lang="ko-KR"/>
        </a:p>
      </c:txPr>
    </c:legend>
    <c:plotVisOnly val="1"/>
    <c:dispBlanksAs val="zero"/>
    <c:showDLblsOverMax val="1"/>
  </c:chart>
  <c:spPr>
    <a:solidFill>
      <a:srgbClr val="FFFFFF"/>
    </a:solidFill>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barChart>
        <c:barDir val="col"/>
        <c:grouping val="clustered"/>
        <c:varyColors val="0"/>
        <c:ser>
          <c:idx val="0"/>
          <c:order val="0"/>
          <c:tx>
            <c:v>가용재고</c:v>
          </c:tx>
          <c:spPr>
            <a:solidFill>
              <a:srgbClr val="213EDB"/>
            </a:solidFill>
          </c:spPr>
          <c:invertIfNegative val="0"/>
          <c:dLbls>
            <c:numFmt formatCode="#,##0" sourceLinked="0"/>
            <c:spPr>
              <a:noFill/>
              <a:ln>
                <a:noFill/>
              </a:ln>
              <a:effectLst/>
            </c:spPr>
            <c:txPr>
              <a:bodyPr anchorCtr="1"/>
              <a:lstStyle/>
              <a:p>
                <a:pPr>
                  <a:defRPr sz="1050">
                    <a:solidFill>
                      <a:srgbClr val="101456"/>
                    </a:solidFill>
                    <a:latin typeface="Malgun Gothic"/>
                    <a:ea typeface="Malgun Gothic"/>
                    <a:cs typeface="Malgun Gothic"/>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Data'!$A$2:$A$5</c:f>
              <c:strCache>
                <c:ptCount val="4"/>
                <c:pt idx="0">
                  <c:v>종이컵</c:v>
                </c:pt>
                <c:pt idx="1">
                  <c:v>용기</c:v>
                </c:pt>
                <c:pt idx="2">
                  <c:v>냅킨</c:v>
                </c:pt>
                <c:pt idx="3">
                  <c:v>봉투</c:v>
                </c:pt>
              </c:strCache>
            </c:strRef>
          </c:cat>
          <c:val>
            <c:numRef>
              <c:f>'Chart Data'!$B$2:$B$5</c:f>
              <c:numCache>
                <c:formatCode>#,##0</c:formatCode>
                <c:ptCount val="4"/>
                <c:pt idx="0">
                  <c:v>1200</c:v>
                </c:pt>
                <c:pt idx="1">
                  <c:v>300</c:v>
                </c:pt>
                <c:pt idx="2">
                  <c:v>2000</c:v>
                </c:pt>
                <c:pt idx="3">
                  <c:v>150</c:v>
                </c:pt>
              </c:numCache>
            </c:numRef>
          </c:val>
          <c:extLst>
            <c:ext xmlns:c16="http://schemas.microsoft.com/office/drawing/2014/chart" uri="{C3380CC4-5D6E-409C-BE32-E72D297353CC}">
              <c16:uniqueId val="{00000000-3FD1-47A3-8B18-1D07106071BC}"/>
            </c:ext>
          </c:extLst>
        </c:ser>
        <c:ser>
          <c:idx val="1"/>
          <c:order val="1"/>
          <c:tx>
            <c:v>재주문 기준</c:v>
          </c:tx>
          <c:spPr>
            <a:solidFill>
              <a:srgbClr val="101456"/>
            </a:solidFill>
          </c:spPr>
          <c:invertIfNegative val="0"/>
          <c:dLbls>
            <c:numFmt formatCode="#,##0" sourceLinked="0"/>
            <c:spPr>
              <a:noFill/>
              <a:ln>
                <a:noFill/>
              </a:ln>
              <a:effectLst/>
            </c:spPr>
            <c:txPr>
              <a:bodyPr anchorCtr="1"/>
              <a:lstStyle/>
              <a:p>
                <a:pPr>
                  <a:defRPr sz="1050">
                    <a:solidFill>
                      <a:srgbClr val="101456"/>
                    </a:solidFill>
                    <a:latin typeface="Malgun Gothic"/>
                    <a:ea typeface="Malgun Gothic"/>
                    <a:cs typeface="Malgun Gothic"/>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Data'!$C$2:$C$5</c:f>
              <c:strCache>
                <c:ptCount val="4"/>
                <c:pt idx="0">
                  <c:v>종이컵</c:v>
                </c:pt>
                <c:pt idx="1">
                  <c:v>용기</c:v>
                </c:pt>
                <c:pt idx="2">
                  <c:v>냅킨</c:v>
                </c:pt>
                <c:pt idx="3">
                  <c:v>봉투</c:v>
                </c:pt>
              </c:strCache>
            </c:strRef>
          </c:cat>
          <c:val>
            <c:numRef>
              <c:f>'Chart Data'!$D$2:$D$5</c:f>
              <c:numCache>
                <c:formatCode>#,##0</c:formatCode>
                <c:ptCount val="4"/>
                <c:pt idx="0">
                  <c:v>800</c:v>
                </c:pt>
                <c:pt idx="1">
                  <c:v>420</c:v>
                </c:pt>
                <c:pt idx="2">
                  <c:v>1000</c:v>
                </c:pt>
                <c:pt idx="3">
                  <c:v>180</c:v>
                </c:pt>
              </c:numCache>
            </c:numRef>
          </c:val>
          <c:extLst>
            <c:ext xmlns:c16="http://schemas.microsoft.com/office/drawing/2014/chart" uri="{C3380CC4-5D6E-409C-BE32-E72D297353CC}">
              <c16:uniqueId val="{00000001-3FD1-47A3-8B18-1D07106071BC}"/>
            </c:ext>
          </c:extLst>
        </c:ser>
        <c:dLbls>
          <c:dLblPos val="outEnd"/>
          <c:showLegendKey val="0"/>
          <c:showVal val="1"/>
          <c:showCatName val="0"/>
          <c:showSerName val="0"/>
          <c:showPercent val="0"/>
          <c:showBubbleSize val="0"/>
        </c:dLbls>
        <c:gapWidth val="9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Malgun Gothic"/>
                <a:ea typeface="Malgun Gothic"/>
                <a:cs typeface="Malgun Gothic"/>
              </a:defRPr>
            </a:pPr>
            <a:endParaRPr lang="ko-KR"/>
          </a:p>
        </c:txPr>
        <c:crossAx val="48672768"/>
        <c:crosses val="autoZero"/>
        <c:auto val="1"/>
        <c:lblAlgn val="ctr"/>
        <c:lblOffset val="100"/>
        <c:noMultiLvlLbl val="1"/>
      </c:catAx>
      <c:valAx>
        <c:axId val="48672768"/>
        <c:scaling>
          <c:orientation val="minMax"/>
        </c:scaling>
        <c:delete val="0"/>
        <c:axPos val="l"/>
        <c:majorGridlines>
          <c:spPr>
            <a:ln w="9525">
              <a:solidFill>
                <a:srgbClr val="DADDE5"/>
              </a:solidFill>
            </a:ln>
          </c:spPr>
        </c:majorGridlines>
        <c:numFmt formatCode="#,##0" sourceLinked="1"/>
        <c:majorTickMark val="none"/>
        <c:minorTickMark val="none"/>
        <c:tickLblPos val="nextTo"/>
        <c:spPr>
          <a:ln w="9525">
            <a:solidFill>
              <a:srgbClr val="D4D4D4"/>
            </a:solidFill>
            <a:prstDash val="solid"/>
          </a:ln>
        </c:spPr>
        <c:txPr>
          <a:bodyPr anchorCtr="1"/>
          <a:lstStyle/>
          <a:p>
            <a:pPr>
              <a:defRPr sz="1125">
                <a:solidFill>
                  <a:srgbClr val="666666"/>
                </a:solidFill>
                <a:latin typeface="Malgun Gothic"/>
                <a:ea typeface="Malgun Gothic"/>
                <a:cs typeface="Malgun Gothic"/>
              </a:defRPr>
            </a:pPr>
            <a:endParaRPr lang="ko-KR"/>
          </a:p>
        </c:txPr>
        <c:crossAx val="48650112"/>
        <c:crosses val="autoZero"/>
        <c:crossBetween val="between"/>
      </c:valAx>
      <c:spPr>
        <a:solidFill>
          <a:srgbClr val="FFFFFF"/>
        </a:solidFill>
      </c:spPr>
    </c:plotArea>
    <c:legend>
      <c:legendPos val="b"/>
      <c:overlay val="0"/>
      <c:txPr>
        <a:bodyPr anchorCtr="1"/>
        <a:lstStyle/>
        <a:p>
          <a:pPr>
            <a:defRPr sz="1200">
              <a:latin typeface="Malgun Gothic"/>
              <a:ea typeface="Malgun Gothic"/>
              <a:cs typeface="Malgun Gothic"/>
            </a:defRPr>
          </a:pPr>
          <a:endParaRPr lang="ko-KR"/>
        </a:p>
      </c:txPr>
    </c:legend>
    <c:plotVisOnly val="1"/>
    <c:dispBlanksAs val="zero"/>
    <c:showDLblsOverMax val="1"/>
  </c:chart>
  <c:spPr>
    <a:solidFill>
      <a:srgbClr val="FFFFFF"/>
    </a:solidFill>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685800" y="1143000"/>
            <a:ext cx="5486400" cy="3086100"/>
          </a:xfrm>
          <a:prstGeom prst="rect">
            <a:avLst/>
          </a:prstGeom>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C5107B6C-1B68-424D-B851-B119DB119774}" type="slidenum">
              <a:rPr lang="ko-KR" altLang="en-US" smtClean="0"/>
              <a:t>2</a:t>
            </a:fld>
            <a:endParaRPr lang="ko-KR" altLang="en-US"/>
          </a:p>
        </p:txBody>
      </p:sp>
    </p:spTree>
    <p:extLst>
      <p:ext uri="{BB962C8B-B14F-4D97-AF65-F5344CB8AC3E}">
        <p14:creationId xmlns:p14="http://schemas.microsoft.com/office/powerpoint/2010/main" val="5227009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70DBC0-87E7-8F77-8119-ACACD1D7CFB3}"/>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D489EBF9-E4A2-5040-F798-D0B6575B4888}"/>
              </a:ext>
            </a:extLst>
          </p:cNvPr>
          <p:cNvSpPr>
            <a:spLocks noGrp="1" noRot="1" noChangeAspect="1"/>
          </p:cNvSpPr>
          <p:nvPr>
            <p:ph type="sldImg"/>
          </p:nvPr>
        </p:nvSpPr>
        <p:spPr>
          <a:xfrm>
            <a:off x="685800" y="1143000"/>
            <a:ext cx="5486400" cy="3086100"/>
          </a:xfrm>
          <a:prstGeom prst="rect">
            <a:avLst/>
          </a:prstGeom>
        </p:spPr>
      </p:sp>
      <p:sp>
        <p:nvSpPr>
          <p:cNvPr id="3" name="슬라이드 노트 개체 틀 2">
            <a:extLst>
              <a:ext uri="{FF2B5EF4-FFF2-40B4-BE49-F238E27FC236}">
                <a16:creationId xmlns:a16="http://schemas.microsoft.com/office/drawing/2014/main" id="{2055F5DA-5888-C918-09EF-C16CBAB861DC}"/>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A7C07F46-2BAB-147E-0765-42F9F398A2FE}"/>
              </a:ext>
            </a:extLst>
          </p:cNvPr>
          <p:cNvSpPr>
            <a:spLocks noGrp="1"/>
          </p:cNvSpPr>
          <p:nvPr>
            <p:ph type="sldNum" sz="quarter" idx="10"/>
          </p:nvPr>
        </p:nvSpPr>
        <p:spPr/>
        <p:txBody>
          <a:bodyPr/>
          <a:lstStyle/>
          <a:p>
            <a:fld id="{C5107B6C-1B68-424D-B851-B119DB119774}" type="slidenum">
              <a:rPr lang="ko-KR" altLang="en-US" smtClean="0"/>
              <a:t>3</a:t>
            </a:fld>
            <a:endParaRPr lang="ko-KR" altLang="en-US"/>
          </a:p>
        </p:txBody>
      </p:sp>
    </p:spTree>
    <p:extLst>
      <p:ext uri="{BB962C8B-B14F-4D97-AF65-F5344CB8AC3E}">
        <p14:creationId xmlns:p14="http://schemas.microsoft.com/office/powerpoint/2010/main" val="666827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1회기 질문 설계와 기획 초안</a:t>
            </a:r>
          </a:p>
          <a:p>
            <a:endParaRPr/>
          </a:p>
          <a:p>
            <a:r>
              <a:t>[강사 설명과 시간 배분]</a:t>
            </a:r>
          </a:p>
          <a:p>
            <a:r>
              <a:t>이 덱은 2회기 총6시간 중 첫 회기3시간 교안입니다. 회기당180분=수업150분+휴식30분이며 50분 수업 뒤10분 휴식을 세 번 운영합니다. [가정] 기본 표를 읽을 수 있는 성인 실무 입문자입니다. 사전 준비로 앱 설치·계정 접근·실습 ZIP 압축 해제를 확인합니다. 한 직무의 작은 과제를 선택하여 컨텍스트·자료 점검·대시보드 초안 확인·기획안과4장 문안 초안까지 연결합니다.</a:t>
            </a:r>
          </a:p>
          <a:p>
            <a:endParaRPr/>
          </a:p>
          <a:p>
            <a:r>
              <a:t>[학습자 활동]</a:t>
            </a:r>
          </a:p>
          <a:p>
            <a:r>
              <a:t>가장 자주 반복하는 업무와 오늘 만들 결과물을 한 문장으로 말합니다.</a:t>
            </a:r>
          </a:p>
          <a:p>
            <a:endParaRPr/>
          </a:p>
          <a:p>
            <a:r>
              <a:t>[복사용 상세 컨텍스트와 프롬프트]</a:t>
            </a:r>
          </a:p>
          <a:p>
            <a:endParaRPr/>
          </a:p>
          <a:p>
            <a:endParaRPr/>
          </a:p>
          <a:p>
            <a:r>
              <a:t>[예시 답안과 검산]</a:t>
            </a:r>
          </a:p>
          <a:p>
            <a:endParaRPr/>
          </a:p>
          <a:p>
            <a:endParaRPr/>
          </a:p>
          <a:p>
            <a:r>
              <a:t>[성찰 질문]</a:t>
            </a:r>
          </a:p>
          <a:p>
            <a:r>
              <a:t>이번 수업에서 내가 줄이고 싶은 반복 작업은 무엇인가요?</a:t>
            </a:r>
          </a:p>
          <a:p>
            <a:endParaRPr/>
          </a:p>
          <a:p>
            <a:r>
              <a:t>[출처와 자료]</a:t>
            </a:r>
          </a:p>
          <a:p>
            <a:r>
              <a:t>기존 10장 PPT의 표지를 실제로 가져와 유지. 표지 사진 Kevin Bessat / Unsplash: https://unsplash.com/photos/architectural-design-of-a-building-in-black-and-white-pAvCsFr13pU</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1회기 진행표</a:t>
            </a:r>
          </a:p>
          <a:p>
            <a:endParaRPr/>
          </a:p>
          <a:p>
            <a:r>
              <a:t>[강사 설명과 시간 배분]</a:t>
            </a:r>
          </a:p>
          <a:p>
            <a:r>
              <a:t>1블록: 목표·직무 선택5분, 무료 Codex와 파일 시작10분, 컨텍스트 시범10분, 직무 예시 비교10분, 내 컨텍스트 작성과 질문15분. 슬라이드1~5를 중심으로 진행하며7~12는 사례 선택용으로 빠르게 훑습니다. 2블록: 점검 기준10분, 처리안·승인15분, 대시보드 생성 또는 완성 예시 확인15분, 수치 검산10분. 슬라이드6과 선택 직무7~12를 사용합니다. 3블록: 기획안20분, 카드뉴스 문안15분, 짝 피드백10분, 제출과 다음 행동5분. 슬라이드13~15를 사용합니다. 마지막170~180분도 휴식·퇴실 시간으로 계산합니다.</a:t>
            </a:r>
          </a:p>
          <a:p>
            <a:endParaRPr/>
          </a:p>
          <a:p>
            <a:r>
              <a:t>[학습자 활동]</a:t>
            </a:r>
          </a:p>
          <a:p>
            <a:r>
              <a:t>세 직무의 9개 결과물을 모두 새로 만드는 것이 아니라 하나의 직무를 선택하게 합니다. 도구 접근이 막히면 배포 예시로 입력·검산·문안 수정 활동을 합니다.</a:t>
            </a:r>
          </a:p>
          <a:p>
            <a:endParaRPr/>
          </a:p>
          <a:p>
            <a:r>
              <a:t>[복사용 상세 컨텍스트와 프롬프트]</a:t>
            </a:r>
          </a:p>
          <a:p>
            <a:endParaRPr/>
          </a:p>
          <a:p>
            <a:endParaRPr/>
          </a:p>
          <a:p>
            <a:r>
              <a:t>[예시 답안과 검산]</a:t>
            </a:r>
          </a:p>
          <a:p>
            <a:endParaRPr/>
          </a:p>
          <a:p>
            <a:endParaRPr/>
          </a:p>
          <a:p>
            <a:r>
              <a:t>[성찰 질문]</a:t>
            </a:r>
          </a:p>
          <a:p>
            <a:r>
              <a:t>오늘 만든 자료와 다음 회기에 완성할 결과물은 어떻게 연결되나요?</a:t>
            </a:r>
          </a:p>
          <a:p>
            <a:endParaRPr/>
          </a:p>
          <a:p>
            <a:r>
              <a:t>[출처와 자료]</a:t>
            </a:r>
          </a:p>
          <a:p>
            <a:r>
              <a:t>사용자 제공 기존 PPT와 직무별 실습 문서·CSV. 모든 사업·교육·재고 수치와 상품 조건은 교육용 가상 자료입니다.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Codex에서 실습 폴더 열기</a:t>
            </a:r>
          </a:p>
          <a:p>
            <a:endParaRPr/>
          </a:p>
          <a:p>
            <a:r>
              <a:t>[강사 설명과 시간 배분]</a:t>
            </a:r>
          </a:p>
          <a:p>
            <a:r>
              <a:t>1블록의 시작10분입니다. 학습자마다 직무 폴더 하나를 작업 위치로 엽니다. context.txt와 raw.csv를 지정하고 목적을 먼저 말하게 합니다. 별도 API 키나 외부 패키지 설치가 기본 단계가 아닙니다. AI 요청 자체는 온라인이며, 배포된 HTML 보기만 외부 서비스 호출 없이 가능합니다. 버전에 따라 메뉴 명칭이 다를 수 있으므로 폴더 선택·새 채팅·파일 지정의 기능을 중심으로 시연합니다.</a:t>
            </a:r>
          </a:p>
          <a:p>
            <a:endParaRPr/>
          </a:p>
          <a:p>
            <a:r>
              <a:t>[학습자 활동]</a:t>
            </a:r>
          </a:p>
          <a:p>
            <a:r>
              <a:t>ZIP의 README.txt를 읽고 내 폴더에서 example.html을 먼저 엽니다. prompts.txt의 0번 자료 점검을 실행합니다.</a:t>
            </a:r>
          </a:p>
          <a:p>
            <a:endParaRPr/>
          </a:p>
          <a:p>
            <a:r>
              <a:t>[복사용 상세 컨텍스트와 프롬프트]</a:t>
            </a:r>
          </a:p>
          <a:p>
            <a:r>
              <a:t>[시작 요청]</a:t>
            </a:r>
          </a:p>
          <a:p>
            <a:r>
              <a:t>이 폴더의 context.txt와 raw.csv를 읽으세요. 내 직무와 결정할 문제를 두 문장으로 요약하고, 필요한 입력과 모르는 정보를 구분하세요. 원본은 수정하지 마세요. 외부 API·유료 서비스·패키지 설치·자동 발송·게시·발주는 추가하지 마세요. 이번에는 자료 점검 계획만 제시하고 내 승인을 기다리세요.</a:t>
            </a:r>
          </a:p>
          <a:p>
            <a:endParaRPr/>
          </a:p>
          <a:p>
            <a:r>
              <a:t>[예시 답안과 검산]</a:t>
            </a:r>
          </a:p>
          <a:p>
            <a:r>
              <a:t>market=프리랜서·온라인 마켓, educator=교육자, wholesale=도매업자. 학생 결과는 *_student 이름으로 저장하여 원본과 예시를 보존합니다.</a:t>
            </a:r>
          </a:p>
          <a:p>
            <a:endParaRPr/>
          </a:p>
          <a:p>
            <a:r>
              <a:t>[성찰 질문]</a:t>
            </a:r>
          </a:p>
          <a:p>
            <a:r>
              <a:t>선택한 폴더에서 AI에게 읽게 할 자료와 보존할 원본은 무엇인가요?</a:t>
            </a:r>
          </a:p>
          <a:p>
            <a:endParaRPr/>
          </a:p>
          <a:p>
            <a:r>
              <a:t>[출처와 자료]</a:t>
            </a:r>
          </a:p>
          <a:p>
            <a:r>
              <a:t>공식 시작 안내: https://learn.chatgpt.com/docs/app</a:t>
            </a:r>
          </a:p>
          <a:p>
            <a:r>
              <a:t>로컬 결과 브라우저 확인: https://learn.chatgpt.com/docs/browser?surface=app</a:t>
            </a:r>
          </a:p>
          <a:p>
            <a:r>
              <a:t>사용자 실습 ZIP README.txt와 직무 폴더</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무료 Codex의 수업 범위</a:t>
            </a:r>
          </a:p>
          <a:p>
            <a:endParaRPr/>
          </a:p>
          <a:p>
            <a:r>
              <a:t>[강사 설명과 시간 배분]</a:t>
            </a:r>
          </a:p>
          <a:p>
            <a:r>
              <a:t>기능 제공과 수업 설계의 판단을 구분합니다. 2026-10-22 공식 가격 안내는 Free 데스크톱의 GPT-6 Luna Standard 접근을 순차 제공한다고 설명하며, Free의 이미지 생성은 제공하지 않습니다. 사용량은 작업 크기·복잡도와 모델 등에 따라 달라집니다. API 인증은 별도 과금이므로 무료 계정 로그인과 혼동하지 않습니다. 수강생 계정별 접근·모델·폴더 수정·남은 사용량을 사전 확인합니다. 배포 파일은 현재 환경에서 계산·필터·오류 안내·카드뉴스4쪽 인쇄를 확인했지만, 별도 Free 계정으로 수업 전체를 재현한 테스트는 아닙니다.</a:t>
            </a:r>
          </a:p>
          <a:p>
            <a:endParaRPr/>
          </a:p>
          <a:p>
            <a:r>
              <a:t>[학습자 활동]</a:t>
            </a:r>
          </a:p>
          <a:p>
            <a:r>
              <a:t>계정 접근이 되는 학습자는 작은 TXT 요청을 시험합니다. 접근 불가 또는 한도 도달 시 완성 파일에서 자료와 문안을 직접 확인합니다.</a:t>
            </a:r>
          </a:p>
          <a:p>
            <a:endParaRPr/>
          </a:p>
          <a:p>
            <a:r>
              <a:t>[복사용 상세 컨텍스트와 프롬프트]</a:t>
            </a:r>
          </a:p>
          <a:p>
            <a:r>
              <a:t>[범위를 줄이는 요청]</a:t>
            </a:r>
          </a:p>
          <a:p>
            <a:r>
              <a:t>한 번에 한 결과물만 만드세요. 필요한 자료는 이 폴더의 지정 파일뿐입니다. 새 프레임워크·서버·API·외부 서비스는 추가하지 말고 로컬에서 여는 단일 HTML과 TXT로 저장하세요. 원본을 보존하고 작업이 끝나면 파일을 여는 방법을 알려주세요.</a:t>
            </a:r>
          </a:p>
          <a:p>
            <a:endParaRPr/>
          </a:p>
          <a:p>
            <a:r>
              <a:t>[예시 답안과 검산]</a:t>
            </a:r>
          </a:p>
          <a:p>
            <a:endParaRPr/>
          </a:p>
          <a:p>
            <a:endParaRPr/>
          </a:p>
          <a:p>
            <a:r>
              <a:t>[성찰 질문]</a:t>
            </a:r>
          </a:p>
          <a:p>
            <a:r>
              <a:t>어떤 기능은 무료 계정에서 먼저 확인해야 하고, 어떤 활동은 배포 파일로 계속할 수 있나요?</a:t>
            </a:r>
          </a:p>
          <a:p>
            <a:endParaRPr/>
          </a:p>
          <a:p>
            <a:r>
              <a:t>[출처와 자료]</a:t>
            </a:r>
          </a:p>
          <a:p>
            <a:r>
              <a:t>공식 가격·모델·무료 이미지 생성·사용량·API 과금 안내: https://learn.chatgpt.com/docs/pricing (확인일2026-10-22)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컨텍스트 작성과 질문 설계</a:t>
            </a:r>
          </a:p>
          <a:p>
            <a:endParaRPr/>
          </a:p>
          <a:p>
            <a:r>
              <a:t>[강사 설명과 시간 배분]</a:t>
            </a:r>
          </a:p>
          <a:p>
            <a:r>
              <a:t>1블록 후반15분에 내 상황을 작성합니다. CO-STAR와 연결하면 Context는 역할·상황·자료, Objective는 결정할 문제, Style·Tone은 간결한 실무 문체, Audience는 내부 담당자 또는 외부 고객, Response는 표·한 장 기획안·4장 문안입니다. 결과물을 요청하기 전에 자료의 기간·한 행의 의미·단위·분모를 확정합니다. 프리랜서·교육자·도매업자의 전체 컨텍스트는 각 사례 입력 슬라이드의 노트에 있습니다.</a:t>
            </a:r>
          </a:p>
          <a:p>
            <a:endParaRPr/>
          </a:p>
          <a:p>
            <a:r>
              <a:t>[학습자 활동]</a:t>
            </a:r>
          </a:p>
          <a:p>
            <a:r>
              <a:t>내 직무의 context.txt에서 조건3개를 표시하고 미확인 사항2개를 고릅니다. 학습자 양식에 맞게 한 가지 업무로 범위를 좁힙니다.</a:t>
            </a:r>
          </a:p>
          <a:p>
            <a:endParaRPr/>
          </a:p>
          <a:p>
            <a:r>
              <a:t>[복사용 상세 컨텍스트와 프롬프트]</a:t>
            </a:r>
          </a:p>
          <a:p>
            <a:r>
              <a:t>[재사용 질문 틀]</a:t>
            </a:r>
          </a:p>
          <a:p>
            <a:r>
              <a:t>나는 [직무·역할]입니다. [반복 업무의 문제]를 해결하려 합니다. 대상은 [내부 담당자 또는 외부 대상]입니다. 분석 기간은 [기간], 한 행은 [집계 단위], 단위와 분모는 [정의]입니다. 입력 자료는 [승인된 파일]입니다. 확인된 정보는 [사실], 모르는 정보는 [확인 필요]입니다.</a:t>
            </a:r>
          </a:p>
          <a:p>
            <a:r>
              <a:t>먼저 자료의 문제와 처리안을 제시하고 내 승인을 기다리세요. 원본은 보존하고 모르는 수치를0으로 만들지 마세요. 승인 후 대시보드 지표2개와 계산 근거를 제시하고, 한 장 기획안을 간결한 실무 문체로 작성하세요. 외부 문안에는 [입력 금지 정보]를 넣지 마세요. 내가 제공하지 않은 원인·가격·일정·효능은 만들지 말고 사실·가설·제안을 구분하세요.</a:t>
            </a:r>
          </a:p>
          <a:p>
            <a:endParaRPr/>
          </a:p>
          <a:p>
            <a:r>
              <a:t>[예시 답안과 검산]</a:t>
            </a:r>
          </a:p>
          <a:p>
            <a:r>
              <a:t>나쁜 예: 내 사업을 알아서 자동화해줘. 좋은 예: 기간·상품·단위와 제외·보류 기준을 지정하고 먼저 점검표를 요청합니다.</a:t>
            </a:r>
          </a:p>
          <a:p>
            <a:endParaRPr/>
          </a:p>
          <a:p>
            <a:r>
              <a:t>[성찰 질문]</a:t>
            </a:r>
          </a:p>
          <a:p>
            <a:r>
              <a:t>모르는 정보를 빈칸으로 둔 이유를 설명할 수 있나요?</a:t>
            </a:r>
          </a:p>
          <a:p>
            <a:endParaRPr/>
          </a:p>
          <a:p>
            <a:r>
              <a:t>[출처와 자료]</a:t>
            </a:r>
          </a:p>
          <a:p>
            <a:r>
              <a:t>사용자 제공 기존 PPT와 직무별 실습 문서·CSV. 모든 사업·교육·재고 수치와 상품 조건은 교육용 가상 자료입니다.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데이터 점검표</a:t>
            </a:r>
          </a:p>
          <a:p>
            <a:endParaRPr/>
          </a:p>
          <a:p>
            <a:r>
              <a:t>[강사 설명과 시간 배분]</a:t>
            </a:r>
          </a:p>
          <a:p>
            <a:r>
              <a:t>2블록의 기준10분과 점검·승인15분입니다. 한 행의 의미와 기간·단위·분모를 다시 확인합니다. 중복임이 확인된 다섯 번째 행은 제외하고 여섯 번째 행은 필요한 값이 미확인이므로 보류합니다. 원본 행 자체를 삭제하지 않습니다. 누락을0으로 채우면 합계·비율이 왜곡되므로 같은 비교 행 집합을 사용합니다.</a:t>
            </a:r>
          </a:p>
          <a:p>
            <a:endParaRPr/>
          </a:p>
          <a:p>
            <a:r>
              <a:t>[학습자 활동]</a:t>
            </a:r>
          </a:p>
          <a:p>
            <a:r>
              <a:t>각 직무의 raw.csv를 보고 점검표를 작성합니다. 짝과 포함한 행 ID를 대조합니다.</a:t>
            </a:r>
          </a:p>
          <a:p>
            <a:endParaRPr/>
          </a:p>
          <a:p>
            <a:r>
              <a:t>[복사용 상세 컨텍스트와 프롬프트]</a:t>
            </a:r>
          </a:p>
          <a:p>
            <a:r>
              <a:t>[프리랜서와 온라인 마켓 자료 점검 요청]</a:t>
            </a:r>
          </a:p>
          <a:p>
            <a:r>
              <a:t>context.txt와 raw.csv를 읽고 분석 전 점검표를 작성하세요.</a:t>
            </a:r>
          </a:p>
          <a:p>
            <a:r>
              <a:t>행 ID / 문제 / 근거 / 수정·제외·보류 / 분석 포함 여부 순서로 답하세요.</a:t>
            </a:r>
          </a:p>
          <a:p>
            <a:r>
              <a:t>중복·미확인 행의 원본은 보존하고, 컨텍스트에 확인된 처리와 추가 확인이 필요한 처리를 구분하세요.</a:t>
            </a:r>
          </a:p>
          <a:p>
            <a:r>
              <a:t>아직 대시보드를 만들거나 결론을 내리지 말고 내 승인을 기다리세요.</a:t>
            </a:r>
          </a:p>
          <a:p>
            <a:endParaRPr/>
          </a:p>
          <a:p>
            <a:r>
              <a:t>[교육자 자료 점검 요청]</a:t>
            </a:r>
          </a:p>
          <a:p>
            <a:r>
              <a:t>context.txt와 raw.csv를 읽고 분석 전 점검표를 작성하세요.</a:t>
            </a:r>
          </a:p>
          <a:p>
            <a:r>
              <a:t>행 ID / 문제 / 근거 / 수정·제외·보류 / 분석 포함 여부 순서로 답하세요.</a:t>
            </a:r>
          </a:p>
          <a:p>
            <a:r>
              <a:t>중복·미확인 행의 원본은 보존하고, 컨텍스트에 확인된 처리와 추가 확인이 필요한 처리를 구분하세요.</a:t>
            </a:r>
          </a:p>
          <a:p>
            <a:r>
              <a:t>아직 대시보드를 만들거나 결론을 내리지 말고 내 승인을 기다리세요.</a:t>
            </a:r>
          </a:p>
          <a:p>
            <a:endParaRPr/>
          </a:p>
          <a:p>
            <a:r>
              <a:t>[도매업자 자료 점검 요청]</a:t>
            </a:r>
          </a:p>
          <a:p>
            <a:r>
              <a:t>context.txt와 raw.csv를 읽고 분석 전 점검표를 작성하세요.</a:t>
            </a:r>
          </a:p>
          <a:p>
            <a:r>
              <a:t>행 ID / 문제 / 근거 / 수정·제외·보류 / 분석 포함 여부 순서로 답하세요.</a:t>
            </a:r>
          </a:p>
          <a:p>
            <a:r>
              <a:t>중복·미확인 행의 원본은 보존하고, 컨텍스트에 확인된 처리와 추가 확인이 필요한 처리를 구분하세요.</a:t>
            </a:r>
          </a:p>
          <a:p>
            <a:r>
              <a:t>아직 대시보드를 만들거나 결론을 내리지 말고 내 승인을 기다리세요.</a:t>
            </a:r>
          </a:p>
          <a:p>
            <a:endParaRPr/>
          </a:p>
          <a:p>
            <a:r>
              <a:t>[예시 답안과 검산]</a:t>
            </a:r>
          </a:p>
          <a:p>
            <a:r>
              <a:t>각 직무에서 첫4행을 같은 비교 대상으로 사용합니다. 중복·보류 행을 별도로 기록합니다. 학습자가 결론을 내리기 전에 수치2개와 분모를 직접 확인하게 합니다.</a:t>
            </a:r>
          </a:p>
          <a:p>
            <a:endParaRPr/>
          </a:p>
          <a:p>
            <a:r>
              <a:t>[성찰 질문]</a:t>
            </a:r>
          </a:p>
          <a:p>
            <a:r>
              <a:t>빠진 값은0과 어떻게 다른가요? 보류한 자료가 복구되면 무엇을 다시 계산해야 하나요?</a:t>
            </a:r>
          </a:p>
          <a:p>
            <a:endParaRPr/>
          </a:p>
          <a:p>
            <a:r>
              <a:t>[출처와 자료]</a:t>
            </a:r>
          </a:p>
          <a:p>
            <a:r>
              <a:t>사용자 제공 기존 PPT와 직무별 실습 문서·CSV. 모든 사업·교육·재고 수치와 상품 조건은 교육용 가상 자료입니다.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온라인 마켓 입력 컨텍스트</a:t>
            </a:r>
          </a:p>
          <a:p>
            <a:endParaRPr/>
          </a:p>
          <a:p>
            <a:r>
              <a:t>[강사 설명과 시간 배분]</a:t>
            </a:r>
          </a:p>
          <a:p>
            <a:r>
              <a:t>1블록에서 사례 선택용으로 간략히 보여주고 2블록에서 선택한 직무의 자료를 상세하게 읽습니다. 화면은 유효한 첫4행을 표시합니다. 전체 raw.csv는 중복·미확인 행을 포함한6행이며 아래에 복사할 수 있습니다. 행·기간·분모·확인 조건을 먼저 말하게 합니다.</a:t>
            </a:r>
          </a:p>
          <a:p>
            <a:endParaRPr/>
          </a:p>
          <a:p>
            <a:r>
              <a:t>[학습자 활동]</a:t>
            </a:r>
          </a:p>
          <a:p>
            <a:r>
              <a:t>내 직무에서 결정할 문제·자료 정의·미확인 조건을 표시합니다. raw.csv를 점검하고 첫4행 사용을 승인합니다.</a:t>
            </a:r>
          </a:p>
          <a:p>
            <a:endParaRPr/>
          </a:p>
          <a:p>
            <a:r>
              <a:t>[복사용 상세 컨텍스트와 프롬프트]</a:t>
            </a:r>
          </a:p>
          <a:p>
            <a:r>
              <a:t>[교육용 가상 상황]</a:t>
            </a:r>
          </a:p>
          <a:p>
            <a:r>
              <a:t>나는 온라인 소품 판매와 콘텐츠 제작을 혼자 운영하는 프리랜서입니다.</a:t>
            </a:r>
          </a:p>
          <a:p>
            <a:r>
              <a:t>목표는 9월 1~2주차 상품별 매출·반품을 비교하고, 상세페이지 개선안과 상품 소개 카드뉴스를 만드는 것입니다.</a:t>
            </a:r>
          </a:p>
          <a:p>
            <a:r>
              <a:t>한 행은 상품 한 개의 한 주 집계이며, 같은 주·상품은 한 번만 집계합니다.</a:t>
            </a:r>
          </a:p>
          <a:p>
            <a:r>
              <a:t>결제 주문수는 반품 전 주문 건수, 반품 주문수는 그 결제 주문 중 환불 확정된 주문 건수입니다.</a:t>
            </a:r>
          </a:p>
          <a:p>
            <a:r>
              <a:t>결제액·환불액·광고비는 원 단위입니다. 배송비·수수료·원가는 제공하지 않았습니다.</a:t>
            </a:r>
          </a:p>
          <a:p>
            <a:r>
              <a:t>순매출은 결제액−환불액, 반품률은 반품 주문수/결제 주문수×100입니다. 순이익을 계산할 수는 없습니다.</a:t>
            </a:r>
          </a:p>
          <a:p>
            <a:r>
              <a:t>M05는 M02를 중복 내보낸 기록입니다. M06의 반품 주문수·환불액은 미확인입니다.</a:t>
            </a:r>
          </a:p>
          <a:p>
            <a:r>
              <a:t>이번 비교는 필요한 값이 모두 확인된 M01~M04의 같은 행 집합만 사용합니다.</a:t>
            </a:r>
          </a:p>
          <a:p>
            <a:r>
              <a:t>확인된 상품 소개 정보는 면 원단 파우치, 지퍼형, 가로18cm·세로12cm, 판매가10000원입니다.</a:t>
            </a:r>
          </a:p>
          <a:p>
            <a:r>
              <a:t>배송비·배송일·색상·세탁법·할인·원산지는 미확인입니다. 기능이나 고객 후기를 만들지 마세요.</a:t>
            </a:r>
          </a:p>
          <a:p>
            <a:r>
              <a:t>내부 매출·반품 수치는 고객용 카드뉴스에 넣지 마세요.</a:t>
            </a:r>
          </a:p>
          <a:p>
            <a:r>
              <a:t>개인정보 없는 가상 자료만 쓰며 외부 API·결제·자동 게시 기능은 만들지 않습니다.</a:t>
            </a:r>
          </a:p>
          <a:p>
            <a:endParaRPr/>
          </a:p>
          <a:p>
            <a:r>
              <a:t>[원본 CSV 전체]</a:t>
            </a:r>
          </a:p>
          <a:p>
            <a:r>
              <a:t>행ID,주차,상품,결제주문수,반품주문수,결제액,환불액,광고비</a:t>
            </a:r>
          </a:p>
          <a:p>
            <a:r>
              <a:t>M01,9월1주,파우치,40,4,400000,40000,60000</a:t>
            </a:r>
          </a:p>
          <a:p>
            <a:r>
              <a:t>M02,9월2주,파우치,50,10,500000,100000,80000</a:t>
            </a:r>
          </a:p>
          <a:p>
            <a:r>
              <a:t>M03,9월1주,키링,60,3,300000,15000,30000</a:t>
            </a:r>
          </a:p>
          <a:p>
            <a:r>
              <a:t>M04,9월2주,키링,80,4,400000,20000,40000</a:t>
            </a:r>
          </a:p>
          <a:p>
            <a:r>
              <a:t>M05,9월2주,파우치,50,10,500000,100000,80000</a:t>
            </a:r>
          </a:p>
          <a:p>
            <a:r>
              <a:t>M06,9월2주,스티커,30,,90000,,20000</a:t>
            </a:r>
          </a:p>
          <a:p>
            <a:endParaRPr/>
          </a:p>
          <a:p>
            <a:r>
              <a:t>[0 자료 점검]</a:t>
            </a:r>
          </a:p>
          <a:p>
            <a:r>
              <a:t>context.txt와 raw.csv를 읽고 분석 전 점검표를 작성하세요.</a:t>
            </a:r>
          </a:p>
          <a:p>
            <a:r>
              <a:t>행 ID / 문제 / 근거 / 수정·제외·보류 / 분석 포함 여부 순서로 답하세요.</a:t>
            </a:r>
          </a:p>
          <a:p>
            <a:r>
              <a:t>중복·미확인 행의 원본은 보존하고, 컨텍스트에 확인된 처리와 추가 확인이 필요한 처리를 구분하세요.</a:t>
            </a:r>
          </a:p>
          <a:p>
            <a:r>
              <a:t>아직 대시보드를 만들거나 결론을 내리지 말고 내 승인을 기다리세요.</a:t>
            </a:r>
          </a:p>
          <a:p>
            <a:endParaRPr/>
          </a:p>
          <a:p>
            <a:r>
              <a:t>[예시 답안과 검산]</a:t>
            </a:r>
          </a:p>
          <a:p>
            <a:r>
              <a:t>순매출 = 결제액 합계−환불액 합계 / 반품률 = 반품 주문수 합계÷결제 주문수 합계×100</a:t>
            </a:r>
          </a:p>
          <a:p>
            <a:r>
              <a:t>유효 결제 주문: 230건</a:t>
            </a:r>
          </a:p>
          <a:p>
            <a:r>
              <a:t>반품 주문: 21건</a:t>
            </a:r>
          </a:p>
          <a:p>
            <a:r>
              <a:t>순매출: 1,425,000원</a:t>
            </a:r>
          </a:p>
          <a:p>
            <a:r>
              <a:t>전체 반품률: 9.13%</a:t>
            </a:r>
          </a:p>
          <a:p>
            <a:r>
              <a:t>파우치 반품률: 15.56%</a:t>
            </a:r>
          </a:p>
          <a:p>
            <a:r>
              <a:t>키링 반품률: 5.00%</a:t>
            </a:r>
          </a:p>
          <a:p>
            <a:endParaRPr/>
          </a:p>
          <a:p>
            <a:r>
              <a:t>[성찰 질문]</a:t>
            </a:r>
          </a:p>
          <a:p>
            <a:r>
              <a:t>자료에 없는 원인이나 가격·일정을 AI가 덧붙이지 않았나요?</a:t>
            </a:r>
          </a:p>
          <a:p>
            <a:endParaRPr/>
          </a:p>
          <a:p>
            <a:r>
              <a:t>[출처와 자료]</a:t>
            </a:r>
          </a:p>
          <a:p>
            <a:r>
              <a:t>사용자 제공 기존 PPT와 직무별 실습 문서·CSV. 모든 사업·교육·재고 수치와 상품 조건은 교육용 가상 자료입니다.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프리랜서와 온라인 마켓 결과물 예시</a:t>
            </a:r>
          </a:p>
          <a:p>
            <a:endParaRPr/>
          </a:p>
          <a:p>
            <a:r>
              <a:t>[강사 설명과 시간 배분]</a:t>
            </a:r>
          </a:p>
          <a:p>
            <a:r>
              <a:t>1블록에서 모든 직무 결과를 짧게 비교하고, 선택한 직무의 화면은 2블록 실습에서 다시 사용합니다. 그래프는 관찰된 차이이며 원인의 증거가 아닙니다. 3블록에서 이 근거로 기획안과 카드뉴스 문안 초안을 만듭니다. 처음부터 예시와 같은 디자인을 새로 만드는 것을 필수로 하지 않습니다.</a:t>
            </a:r>
          </a:p>
          <a:p>
            <a:endParaRPr/>
          </a:p>
          <a:p>
            <a:r>
              <a:t>[학습자 활동]</a:t>
            </a:r>
          </a:p>
          <a:p>
            <a:r>
              <a:t>example.html에서 내 직무의 대시보드·기획안·카드뉴스 탭을 확인합니다. M01의 반품 주문수를 4에서 8로 바꾸고, 전체 반품률이 25/230=10.87%가 되는지 확인합니다. 환불액과 반품 주문수는 별개 입력이므로 서로 자동 변경되지 않습니다. 결과 수치 두 개를 직접 검산합니다.</a:t>
            </a:r>
          </a:p>
          <a:p>
            <a:endParaRPr/>
          </a:p>
          <a:p>
            <a:r>
              <a:t>[복사용 상세 컨텍스트와 프롬프트]</a:t>
            </a:r>
          </a:p>
          <a:p>
            <a:r>
              <a:t>[교육용 가상 상황]</a:t>
            </a:r>
          </a:p>
          <a:p>
            <a:r>
              <a:t>나는 온라인 소품 판매와 콘텐츠 제작을 혼자 운영하는 프리랜서입니다.</a:t>
            </a:r>
          </a:p>
          <a:p>
            <a:r>
              <a:t>목표는 9월 1~2주차 상품별 매출·반품을 비교하고, 상세페이지 개선안과 상품 소개 카드뉴스를 만드는 것입니다.</a:t>
            </a:r>
          </a:p>
          <a:p>
            <a:r>
              <a:t>한 행은 상품 한 개의 한 주 집계이며, 같은 주·상품은 한 번만 집계합니다.</a:t>
            </a:r>
          </a:p>
          <a:p>
            <a:r>
              <a:t>결제 주문수는 반품 전 주문 건수, 반품 주문수는 그 결제 주문 중 환불 확정된 주문 건수입니다.</a:t>
            </a:r>
          </a:p>
          <a:p>
            <a:r>
              <a:t>결제액·환불액·광고비는 원 단위입니다. 배송비·수수료·원가는 제공하지 않았습니다.</a:t>
            </a:r>
          </a:p>
          <a:p>
            <a:r>
              <a:t>순매출은 결제액−환불액, 반품률은 반품 주문수/결제 주문수×100입니다. 순이익을 계산할 수는 없습니다.</a:t>
            </a:r>
          </a:p>
          <a:p>
            <a:r>
              <a:t>M05는 M02를 중복 내보낸 기록입니다. M06의 반품 주문수·환불액은 미확인입니다.</a:t>
            </a:r>
          </a:p>
          <a:p>
            <a:r>
              <a:t>이번 비교는 필요한 값이 모두 확인된 M01~M04의 같은 행 집합만 사용합니다.</a:t>
            </a:r>
          </a:p>
          <a:p>
            <a:r>
              <a:t>확인된 상품 소개 정보는 면 원단 파우치, 지퍼형, 가로18cm·세로12cm, 판매가10000원입니다.</a:t>
            </a:r>
          </a:p>
          <a:p>
            <a:r>
              <a:t>배송비·배송일·색상·세탁법·할인·원산지는 미확인입니다. 기능이나 고객 후기를 만들지 마세요.</a:t>
            </a:r>
          </a:p>
          <a:p>
            <a:r>
              <a:t>내부 매출·반품 수치는 고객용 카드뉴스에 넣지 마세요.</a:t>
            </a:r>
          </a:p>
          <a:p>
            <a:r>
              <a:t>개인정보 없는 가상 자료만 쓰며 외부 API·결제·자동 게시 기능은 만들지 않습니다.</a:t>
            </a:r>
          </a:p>
          <a:p>
            <a:endParaRPr/>
          </a:p>
          <a:p>
            <a:r>
              <a:t>[0 자료 점검]</a:t>
            </a:r>
          </a:p>
          <a:p>
            <a:r>
              <a:t>context.txt와 raw.csv를 읽고 분석 전 점검표를 작성하세요.</a:t>
            </a:r>
          </a:p>
          <a:p>
            <a:r>
              <a:t>행 ID / 문제 / 근거 / 수정·제외·보류 / 분석 포함 여부 순서로 답하세요.</a:t>
            </a:r>
          </a:p>
          <a:p>
            <a:r>
              <a:t>중복·미확인 행의 원본은 보존하고, 컨텍스트에 확인된 처리와 추가 확인이 필요한 처리를 구분하세요.</a:t>
            </a:r>
          </a:p>
          <a:p>
            <a:r>
              <a:t>아직 대시보드를 만들거나 결론을 내리지 말고 내 승인을 기다리세요.</a:t>
            </a:r>
          </a:p>
          <a:p>
            <a:endParaRPr/>
          </a:p>
          <a:p>
            <a:r>
              <a:t>[1 대시보드]</a:t>
            </a:r>
          </a:p>
          <a:p>
            <a:r>
              <a:t>컨텍스트의 규칙대로 앞 4개 행을 사용하고 5번째 중복 행은 제외, 6번째 미확인 행은 보류하는 처리를 승인합니다.</a:t>
            </a:r>
          </a:p>
          <a:p>
            <a:r>
              <a:t>승인된 자료를 clean_student.csv로 저장하고 원본 raw.csv는 유지하세요.</a:t>
            </a:r>
          </a:p>
          <a:p>
            <a:r>
              <a:t>상품·주차 필터, 순매출과 반품률, 상품별 반품률 비교, 포함·보류 행, 근거 문장을 표시하세요. 행별 반품률을 단순 평균하지 마세요.</a:t>
            </a:r>
          </a:p>
          <a:p>
            <a:r>
              <a:t>분모가0이면 계산 불가, 자료가 없으면 비교 불가로 표시하세요.</a:t>
            </a:r>
          </a:p>
          <a:p>
            <a:r>
              <a:t>clean_student.csv의 값을 HTML 안에 넣어 dashboard_student.html 한 개로 만들어 주세요.</a:t>
            </a:r>
          </a:p>
          <a:p>
            <a:r>
              <a:t>필터·표·계산 근거를 넣고 확인된 사실과 추가 확인 질문을 분리하세요.</a:t>
            </a:r>
          </a:p>
          <a:p>
            <a:r>
              <a:t>수치를 고칠 수 있는 입력표와 재계산 기능, 잘못된 입력의 오류 안내를 넣으세요.</a:t>
            </a:r>
          </a:p>
          <a:p>
            <a:r>
              <a:t>실제 데이터 자동 동기화는 넣지 말고, 검증할 수 있는 계산2개와 파일 여는 방법을 설명하세요.</a:t>
            </a:r>
          </a:p>
          <a:p>
            <a:endParaRPr/>
          </a:p>
          <a:p>
            <a:r>
              <a:t>[2 기획안]</a:t>
            </a:r>
          </a:p>
          <a:p>
            <a:r>
              <a:t>context.txt와 승인한 자료만 사용해 '파우치 상세정보 개선 시험안' 제목의 기획안을 plan_student.txt로 작성하세요.</a:t>
            </a:r>
          </a:p>
          <a:p>
            <a:r>
              <a:t>한 장 분량으로 문제 / 확인한 사실2개 / 제안1개 / 담당자와 실행 / 평가 지표 / 한계와 추가 확인 순서로 씁니다.</a:t>
            </a:r>
          </a:p>
          <a:p>
            <a:r>
              <a:t>사실과 가설을 구분하고 수치마다 행·분모·단위를 표시하세요.</a:t>
            </a:r>
          </a:p>
          <a:p>
            <a:r>
              <a:t>내가 주지 않은 원인·매출 상승률·확정 일정·담당자 실명을 만들지 마세요.</a:t>
            </a:r>
          </a:p>
          <a:p>
            <a:r>
              <a:t>미확인 사항은 확인 필요로 남기고, 계획의 가정은 가정이라고 쓰세요.</a:t>
            </a:r>
          </a:p>
          <a:p>
            <a:endParaRPr/>
          </a:p>
          <a:p>
            <a:r>
              <a:t>[3 카드뉴스]</a:t>
            </a:r>
          </a:p>
          <a:p>
            <a:r>
              <a:t>context.txt의 외부 소개에 써도 되는 정보와 검토한 기획안만 사용해 카드뉴스4장 초안을 만드세요.</a:t>
            </a:r>
          </a:p>
          <a:p>
            <a:r>
              <a:t>순서는 관심 / 확인된 특징 / 필수 조건 / 행동 안내입니다.</a:t>
            </a:r>
          </a:p>
          <a:p>
            <a:r>
              <a:t>각 장 제목1개와 짧은 본문2문장 이내, 확인 필요 목록을 cards_student.txt에 작성하세요.</a:t>
            </a:r>
          </a:p>
          <a:p>
            <a:r>
              <a:t>내부 매출·출석·재고 등 운영 수치는 외부 문안에 넣지 마세요.</a:t>
            </a:r>
          </a:p>
          <a:p>
            <a:r>
              <a:t>가격·배송·일정·효능을 지어내지 말고 확인되지 않은 조건은 확인 필요로 표시하세요.</a:t>
            </a:r>
          </a:p>
          <a:p>
            <a:r>
              <a:t>문안을 글자와 단순 도형만 쓰는 cards_student.html로 구성하세요. 외부 이미지·이미지 생성은 사용하지 마세요.</a:t>
            </a:r>
          </a:p>
          <a:p>
            <a:r>
              <a:t>브라우저에서 네 장을 확인하고 PDF로 인쇄할 수 있게 하세요. 게시하지 마세요.</a:t>
            </a:r>
          </a:p>
          <a:p>
            <a:endParaRPr/>
          </a:p>
          <a:p>
            <a:r>
              <a:t>[예시 답안과 검산]</a:t>
            </a:r>
          </a:p>
          <a:p>
            <a:r>
              <a:t>유효 결제 주문: 230건</a:t>
            </a:r>
          </a:p>
          <a:p>
            <a:r>
              <a:t>반품 주문: 21건</a:t>
            </a:r>
          </a:p>
          <a:p>
            <a:r>
              <a:t>순매출: 1,425,000원</a:t>
            </a:r>
          </a:p>
          <a:p>
            <a:r>
              <a:t>전체 반품률: 9.13%</a:t>
            </a:r>
          </a:p>
          <a:p>
            <a:r>
              <a:t>파우치 반품률: 15.56%</a:t>
            </a:r>
          </a:p>
          <a:p>
            <a:r>
              <a:t>키링 반품률: 5.00%</a:t>
            </a:r>
          </a:p>
          <a:p>
            <a:endParaRPr/>
          </a:p>
          <a:p>
            <a:r>
              <a:t>[기획안 완성 예시]</a:t>
            </a:r>
          </a:p>
          <a:p>
            <a:r>
              <a:t>문제  파우치 반품률이 비교 상품보다 높지만 이유는 확인되지 않았습니다.</a:t>
            </a:r>
          </a:p>
          <a:p>
            <a:r>
              <a:t>근거  유효 자료에서 파우치 14/90=15.56%, 키링 7/140=5.00%입니다.</a:t>
            </a:r>
          </a:p>
          <a:p>
            <a:r>
              <a:t>제안  파우치의 실제 규격과 수납 예시를 확인해 상세페이지를 보완합니다. 반품 사유를 함께 기록합니다.</a:t>
            </a:r>
          </a:p>
          <a:p>
            <a:r>
              <a:t>실행  운영자가 문안을 고치고 실제 상품 정보와 일치하는지 검토합니다. 변경일·상품·주문 집계 기준을 기록합니다.</a:t>
            </a:r>
          </a:p>
          <a:p>
            <a:r>
              <a:t>평가  같은 기준의 새 주문·반품 자료와 작성 시간을 비교합니다. 기간·표본 차이를 표시하고 원인을 단정하지 않습니다.</a:t>
            </a:r>
          </a:p>
          <a:p>
            <a:r>
              <a:t>확인 필요  반품 확정 시차, 상품별 원가·수수료, 고객 문의, 배송 조건. 할인이나 매출 증가율은 임의로 넣지 않습니다.</a:t>
            </a:r>
          </a:p>
          <a:p>
            <a:endParaRPr/>
          </a:p>
          <a:p>
            <a:r>
              <a:t>[외부 카드뉴스 문안 예시]</a:t>
            </a:r>
          </a:p>
          <a:p>
            <a:r>
              <a:t>1장 가방 속 작은 물건을 한곳에</a:t>
            </a:r>
          </a:p>
          <a:p>
            <a:r>
              <a:t>작은 소품을 담을 파우치를 찾고 있나요?</a:t>
            </a:r>
          </a:p>
          <a:p>
            <a:endParaRPr/>
          </a:p>
          <a:p>
            <a:r>
              <a:t>2장 규격부터 확인하세요</a:t>
            </a:r>
          </a:p>
          <a:p>
            <a:r>
              <a:t>가로18cm · 세로12cm</a:t>
            </a:r>
          </a:p>
          <a:p>
            <a:r>
              <a:t>면 원단 · 지퍼형</a:t>
            </a:r>
          </a:p>
          <a:p>
            <a:endParaRPr/>
          </a:p>
          <a:p>
            <a:r>
              <a:t>3장 판매가 10,000원</a:t>
            </a:r>
          </a:p>
          <a:p>
            <a:r>
              <a:t>배송비와 배송 일정은 확인 필요</a:t>
            </a:r>
          </a:p>
          <a:p>
            <a:r>
              <a:t>확인되지 않은 할인은 표시하지 않아요</a:t>
            </a:r>
          </a:p>
          <a:p>
            <a:endParaRPr/>
          </a:p>
          <a:p>
            <a:r>
              <a:t>4장 내 소품과 크기를 비교해 보세요</a:t>
            </a:r>
          </a:p>
          <a:p>
            <a:r>
              <a:t>상세 정보와 배송 조건을 확인한 뒤 주문하세요</a:t>
            </a:r>
          </a:p>
          <a:p>
            <a:r>
              <a:t>[상품 링크 확인 필요]</a:t>
            </a:r>
          </a:p>
          <a:p>
            <a:endParaRPr/>
          </a:p>
          <a:p>
            <a:r>
              <a:t>[성찰 질문]</a:t>
            </a:r>
          </a:p>
          <a:p>
            <a:r>
              <a:t>파우치의 관찰 반품률은 15.56%, 키링은 5.00%입니다. 상품 특성·구매층·반품 사유가 달라 원인을 확정할 수 없습니다.</a:t>
            </a:r>
          </a:p>
          <a:p>
            <a:endParaRPr/>
          </a:p>
          <a:p>
            <a:r>
              <a:t>[출처와 자료]</a:t>
            </a:r>
          </a:p>
          <a:p>
            <a:r>
              <a:t>사용자 제공 기존 PPT와 직무별 실습 문서·CSV. 모든 사업·교육·재고 수치와 상품 조건은 교육용 가상 자료입니다.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교육자 입력 컨텍스트</a:t>
            </a:r>
          </a:p>
          <a:p>
            <a:endParaRPr/>
          </a:p>
          <a:p>
            <a:r>
              <a:t>[강사 설명과 시간 배분]</a:t>
            </a:r>
          </a:p>
          <a:p>
            <a:r>
              <a:t>1블록에서 사례 선택용으로 간략히 보여주고 2블록에서 선택한 직무의 자료를 상세하게 읽습니다. 화면은 유효한 첫4행을 표시합니다. 전체 raw.csv는 중복·미확인 행을 포함한6행이며 아래에 복사할 수 있습니다. 행·기간·분모·확인 조건을 먼저 말하게 합니다.</a:t>
            </a:r>
          </a:p>
          <a:p>
            <a:endParaRPr/>
          </a:p>
          <a:p>
            <a:r>
              <a:t>[학습자 활동]</a:t>
            </a:r>
          </a:p>
          <a:p>
            <a:r>
              <a:t>내 직무에서 결정할 문제·자료 정의·미확인 조건을 표시합니다. raw.csv를 점검하고 첫4행 사용을 승인합니다.</a:t>
            </a:r>
          </a:p>
          <a:p>
            <a:endParaRPr/>
          </a:p>
          <a:p>
            <a:r>
              <a:t>[복사용 상세 컨텍스트와 프롬프트]</a:t>
            </a:r>
          </a:p>
          <a:p>
            <a:r>
              <a:t>[교육용 가상 상황]</a:t>
            </a:r>
          </a:p>
          <a:p>
            <a:r>
              <a:t>나는 성인 대상 교육을 기획·운영하는 교육자입니다.</a:t>
            </a:r>
          </a:p>
          <a:p>
            <a:r>
              <a:t>목표는 8~9월 과정별 신청·출석·만족도를 비교하고 다음 운영안과 모집 카드뉴스를 만드는 것입니다.</a:t>
            </a:r>
          </a:p>
          <a:p>
            <a:r>
              <a:t>한 행은 과정 하나의 월별 운영 1회입니다. E05는 E04와 동일한 중복 내보내기입니다.</a:t>
            </a:r>
          </a:p>
          <a:p>
            <a:r>
              <a:t>정원·신청·출석·응답은 명 단위이며 신청은 확정 등록자, 출석은 그 등록자 중 참석한 사람입니다.</a:t>
            </a:r>
          </a:p>
          <a:p>
            <a:r>
              <a:t>만족도는 출석자에게 받은 5점 척도입니다. 만족점수합계/응답수로 계산하며 과정별 평균을 단순 평균하지 않습니다.</a:t>
            </a:r>
          </a:p>
          <a:p>
            <a:r>
              <a:t>신청률=신청합계/정원합계×100, 출석률=출석합계/신청합계×100, 응답률=응답합계/출석합계×100입니다.</a:t>
            </a:r>
          </a:p>
          <a:p>
            <a:r>
              <a:t>동일인이 여러 과정에 참여할 수 있어 합계는 고유 인원이 아니라 운영별 참여 건수입니다.</a:t>
            </a:r>
          </a:p>
          <a:p>
            <a:r>
              <a:t>E06은 출석·응답·점수 합계가 미확인입니다. E01~E04만 같은 비교 대상으로 사용합니다.</a:t>
            </a:r>
          </a:p>
          <a:p>
            <a:r>
              <a:t>모집 안내에 쓸 확인된 가상 조건은 생활 속 AI 문서기획 체험, 성인 입문자, 2시간, 정원20명, 참가비20000원입니다.</a:t>
            </a:r>
          </a:p>
          <a:p>
            <a:r>
              <a:t>일시·장소·강사·준비물·신청 링크·환불 규정은 미확인입니다. 취업·성과 보장 문구를 만들지 마세요.</a:t>
            </a:r>
          </a:p>
          <a:p>
            <a:r>
              <a:t>수강생 이름·연락처와 내부 출석·만족도 수치를 외부 모집 카드뉴스에 넣지 마세요.</a:t>
            </a:r>
          </a:p>
          <a:p>
            <a:r>
              <a:t>외부 API·자동 문자 발송·자동 게시 기능은 만들지 않습니다.</a:t>
            </a:r>
          </a:p>
          <a:p>
            <a:endParaRPr/>
          </a:p>
          <a:p>
            <a:r>
              <a:t>[원본 CSV 전체]</a:t>
            </a:r>
          </a:p>
          <a:p>
            <a:r>
              <a:t>행ID,월,과정,정원,신청,출석,응답,만족점수합계</a:t>
            </a:r>
          </a:p>
          <a:p>
            <a:r>
              <a:t>E01,8월,문서기획,20,18,15,12,54</a:t>
            </a:r>
          </a:p>
          <a:p>
            <a:r>
              <a:t>E02,9월,문서기획,20,20,16,14,63</a:t>
            </a:r>
          </a:p>
          <a:p>
            <a:r>
              <a:t>E03,8월,카드뉴스,20,16,14,10,44</a:t>
            </a:r>
          </a:p>
          <a:p>
            <a:r>
              <a:t>E04,9월,카드뉴스,20,18,12,8,34</a:t>
            </a:r>
          </a:p>
          <a:p>
            <a:r>
              <a:t>E05,9월,카드뉴스,20,18,12,8,34</a:t>
            </a:r>
          </a:p>
          <a:p>
            <a:r>
              <a:t>E06,9월,대시보드,20,15,,,</a:t>
            </a:r>
          </a:p>
          <a:p>
            <a:endParaRPr/>
          </a:p>
          <a:p>
            <a:r>
              <a:t>[0 자료 점검]</a:t>
            </a:r>
          </a:p>
          <a:p>
            <a:r>
              <a:t>context.txt와 raw.csv를 읽고 분석 전 점검표를 작성하세요.</a:t>
            </a:r>
          </a:p>
          <a:p>
            <a:r>
              <a:t>행 ID / 문제 / 근거 / 수정·제외·보류 / 분석 포함 여부 순서로 답하세요.</a:t>
            </a:r>
          </a:p>
          <a:p>
            <a:r>
              <a:t>중복·미확인 행의 원본은 보존하고, 컨텍스트에 확인된 처리와 추가 확인이 필요한 처리를 구분하세요.</a:t>
            </a:r>
          </a:p>
          <a:p>
            <a:r>
              <a:t>아직 대시보드를 만들거나 결론을 내리지 말고 내 승인을 기다리세요.</a:t>
            </a:r>
          </a:p>
          <a:p>
            <a:endParaRPr/>
          </a:p>
          <a:p>
            <a:r>
              <a:t>[예시 답안과 검산]</a:t>
            </a:r>
          </a:p>
          <a:p>
            <a:r>
              <a:t>신청률 = 신청/정원 / 출석률 = 출석/신청 / 응답률 = 응답/출석 / 만족도 = 만족점수합계/응답</a:t>
            </a:r>
          </a:p>
          <a:p>
            <a:r>
              <a:t>정원 대비 신청률: 90.00%</a:t>
            </a:r>
          </a:p>
          <a:p>
            <a:r>
              <a:t>신청 대비 출석률: 79.17%</a:t>
            </a:r>
          </a:p>
          <a:p>
            <a:r>
              <a:t>출석 대비 응답률: 77.19%</a:t>
            </a:r>
          </a:p>
          <a:p>
            <a:r>
              <a:t>응답 가중 만족도: 4.43점 / 5점</a:t>
            </a:r>
          </a:p>
          <a:p>
            <a:r>
              <a:t>9월 카드뉴스 출석률: 66.67%</a:t>
            </a:r>
          </a:p>
          <a:p>
            <a:r>
              <a:t>유효 운영 건수: 4건</a:t>
            </a:r>
          </a:p>
          <a:p>
            <a:endParaRPr/>
          </a:p>
          <a:p>
            <a:r>
              <a:t>[성찰 질문]</a:t>
            </a:r>
          </a:p>
          <a:p>
            <a:r>
              <a:t>자료에 없는 원인이나 가격·일정을 AI가 덧붙이지 않았나요?</a:t>
            </a:r>
          </a:p>
          <a:p>
            <a:endParaRPr/>
          </a:p>
          <a:p>
            <a:r>
              <a:t>[출처와 자료]</a:t>
            </a:r>
          </a:p>
          <a:p>
            <a:r>
              <a:t>사용자 제공 기존 PPT와 직무별 실습 문서·CSV. 모든 사업·교육·재고 수치와 상품 조건은 교육용 가상 자료입니다.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교육자 결과물 예시</a:t>
            </a:r>
          </a:p>
          <a:p>
            <a:endParaRPr/>
          </a:p>
          <a:p>
            <a:r>
              <a:t>[강사 설명과 시간 배분]</a:t>
            </a:r>
          </a:p>
          <a:p>
            <a:r>
              <a:t>1블록에서 모든 직무 결과를 짧게 비교하고, 선택한 직무의 화면은 2블록 실습에서 다시 사용합니다. 그래프는 관찰된 차이이며 원인의 증거가 아닙니다. 3블록에서 이 근거로 기획안과 카드뉴스 문안 초안을 만듭니다. 처음부터 예시와 같은 디자인을 새로 만드는 것을 필수로 하지 않습니다.</a:t>
            </a:r>
          </a:p>
          <a:p>
            <a:endParaRPr/>
          </a:p>
          <a:p>
            <a:r>
              <a:t>[학습자 활동]</a:t>
            </a:r>
          </a:p>
          <a:p>
            <a:r>
              <a:t>example.html에서 내 직무의 대시보드·기획안·카드뉴스 탭을 확인합니다. E04의 출석을 12에서 15로 바꾸면 9월 카드뉴스 출석률은 83.33%, 전체 출석률은 83.33%입니다. 출석이 신청을 넘으면 결과 생성을 멈추고 오류를 표시하세요. 결과 수치 두 개를 직접 검산합니다.</a:t>
            </a:r>
          </a:p>
          <a:p>
            <a:endParaRPr/>
          </a:p>
          <a:p>
            <a:r>
              <a:t>[복사용 상세 컨텍스트와 프롬프트]</a:t>
            </a:r>
          </a:p>
          <a:p>
            <a:r>
              <a:t>[교육용 가상 상황]</a:t>
            </a:r>
          </a:p>
          <a:p>
            <a:r>
              <a:t>나는 성인 대상 교육을 기획·운영하는 교육자입니다.</a:t>
            </a:r>
          </a:p>
          <a:p>
            <a:r>
              <a:t>목표는 8~9월 과정별 신청·출석·만족도를 비교하고 다음 운영안과 모집 카드뉴스를 만드는 것입니다.</a:t>
            </a:r>
          </a:p>
          <a:p>
            <a:r>
              <a:t>한 행은 과정 하나의 월별 운영 1회입니다. E05는 E04와 동일한 중복 내보내기입니다.</a:t>
            </a:r>
          </a:p>
          <a:p>
            <a:r>
              <a:t>정원·신청·출석·응답은 명 단위이며 신청은 확정 등록자, 출석은 그 등록자 중 참석한 사람입니다.</a:t>
            </a:r>
          </a:p>
          <a:p>
            <a:r>
              <a:t>만족도는 출석자에게 받은 5점 척도입니다. 만족점수합계/응답수로 계산하며 과정별 평균을 단순 평균하지 않습니다.</a:t>
            </a:r>
          </a:p>
          <a:p>
            <a:r>
              <a:t>신청률=신청합계/정원합계×100, 출석률=출석합계/신청합계×100, 응답률=응답합계/출석합계×100입니다.</a:t>
            </a:r>
          </a:p>
          <a:p>
            <a:r>
              <a:t>동일인이 여러 과정에 참여할 수 있어 합계는 고유 인원이 아니라 운영별 참여 건수입니다.</a:t>
            </a:r>
          </a:p>
          <a:p>
            <a:r>
              <a:t>E06은 출석·응답·점수 합계가 미확인입니다. E01~E04만 같은 비교 대상으로 사용합니다.</a:t>
            </a:r>
          </a:p>
          <a:p>
            <a:r>
              <a:t>모집 안내에 쓸 확인된 가상 조건은 생활 속 AI 문서기획 체험, 성인 입문자, 2시간, 정원20명, 참가비20000원입니다.</a:t>
            </a:r>
          </a:p>
          <a:p>
            <a:r>
              <a:t>일시·장소·강사·준비물·신청 링크·환불 규정은 미확인입니다. 취업·성과 보장 문구를 만들지 마세요.</a:t>
            </a:r>
          </a:p>
          <a:p>
            <a:r>
              <a:t>수강생 이름·연락처와 내부 출석·만족도 수치를 외부 모집 카드뉴스에 넣지 마세요.</a:t>
            </a:r>
          </a:p>
          <a:p>
            <a:r>
              <a:t>외부 API·자동 문자 발송·자동 게시 기능은 만들지 않습니다.</a:t>
            </a:r>
          </a:p>
          <a:p>
            <a:endParaRPr/>
          </a:p>
          <a:p>
            <a:r>
              <a:t>[0 자료 점검]</a:t>
            </a:r>
          </a:p>
          <a:p>
            <a:r>
              <a:t>context.txt와 raw.csv를 읽고 분석 전 점검표를 작성하세요.</a:t>
            </a:r>
          </a:p>
          <a:p>
            <a:r>
              <a:t>행 ID / 문제 / 근거 / 수정·제외·보류 / 분석 포함 여부 순서로 답하세요.</a:t>
            </a:r>
          </a:p>
          <a:p>
            <a:r>
              <a:t>중복·미확인 행의 원본은 보존하고, 컨텍스트에 확인된 처리와 추가 확인이 필요한 처리를 구분하세요.</a:t>
            </a:r>
          </a:p>
          <a:p>
            <a:r>
              <a:t>아직 대시보드를 만들거나 결론을 내리지 말고 내 승인을 기다리세요.</a:t>
            </a:r>
          </a:p>
          <a:p>
            <a:endParaRPr/>
          </a:p>
          <a:p>
            <a:r>
              <a:t>[1 대시보드]</a:t>
            </a:r>
          </a:p>
          <a:p>
            <a:r>
              <a:t>컨텍스트의 규칙대로 앞 4개 행을 사용하고 5번째 중복 행은 제외, 6번째 미확인 행은 보류하는 처리를 승인합니다.</a:t>
            </a:r>
          </a:p>
          <a:p>
            <a:r>
              <a:t>승인된 자료를 clean_student.csv로 저장하고 원본 raw.csv는 유지하세요.</a:t>
            </a:r>
          </a:p>
          <a:p>
            <a:r>
              <a:t>월·과정 필터, 신청률·출석률·응답률·응답 가중 만족도, 과정별 출석률 비교와 보류 행을 표시하세요. 고유 참여자 수로 해석하지 마세요.</a:t>
            </a:r>
          </a:p>
          <a:p>
            <a:r>
              <a:t>분모가0이면 계산 불가, 자료가 없으면 비교 불가로 표시하세요.</a:t>
            </a:r>
          </a:p>
          <a:p>
            <a:r>
              <a:t>clean_student.csv의 값을 HTML 안에 넣어 dashboard_student.html 한 개로 만들어 주세요.</a:t>
            </a:r>
          </a:p>
          <a:p>
            <a:r>
              <a:t>필터·표·계산 근거를 넣고 확인된 사실과 추가 확인 질문을 분리하세요.</a:t>
            </a:r>
          </a:p>
          <a:p>
            <a:r>
              <a:t>수치를 고칠 수 있는 입력표와 재계산 기능, 잘못된 입력의 오류 안내를 넣으세요.</a:t>
            </a:r>
          </a:p>
          <a:p>
            <a:r>
              <a:t>실제 데이터 자동 동기화는 넣지 말고, 검증할 수 있는 계산2개와 파일 여는 방법을 설명하세요.</a:t>
            </a:r>
          </a:p>
          <a:p>
            <a:endParaRPr/>
          </a:p>
          <a:p>
            <a:r>
              <a:t>[2 기획안]</a:t>
            </a:r>
          </a:p>
          <a:p>
            <a:r>
              <a:t>context.txt와 승인한 자료만 사용해 '카드뉴스 과정 참여 안내 개선안' 제목의 기획안을 plan_student.txt로 작성하세요.</a:t>
            </a:r>
          </a:p>
          <a:p>
            <a:r>
              <a:t>한 장 분량으로 문제 / 확인한 사실2개 / 제안1개 / 담당자와 실행 / 평가 지표 / 한계와 추가 확인 순서로 씁니다.</a:t>
            </a:r>
          </a:p>
          <a:p>
            <a:r>
              <a:t>사실과 가설을 구분하고 수치마다 행·분모·단위를 표시하세요.</a:t>
            </a:r>
          </a:p>
          <a:p>
            <a:r>
              <a:t>내가 주지 않은 원인·매출 상승률·확정 일정·담당자 실명을 만들지 마세요.</a:t>
            </a:r>
          </a:p>
          <a:p>
            <a:r>
              <a:t>미확인 사항은 확인 필요로 남기고, 계획의 가정은 가정이라고 쓰세요.</a:t>
            </a:r>
          </a:p>
          <a:p>
            <a:endParaRPr/>
          </a:p>
          <a:p>
            <a:r>
              <a:t>[3 카드뉴스]</a:t>
            </a:r>
          </a:p>
          <a:p>
            <a:r>
              <a:t>context.txt의 외부 소개에 써도 되는 정보와 검토한 기획안만 사용해 카드뉴스4장 초안을 만드세요.</a:t>
            </a:r>
          </a:p>
          <a:p>
            <a:r>
              <a:t>순서는 관심 / 확인된 특징 / 필수 조건 / 행동 안내입니다.</a:t>
            </a:r>
          </a:p>
          <a:p>
            <a:r>
              <a:t>각 장 제목1개와 짧은 본문2문장 이내, 확인 필요 목록을 cards_student.txt에 작성하세요.</a:t>
            </a:r>
          </a:p>
          <a:p>
            <a:r>
              <a:t>내부 매출·출석·재고 등 운영 수치는 외부 문안에 넣지 마세요.</a:t>
            </a:r>
          </a:p>
          <a:p>
            <a:r>
              <a:t>가격·배송·일정·효능을 지어내지 말고 확인되지 않은 조건은 확인 필요로 표시하세요.</a:t>
            </a:r>
          </a:p>
          <a:p>
            <a:r>
              <a:t>문안을 글자와 단순 도형만 쓰는 cards_student.html로 구성하세요. 외부 이미지·이미지 생성은 사용하지 마세요.</a:t>
            </a:r>
          </a:p>
          <a:p>
            <a:r>
              <a:t>브라우저에서 네 장을 확인하고 PDF로 인쇄할 수 있게 하세요. 게시하지 마세요.</a:t>
            </a:r>
          </a:p>
          <a:p>
            <a:endParaRPr/>
          </a:p>
          <a:p>
            <a:r>
              <a:t>[예시 답안과 검산]</a:t>
            </a:r>
          </a:p>
          <a:p>
            <a:r>
              <a:t>정원 대비 신청률: 90.00%</a:t>
            </a:r>
          </a:p>
          <a:p>
            <a:r>
              <a:t>신청 대비 출석률: 79.17%</a:t>
            </a:r>
          </a:p>
          <a:p>
            <a:r>
              <a:t>출석 대비 응답률: 77.19%</a:t>
            </a:r>
          </a:p>
          <a:p>
            <a:r>
              <a:t>응답 가중 만족도: 4.43점 / 5점</a:t>
            </a:r>
          </a:p>
          <a:p>
            <a:r>
              <a:t>9월 카드뉴스 출석률: 66.67%</a:t>
            </a:r>
          </a:p>
          <a:p>
            <a:r>
              <a:t>유효 운영 건수: 4건</a:t>
            </a:r>
          </a:p>
          <a:p>
            <a:endParaRPr/>
          </a:p>
          <a:p>
            <a:r>
              <a:t>[기획안 완성 예시]</a:t>
            </a:r>
          </a:p>
          <a:p>
            <a:r>
              <a:t>문제  9월 카드뉴스 과정의 출석률이 이전 운영보다 낮게 관찰됩니다.</a:t>
            </a:r>
          </a:p>
          <a:p>
            <a:r>
              <a:t>근거  8월 14/16=87.50%, 9월 12/18=66.67%입니다. 전체 평균 만족도는 응답자 가중 4.43점입니다.</a:t>
            </a:r>
          </a:p>
          <a:p>
            <a:r>
              <a:t>제안  수업 전 안내에서 실습 준비와 참여 방법을 명확히 하고, 불참 사유를 익명 범주로 수집합니다.</a:t>
            </a:r>
          </a:p>
          <a:p>
            <a:r>
              <a:t>실행  교육자가 안내문을 작성하고 담당자가 일정·장소·준비물을 확인한 뒤 승인된 채널로 수동 전달합니다.</a:t>
            </a:r>
          </a:p>
          <a:p>
            <a:r>
              <a:t>평가  비슷한 과정의 출석률·응답률과 안내 작성 시간을 비교합니다. 만족도는 응답률을 함께 봅니다.</a:t>
            </a:r>
          </a:p>
          <a:p>
            <a:r>
              <a:t>확인 필요  일정 변경, 등록자 특성, 불참 사유, 미응답자 차이. 출석 변화의 원인을 단정하거나 수강 효과를 보장하지 않습니다.</a:t>
            </a:r>
          </a:p>
          <a:p>
            <a:endParaRPr/>
          </a:p>
          <a:p>
            <a:r>
              <a:t>[외부 카드뉴스 문안 예시]</a:t>
            </a:r>
          </a:p>
          <a:p>
            <a:r>
              <a:t>1장 AI로 문서 초안을 시작해 볼까요</a:t>
            </a:r>
          </a:p>
          <a:p>
            <a:r>
              <a:t>성인 입문자를 위한</a:t>
            </a:r>
          </a:p>
          <a:p>
            <a:r>
              <a:t>생활 속 AI 문서기획 체험</a:t>
            </a:r>
          </a:p>
          <a:p>
            <a:endParaRPr/>
          </a:p>
          <a:p>
            <a:r>
              <a:t>2장 2시간 체험 과정</a:t>
            </a:r>
          </a:p>
          <a:p>
            <a:r>
              <a:t>정원20명</a:t>
            </a:r>
          </a:p>
          <a:p>
            <a:r>
              <a:t>참가비20,000원</a:t>
            </a:r>
          </a:p>
          <a:p>
            <a:endParaRPr/>
          </a:p>
          <a:p>
            <a:r>
              <a:t>3장 참여 조건을 먼저 확인하세요</a:t>
            </a:r>
          </a:p>
          <a:p>
            <a:r>
              <a:t>일시·장소·강사·준비물은 확인 필요</a:t>
            </a:r>
          </a:p>
          <a:p>
            <a:r>
              <a:t>확인한 정보로 바꾼 뒤 공유하세요</a:t>
            </a:r>
          </a:p>
          <a:p>
            <a:endParaRPr/>
          </a:p>
          <a:p>
            <a:r>
              <a:t>4장 조건 확인 후 신청하세요</a:t>
            </a:r>
          </a:p>
          <a:p>
            <a:r>
              <a:t>환불 규정과 모집 정보를 확인한 뒤 신청</a:t>
            </a:r>
          </a:p>
          <a:p>
            <a:r>
              <a:t>[신청 링크 확인 필요]</a:t>
            </a:r>
          </a:p>
          <a:p>
            <a:endParaRPr/>
          </a:p>
          <a:p>
            <a:r>
              <a:t>[성찰 질문]</a:t>
            </a:r>
          </a:p>
          <a:p>
            <a:r>
              <a:t>카드뉴스 과정 출석률은 8월 87.50%, 9월 66.67%입니다. 적은 표본이고 일정·대상 차이가 있어 운영 방식의 효과를 단정할 수 없습니다.</a:t>
            </a:r>
          </a:p>
          <a:p>
            <a:endParaRPr/>
          </a:p>
          <a:p>
            <a:r>
              <a:t>[출처와 자료]</a:t>
            </a:r>
          </a:p>
          <a:p>
            <a:r>
              <a:t>사용자 제공 기존 PPT와 직무별 실습 문서·CSV. 모든 사업·교육·재고 수치와 상품 조건은 교육용 가상 자료입니다.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도매업자 입력 컨텍스트</a:t>
            </a:r>
          </a:p>
          <a:p>
            <a:endParaRPr/>
          </a:p>
          <a:p>
            <a:r>
              <a:t>[강사 설명과 시간 배분]</a:t>
            </a:r>
          </a:p>
          <a:p>
            <a:r>
              <a:t>1블록에서 사례 선택용으로 간략히 보여주고 2블록에서 선택한 직무의 자료를 상세하게 읽습니다. 화면은 유효한 첫4행을 표시합니다. 전체 raw.csv는 중복·미확인 행을 포함한6행이며 아래에 복사할 수 있습니다. 행·기간·분모·확인 조건을 먼저 말하게 합니다.</a:t>
            </a:r>
          </a:p>
          <a:p>
            <a:endParaRPr/>
          </a:p>
          <a:p>
            <a:r>
              <a:t>[학습자 활동]</a:t>
            </a:r>
          </a:p>
          <a:p>
            <a:r>
              <a:t>내 직무에서 결정할 문제·자료 정의·미확인 조건을 표시합니다. raw.csv를 점검하고 첫4행 사용을 승인합니다.</a:t>
            </a:r>
          </a:p>
          <a:p>
            <a:endParaRPr/>
          </a:p>
          <a:p>
            <a:r>
              <a:t>[복사용 상세 컨텍스트와 프롬프트]</a:t>
            </a:r>
          </a:p>
          <a:p>
            <a:r>
              <a:t>[교육용 가상 상황]</a:t>
            </a:r>
          </a:p>
          <a:p>
            <a:r>
              <a:t>나는 소규모 포장용품 도매업을 운영합니다.</a:t>
            </a:r>
          </a:p>
          <a:p>
            <a:r>
              <a:t>목표는 2026년9월30일 기준 가용재고를 점검해 발주 검토 우선순위를 정하고 거래처용 제품 안내를 만드는 것입니다.</a:t>
            </a:r>
          </a:p>
          <a:p>
            <a:r>
              <a:t>한 행은 기준일의 품목별 가용재고입니다. 재고와 안전재고는 개, 일평균출고는 개/일, 조달기간은 일입니다.</a:t>
            </a:r>
          </a:p>
          <a:p>
            <a:r>
              <a:t>가용재고는 이미 확정된 출고 예약분을 뺀 값입니다. 조달기간은 과거 평균이며 납기 보장이 아닙니다.</a:t>
            </a:r>
          </a:p>
          <a:p>
            <a:r>
              <a:t>재주문 기준=일평균출고×조달기간+안전재고, 예상 소진일수=가용재고/일평균출고입니다.</a:t>
            </a:r>
          </a:p>
          <a:p>
            <a:r>
              <a:t>가용재고가 재주문 기준 이하이면 발주 검토 대상으로 표시합니다. 기준 미달만으로 실제 주문을 확정하지 않습니다.</a:t>
            </a:r>
          </a:p>
          <a:p>
            <a:r>
              <a:t>W05는 W02 중복 내보내기입니다. W06의 재고는 미확인입니다. W01~W04만 비교합니다.</a:t>
            </a:r>
          </a:p>
          <a:p>
            <a:r>
              <a:t>발주 수량을 결정할 목표 재고일수·최소주문량·입고예정은 제공하지 않았으므로 주문량을 만들지 마세요.</a:t>
            </a:r>
          </a:p>
          <a:p>
            <a:r>
              <a:t>확인된 거래처용 가상 정보는 500mL 투명용기, 1박스100개, 박스당22000원, 부가세별도, 뚜껑별도입니다.</a:t>
            </a:r>
          </a:p>
          <a:p>
            <a:r>
              <a:t>소재·전자레인지 사용·배송비·확정 납기·입고예정은 미확인입니다.</a:t>
            </a:r>
          </a:p>
          <a:p>
            <a:r>
              <a:t>고객명·공급처 단가·내부 재고 수치를 외부 카드뉴스에 넣지 마세요.</a:t>
            </a:r>
          </a:p>
          <a:p>
            <a:r>
              <a:t>외부 API·ERP 연결·자동 발주·자동 게시 기능은 만들지 않습니다.</a:t>
            </a:r>
          </a:p>
          <a:p>
            <a:endParaRPr/>
          </a:p>
          <a:p>
            <a:r>
              <a:t>[원본 CSV 전체]</a:t>
            </a:r>
          </a:p>
          <a:p>
            <a:r>
              <a:t>행ID,기준일,품목,가용재고,일평균출고,조달기간,안전재고</a:t>
            </a:r>
          </a:p>
          <a:p>
            <a:r>
              <a:t>W01,2026-09-30,종이컵,1200,100,5,300</a:t>
            </a:r>
          </a:p>
          <a:p>
            <a:r>
              <a:t>W02,2026-09-30,500mL용기,300,80,4,100</a:t>
            </a:r>
          </a:p>
          <a:p>
            <a:r>
              <a:t>W03,2026-09-30,냅킨,2000,200,3,400</a:t>
            </a:r>
          </a:p>
          <a:p>
            <a:r>
              <a:t>W04,2026-09-30,봉투,150,60,2,60</a:t>
            </a:r>
          </a:p>
          <a:p>
            <a:r>
              <a:t>W05,2026-09-30,500mL용기,300,80,4,100</a:t>
            </a:r>
          </a:p>
          <a:p>
            <a:r>
              <a:t>W06,2026-09-30,컵뚜껑,,50,3,100</a:t>
            </a:r>
          </a:p>
          <a:p>
            <a:endParaRPr/>
          </a:p>
          <a:p>
            <a:r>
              <a:t>[0 자료 점검]</a:t>
            </a:r>
          </a:p>
          <a:p>
            <a:r>
              <a:t>context.txt와 raw.csv를 읽고 분석 전 점검표를 작성하세요.</a:t>
            </a:r>
          </a:p>
          <a:p>
            <a:r>
              <a:t>행 ID / 문제 / 근거 / 수정·제외·보류 / 분석 포함 여부 순서로 답하세요.</a:t>
            </a:r>
          </a:p>
          <a:p>
            <a:r>
              <a:t>중복·미확인 행의 원본은 보존하고, 컨텍스트에 확인된 처리와 추가 확인이 필요한 처리를 구분하세요.</a:t>
            </a:r>
          </a:p>
          <a:p>
            <a:r>
              <a:t>아직 대시보드를 만들거나 결론을 내리지 말고 내 승인을 기다리세요.</a:t>
            </a:r>
          </a:p>
          <a:p>
            <a:endParaRPr/>
          </a:p>
          <a:p>
            <a:r>
              <a:t>[예시 답안과 검산]</a:t>
            </a:r>
          </a:p>
          <a:p>
            <a:r>
              <a:t>재주문 기준 = 일평균출고×조달기간+안전재고 / 예상 소진일수 = 가용재고÷일평균출고</a:t>
            </a:r>
          </a:p>
          <a:p>
            <a:r>
              <a:t>유효 품목: 4개</a:t>
            </a:r>
          </a:p>
          <a:p>
            <a:r>
              <a:t>발주 검토 품목: 2개</a:t>
            </a:r>
          </a:p>
          <a:p>
            <a:r>
              <a:t>500mL용기: 기준420개 / 재고300개 / 3.75일</a:t>
            </a:r>
          </a:p>
          <a:p>
            <a:r>
              <a:t>봉투: 기준180개 / 재고150개 / 2.50일</a:t>
            </a:r>
          </a:p>
          <a:p>
            <a:r>
              <a:t>종이컵: 기준800개 / 12.00일</a:t>
            </a:r>
          </a:p>
          <a:p>
            <a:r>
              <a:t>냅킨: 기준1,000개 / 10.00일</a:t>
            </a:r>
          </a:p>
          <a:p>
            <a:endParaRPr/>
          </a:p>
          <a:p>
            <a:r>
              <a:t>[성찰 질문]</a:t>
            </a:r>
          </a:p>
          <a:p>
            <a:r>
              <a:t>자료에 없는 원인이나 가격·일정을 AI가 덧붙이지 않았나요?</a:t>
            </a:r>
          </a:p>
          <a:p>
            <a:endParaRPr/>
          </a:p>
          <a:p>
            <a:r>
              <a:t>[출처와 자료]</a:t>
            </a:r>
          </a:p>
          <a:p>
            <a:r>
              <a:t>사용자 제공 기존 PPT와 직무별 실습 문서·CSV. 모든 사업·교육·재고 수치와 상품 조건은 교육용 가상 자료입니다.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도매업자 결과물 예시</a:t>
            </a:r>
          </a:p>
          <a:p>
            <a:endParaRPr/>
          </a:p>
          <a:p>
            <a:r>
              <a:t>[강사 설명과 시간 배분]</a:t>
            </a:r>
          </a:p>
          <a:p>
            <a:r>
              <a:t>1블록에서 모든 직무 결과를 짧게 비교하고, 선택한 직무의 화면은 2블록 실습에서 다시 사용합니다. 그래프는 관찰된 차이이며 원인의 증거가 아닙니다. 3블록에서 이 근거로 기획안과 카드뉴스 문안 초안을 만듭니다. 처음부터 예시와 같은 디자인을 새로 만드는 것을 필수로 하지 않습니다.</a:t>
            </a:r>
          </a:p>
          <a:p>
            <a:endParaRPr/>
          </a:p>
          <a:p>
            <a:r>
              <a:t>[학습자 활동]</a:t>
            </a:r>
          </a:p>
          <a:p>
            <a:r>
              <a:t>example.html에서 내 직무의 대시보드·기획안·카드뉴스 탭을 확인합니다. W04의 가용재고를 150에서 200으로 바꾸면 봉투가 검토 대상에서 빠지고 대상은 1개가 됩니다. 기준과 정확히 같은 180이면 검토 대상에 남아야 합니다. 결과 수치 두 개를 직접 검산합니다.</a:t>
            </a:r>
          </a:p>
          <a:p>
            <a:endParaRPr/>
          </a:p>
          <a:p>
            <a:r>
              <a:t>[복사용 상세 컨텍스트와 프롬프트]</a:t>
            </a:r>
          </a:p>
          <a:p>
            <a:r>
              <a:t>[교육용 가상 상황]</a:t>
            </a:r>
          </a:p>
          <a:p>
            <a:r>
              <a:t>나는 소규모 포장용품 도매업을 운영합니다.</a:t>
            </a:r>
          </a:p>
          <a:p>
            <a:r>
              <a:t>목표는 2026년9월30일 기준 가용재고를 점검해 발주 검토 우선순위를 정하고 거래처용 제품 안내를 만드는 것입니다.</a:t>
            </a:r>
          </a:p>
          <a:p>
            <a:r>
              <a:t>한 행은 기준일의 품목별 가용재고입니다. 재고와 안전재고는 개, 일평균출고는 개/일, 조달기간은 일입니다.</a:t>
            </a:r>
          </a:p>
          <a:p>
            <a:r>
              <a:t>가용재고는 이미 확정된 출고 예약분을 뺀 값입니다. 조달기간은 과거 평균이며 납기 보장이 아닙니다.</a:t>
            </a:r>
          </a:p>
          <a:p>
            <a:r>
              <a:t>재주문 기준=일평균출고×조달기간+안전재고, 예상 소진일수=가용재고/일평균출고입니다.</a:t>
            </a:r>
          </a:p>
          <a:p>
            <a:r>
              <a:t>가용재고가 재주문 기준 이하이면 발주 검토 대상으로 표시합니다. 기준 미달만으로 실제 주문을 확정하지 않습니다.</a:t>
            </a:r>
          </a:p>
          <a:p>
            <a:r>
              <a:t>W05는 W02 중복 내보내기입니다. W06의 재고는 미확인입니다. W01~W04만 비교합니다.</a:t>
            </a:r>
          </a:p>
          <a:p>
            <a:r>
              <a:t>발주 수량을 결정할 목표 재고일수·최소주문량·입고예정은 제공하지 않았으므로 주문량을 만들지 마세요.</a:t>
            </a:r>
          </a:p>
          <a:p>
            <a:r>
              <a:t>확인된 거래처용 가상 정보는 500mL 투명용기, 1박스100개, 박스당22000원, 부가세별도, 뚜껑별도입니다.</a:t>
            </a:r>
          </a:p>
          <a:p>
            <a:r>
              <a:t>소재·전자레인지 사용·배송비·확정 납기·입고예정은 미확인입니다.</a:t>
            </a:r>
          </a:p>
          <a:p>
            <a:r>
              <a:t>고객명·공급처 단가·내부 재고 수치를 외부 카드뉴스에 넣지 마세요.</a:t>
            </a:r>
          </a:p>
          <a:p>
            <a:r>
              <a:t>외부 API·ERP 연결·자동 발주·자동 게시 기능은 만들지 않습니다.</a:t>
            </a:r>
          </a:p>
          <a:p>
            <a:endParaRPr/>
          </a:p>
          <a:p>
            <a:r>
              <a:t>[0 자료 점검]</a:t>
            </a:r>
          </a:p>
          <a:p>
            <a:r>
              <a:t>context.txt와 raw.csv를 읽고 분석 전 점검표를 작성하세요.</a:t>
            </a:r>
          </a:p>
          <a:p>
            <a:r>
              <a:t>행 ID / 문제 / 근거 / 수정·제외·보류 / 분석 포함 여부 순서로 답하세요.</a:t>
            </a:r>
          </a:p>
          <a:p>
            <a:r>
              <a:t>중복·미확인 행의 원본은 보존하고, 컨텍스트에 확인된 처리와 추가 확인이 필요한 처리를 구분하세요.</a:t>
            </a:r>
          </a:p>
          <a:p>
            <a:r>
              <a:t>아직 대시보드를 만들거나 결론을 내리지 말고 내 승인을 기다리세요.</a:t>
            </a:r>
          </a:p>
          <a:p>
            <a:endParaRPr/>
          </a:p>
          <a:p>
            <a:r>
              <a:t>[1 대시보드]</a:t>
            </a:r>
          </a:p>
          <a:p>
            <a:r>
              <a:t>컨텍스트의 규칙대로 앞 4개 행을 사용하고 5번째 중복 행은 제외, 6번째 미확인 행은 보류하는 처리를 승인합니다.</a:t>
            </a:r>
          </a:p>
          <a:p>
            <a:r>
              <a:t>승인된 자료를 clean_student.csv로 저장하고 원본 raw.csv는 유지하세요.</a:t>
            </a:r>
          </a:p>
          <a:p>
            <a:r>
              <a:t>품목 필터, 발주 검토 품목 수, 재고·재주문 기준 비교, 소진일수와 조달기간을 표시하세요. 품목별 차이 때문에 소진일수를 단순 평균하지 마세요.</a:t>
            </a:r>
          </a:p>
          <a:p>
            <a:r>
              <a:t>분모가0이면 계산 불가, 자료가 없으면 비교 불가로 표시하세요.</a:t>
            </a:r>
          </a:p>
          <a:p>
            <a:r>
              <a:t>clean_student.csv의 값을 HTML 안에 넣어 dashboard_student.html 한 개로 만들어 주세요.</a:t>
            </a:r>
          </a:p>
          <a:p>
            <a:r>
              <a:t>필터·표·계산 근거를 넣고 확인된 사실과 추가 확인 질문을 분리하세요.</a:t>
            </a:r>
          </a:p>
          <a:p>
            <a:r>
              <a:t>수치를 고칠 수 있는 입력표와 재계산 기능, 잘못된 입력의 오류 안내를 넣으세요.</a:t>
            </a:r>
          </a:p>
          <a:p>
            <a:r>
              <a:t>실제 데이터 자동 동기화는 넣지 말고, 검증할 수 있는 계산2개와 파일 여는 방법을 설명하세요.</a:t>
            </a:r>
          </a:p>
          <a:p>
            <a:endParaRPr/>
          </a:p>
          <a:p>
            <a:r>
              <a:t>[2 기획안]</a:t>
            </a:r>
          </a:p>
          <a:p>
            <a:r>
              <a:t>context.txt와 승인한 자료만 사용해 '용기와 봉투 발주 검토안' 제목의 기획안을 plan_student.txt로 작성하세요.</a:t>
            </a:r>
          </a:p>
          <a:p>
            <a:r>
              <a:t>한 장 분량으로 문제 / 확인한 사실2개 / 제안1개 / 담당자와 실행 / 평가 지표 / 한계와 추가 확인 순서로 씁니다.</a:t>
            </a:r>
          </a:p>
          <a:p>
            <a:r>
              <a:t>사실과 가설을 구분하고 수치마다 행·분모·단위를 표시하세요.</a:t>
            </a:r>
          </a:p>
          <a:p>
            <a:r>
              <a:t>내가 주지 않은 원인·매출 상승률·확정 일정·담당자 실명을 만들지 마세요.</a:t>
            </a:r>
          </a:p>
          <a:p>
            <a:r>
              <a:t>미확인 사항은 확인 필요로 남기고, 계획의 가정은 가정이라고 쓰세요.</a:t>
            </a:r>
          </a:p>
          <a:p>
            <a:endParaRPr/>
          </a:p>
          <a:p>
            <a:r>
              <a:t>[3 카드뉴스]</a:t>
            </a:r>
          </a:p>
          <a:p>
            <a:r>
              <a:t>context.txt의 외부 소개에 써도 되는 정보와 검토한 기획안만 사용해 카드뉴스4장 초안을 만드세요.</a:t>
            </a:r>
          </a:p>
          <a:p>
            <a:r>
              <a:t>순서는 관심 / 확인된 특징 / 필수 조건 / 행동 안내입니다.</a:t>
            </a:r>
          </a:p>
          <a:p>
            <a:r>
              <a:t>각 장 제목1개와 짧은 본문2문장 이내, 확인 필요 목록을 cards_student.txt에 작성하세요.</a:t>
            </a:r>
          </a:p>
          <a:p>
            <a:r>
              <a:t>내부 매출·출석·재고 등 운영 수치는 외부 문안에 넣지 마세요.</a:t>
            </a:r>
          </a:p>
          <a:p>
            <a:r>
              <a:t>가격·배송·일정·효능을 지어내지 말고 확인되지 않은 조건은 확인 필요로 표시하세요.</a:t>
            </a:r>
          </a:p>
          <a:p>
            <a:r>
              <a:t>문안을 글자와 단순 도형만 쓰는 cards_student.html로 구성하세요. 외부 이미지·이미지 생성은 사용하지 마세요.</a:t>
            </a:r>
          </a:p>
          <a:p>
            <a:r>
              <a:t>브라우저에서 네 장을 확인하고 PDF로 인쇄할 수 있게 하세요. 게시하지 마세요.</a:t>
            </a:r>
          </a:p>
          <a:p>
            <a:endParaRPr/>
          </a:p>
          <a:p>
            <a:r>
              <a:t>[예시 답안과 검산]</a:t>
            </a:r>
          </a:p>
          <a:p>
            <a:r>
              <a:t>유효 품목: 4개</a:t>
            </a:r>
          </a:p>
          <a:p>
            <a:r>
              <a:t>발주 검토 품목: 2개</a:t>
            </a:r>
          </a:p>
          <a:p>
            <a:r>
              <a:t>500mL용기: 기준420개 / 재고300개 / 3.75일</a:t>
            </a:r>
          </a:p>
          <a:p>
            <a:r>
              <a:t>봉투: 기준180개 / 재고150개 / 2.50일</a:t>
            </a:r>
          </a:p>
          <a:p>
            <a:r>
              <a:t>종이컵: 기준800개 / 12.00일</a:t>
            </a:r>
          </a:p>
          <a:p>
            <a:r>
              <a:t>냅킨: 기준1,000개 / 10.00일</a:t>
            </a:r>
          </a:p>
          <a:p>
            <a:endParaRPr/>
          </a:p>
          <a:p>
            <a:r>
              <a:t>[기획안 완성 예시]</a:t>
            </a:r>
          </a:p>
          <a:p>
            <a:r>
              <a:t>문제  용기와 봉투의 가용재고가 재주문 기준 이하입니다.</a:t>
            </a:r>
          </a:p>
          <a:p>
            <a:r>
              <a:t>근거  용기300개≤420개, 봉투150개≤180개입니다. 소진일수는 각각3.75일과2.50일입니다.</a:t>
            </a:r>
          </a:p>
          <a:p>
            <a:r>
              <a:t>제안  담당자가 입고 예정·최소주문량·공급 가능일을 먼저 확인하고 발주 여부와 수량을 결정합니다.</a:t>
            </a:r>
          </a:p>
          <a:p>
            <a:r>
              <a:t>실행  매일 같은 시각에 재고표를 확인하고 검토 품목·확인 내용·승인자를 기록합니다. 자동 주문은 하지 않습니다.</a:t>
            </a:r>
          </a:p>
          <a:p>
            <a:r>
              <a:t>평가  재고 확인과 검토안 작성 시간을 기록하고, 누락 품목과 계산 오류가 없는지 검토합니다.</a:t>
            </a:r>
          </a:p>
          <a:p>
            <a:r>
              <a:t>확인 필요  확정 입고일, 수요 변동, 목표 재고일수, 최소주문량. 평균 조달기간을 고객에게 확정 납기로 안내하지 않습니다.</a:t>
            </a:r>
          </a:p>
          <a:p>
            <a:endParaRPr/>
          </a:p>
          <a:p>
            <a:r>
              <a:t>[외부 카드뉴스 문안 예시]</a:t>
            </a:r>
          </a:p>
          <a:p>
            <a:r>
              <a:t>1장 거래처용 500mL 투명용기 안내</a:t>
            </a:r>
          </a:p>
          <a:p>
            <a:r>
              <a:t>규격과 포장 단위를 확인하세요</a:t>
            </a:r>
          </a:p>
          <a:p>
            <a:endParaRPr/>
          </a:p>
          <a:p>
            <a:r>
              <a:t>2장 1박스 100개</a:t>
            </a:r>
          </a:p>
          <a:p>
            <a:r>
              <a:t>뚜껑은 별도입니다</a:t>
            </a:r>
          </a:p>
          <a:p>
            <a:r>
              <a:t>소재·사용 조건은 확인 필요</a:t>
            </a:r>
          </a:p>
          <a:p>
            <a:endParaRPr/>
          </a:p>
          <a:p>
            <a:r>
              <a:t>3장 박스당 22,000원</a:t>
            </a:r>
          </a:p>
          <a:p>
            <a:r>
              <a:t>부가세 별도</a:t>
            </a:r>
          </a:p>
          <a:p>
            <a:r>
              <a:t>배송비는 확인 필요</a:t>
            </a:r>
          </a:p>
          <a:p>
            <a:endParaRPr/>
          </a:p>
          <a:p>
            <a:r>
              <a:t>4장 공급 가능 수량과 납기 문의</a:t>
            </a:r>
          </a:p>
          <a:p>
            <a:r>
              <a:t>필요 수량과 희망일을 알려 주세요</a:t>
            </a:r>
          </a:p>
          <a:p>
            <a:r>
              <a:t>확인 후 공급 일정을 안내합니다</a:t>
            </a:r>
          </a:p>
          <a:p>
            <a:endParaRPr/>
          </a:p>
          <a:p>
            <a:r>
              <a:t>[성찰 질문]</a:t>
            </a:r>
          </a:p>
          <a:p>
            <a:r>
              <a:t>500mL용기와 봉투가 발주 검토 대상입니다. 봉투는 예상 소진 2.50일, 평균 조달 2일로 여유가 작지만 실제 입고·수요 변동을 확인해야 합니다.</a:t>
            </a:r>
          </a:p>
          <a:p>
            <a:endParaRPr/>
          </a:p>
          <a:p>
            <a:r>
              <a:t>[출처와 자료]</a:t>
            </a:r>
          </a:p>
          <a:p>
            <a:r>
              <a:t>사용자 제공 기존 PPT와 직무별 실습 문서·CSV. 모든 사업·교육·재고 수치와 상품 조건은 교육용 가상 자료입니다.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기획안 작성 양식</a:t>
            </a:r>
          </a:p>
          <a:p>
            <a:endParaRPr/>
          </a:p>
          <a:p>
            <a:r>
              <a:t>[강사 설명과 시간 배분]</a:t>
            </a:r>
          </a:p>
          <a:p>
            <a:r>
              <a:t>3블록의 기획안20분입니다. 한 장 초안과 근거 설명을 목표로 합니다. 직무별 예시의 수치와 단위·분모를 유지하고, AI가 만들어낸 원인·목표 수치·담당자 실명은 삭제하게 합니다. 2회기에 문서 구성·표현과 실행 가능성을 더 보완합니다.</a:t>
            </a:r>
          </a:p>
          <a:p>
            <a:endParaRPr/>
          </a:p>
          <a:p>
            <a:r>
              <a:t>[학습자 활동]</a:t>
            </a:r>
          </a:p>
          <a:p>
            <a:r>
              <a:t>선택 직무의 요청을 입력하여 plan_student.txt를 만들고 표의 항목을 채웁니다. 자료에 없는 사실은 확인 필요로 남깁니다.</a:t>
            </a:r>
          </a:p>
          <a:p>
            <a:endParaRPr/>
          </a:p>
          <a:p>
            <a:r>
              <a:t>[복사용 상세 컨텍스트와 프롬프트]</a:t>
            </a:r>
          </a:p>
          <a:p>
            <a:r>
              <a:t>[프리랜서와 온라인 마켓 기획안 프롬프트]</a:t>
            </a:r>
          </a:p>
          <a:p>
            <a:r>
              <a:t>context.txt와 승인한 자료만 사용해 '파우치 상세정보 개선 시험안' 제목의 기획안을 plan_student.txt로 작성하세요.</a:t>
            </a:r>
          </a:p>
          <a:p>
            <a:r>
              <a:t>한 장 분량으로 문제 / 확인한 사실2개 / 제안1개 / 담당자와 실행 / 평가 지표 / 한계와 추가 확인 순서로 씁니다.</a:t>
            </a:r>
          </a:p>
          <a:p>
            <a:r>
              <a:t>사실과 가설을 구분하고 수치마다 행·분모·단위를 표시하세요.</a:t>
            </a:r>
          </a:p>
          <a:p>
            <a:r>
              <a:t>내가 주지 않은 원인·매출 상승률·확정 일정·담당자 실명을 만들지 마세요.</a:t>
            </a:r>
          </a:p>
          <a:p>
            <a:r>
              <a:t>미확인 사항은 확인 필요로 남기고, 계획의 가정은 가정이라고 쓰세요.</a:t>
            </a:r>
          </a:p>
          <a:p>
            <a:endParaRPr/>
          </a:p>
          <a:p>
            <a:r>
              <a:t>[해당 컨텍스트]</a:t>
            </a:r>
          </a:p>
          <a:p>
            <a:r>
              <a:t>[교육용 가상 상황]</a:t>
            </a:r>
          </a:p>
          <a:p>
            <a:r>
              <a:t>나는 온라인 소품 판매와 콘텐츠 제작을 혼자 운영하는 프리랜서입니다.</a:t>
            </a:r>
          </a:p>
          <a:p>
            <a:r>
              <a:t>목표는 9월 1~2주차 상품별 매출·반품을 비교하고, 상세페이지 개선안과 상품 소개 카드뉴스를 만드는 것입니다.</a:t>
            </a:r>
          </a:p>
          <a:p>
            <a:r>
              <a:t>한 행은 상품 한 개의 한 주 집계이며, 같은 주·상품은 한 번만 집계합니다.</a:t>
            </a:r>
          </a:p>
          <a:p>
            <a:r>
              <a:t>결제 주문수는 반품 전 주문 건수, 반품 주문수는 그 결제 주문 중 환불 확정된 주문 건수입니다.</a:t>
            </a:r>
          </a:p>
          <a:p>
            <a:r>
              <a:t>결제액·환불액·광고비는 원 단위입니다. 배송비·수수료·원가는 제공하지 않았습니다.</a:t>
            </a:r>
          </a:p>
          <a:p>
            <a:r>
              <a:t>순매출은 결제액−환불액, 반품률은 반품 주문수/결제 주문수×100입니다. 순이익을 계산할 수는 없습니다.</a:t>
            </a:r>
          </a:p>
          <a:p>
            <a:r>
              <a:t>M05는 M02를 중복 내보낸 기록입니다. M06의 반품 주문수·환불액은 미확인입니다.</a:t>
            </a:r>
          </a:p>
          <a:p>
            <a:r>
              <a:t>이번 비교는 필요한 값이 모두 확인된 M01~M04의 같은 행 집합만 사용합니다.</a:t>
            </a:r>
          </a:p>
          <a:p>
            <a:r>
              <a:t>확인된 상품 소개 정보는 면 원단 파우치, 지퍼형, 가로18cm·세로12cm, 판매가10000원입니다.</a:t>
            </a:r>
          </a:p>
          <a:p>
            <a:r>
              <a:t>배송비·배송일·색상·세탁법·할인·원산지는 미확인입니다. 기능이나 고객 후기를 만들지 마세요.</a:t>
            </a:r>
          </a:p>
          <a:p>
            <a:r>
              <a:t>내부 매출·반품 수치는 고객용 카드뉴스에 넣지 마세요.</a:t>
            </a:r>
          </a:p>
          <a:p>
            <a:r>
              <a:t>개인정보 없는 가상 자료만 쓰며 외부 API·결제·자동 게시 기능은 만들지 않습니다.</a:t>
            </a:r>
          </a:p>
          <a:p>
            <a:endParaRPr/>
          </a:p>
          <a:p>
            <a:r>
              <a:t>[교육자 기획안 프롬프트]</a:t>
            </a:r>
          </a:p>
          <a:p>
            <a:r>
              <a:t>context.txt와 승인한 자료만 사용해 '카드뉴스 과정 참여 안내 개선안' 제목의 기획안을 plan_student.txt로 작성하세요.</a:t>
            </a:r>
          </a:p>
          <a:p>
            <a:r>
              <a:t>한 장 분량으로 문제 / 확인한 사실2개 / 제안1개 / 담당자와 실행 / 평가 지표 / 한계와 추가 확인 순서로 씁니다.</a:t>
            </a:r>
          </a:p>
          <a:p>
            <a:r>
              <a:t>사실과 가설을 구분하고 수치마다 행·분모·단위를 표시하세요.</a:t>
            </a:r>
          </a:p>
          <a:p>
            <a:r>
              <a:t>내가 주지 않은 원인·매출 상승률·확정 일정·담당자 실명을 만들지 마세요.</a:t>
            </a:r>
          </a:p>
          <a:p>
            <a:r>
              <a:t>미확인 사항은 확인 필요로 남기고, 계획의 가정은 가정이라고 쓰세요.</a:t>
            </a:r>
          </a:p>
          <a:p>
            <a:endParaRPr/>
          </a:p>
          <a:p>
            <a:r>
              <a:t>[해당 컨텍스트]</a:t>
            </a:r>
          </a:p>
          <a:p>
            <a:r>
              <a:t>[교육용 가상 상황]</a:t>
            </a:r>
          </a:p>
          <a:p>
            <a:r>
              <a:t>나는 성인 대상 교육을 기획·운영하는 교육자입니다.</a:t>
            </a:r>
          </a:p>
          <a:p>
            <a:r>
              <a:t>목표는 8~9월 과정별 신청·출석·만족도를 비교하고 다음 운영안과 모집 카드뉴스를 만드는 것입니다.</a:t>
            </a:r>
          </a:p>
          <a:p>
            <a:r>
              <a:t>한 행은 과정 하나의 월별 운영 1회입니다. E05는 E04와 동일한 중복 내보내기입니다.</a:t>
            </a:r>
          </a:p>
          <a:p>
            <a:r>
              <a:t>정원·신청·출석·응답은 명 단위이며 신청은 확정 등록자, 출석은 그 등록자 중 참석한 사람입니다.</a:t>
            </a:r>
          </a:p>
          <a:p>
            <a:r>
              <a:t>만족도는 출석자에게 받은 5점 척도입니다. 만족점수합계/응답수로 계산하며 과정별 평균을 단순 평균하지 않습니다.</a:t>
            </a:r>
          </a:p>
          <a:p>
            <a:r>
              <a:t>신청률=신청합계/정원합계×100, 출석률=출석합계/신청합계×100, 응답률=응답합계/출석합계×100입니다.</a:t>
            </a:r>
          </a:p>
          <a:p>
            <a:r>
              <a:t>동일인이 여러 과정에 참여할 수 있어 합계는 고유 인원이 아니라 운영별 참여 건수입니다.</a:t>
            </a:r>
          </a:p>
          <a:p>
            <a:r>
              <a:t>E06은 출석·응답·점수 합계가 미확인입니다. E01~E04만 같은 비교 대상으로 사용합니다.</a:t>
            </a:r>
          </a:p>
          <a:p>
            <a:r>
              <a:t>모집 안내에 쓸 확인된 가상 조건은 생활 속 AI 문서기획 체험, 성인 입문자, 2시간, 정원20명, 참가비20000원입니다.</a:t>
            </a:r>
          </a:p>
          <a:p>
            <a:r>
              <a:t>일시·장소·강사·준비물·신청 링크·환불 규정은 미확인입니다. 취업·성과 보장 문구를 만들지 마세요.</a:t>
            </a:r>
          </a:p>
          <a:p>
            <a:r>
              <a:t>수강생 이름·연락처와 내부 출석·만족도 수치를 외부 모집 카드뉴스에 넣지 마세요.</a:t>
            </a:r>
          </a:p>
          <a:p>
            <a:r>
              <a:t>외부 API·자동 문자 발송·자동 게시 기능은 만들지 않습니다.</a:t>
            </a:r>
          </a:p>
          <a:p>
            <a:endParaRPr/>
          </a:p>
          <a:p>
            <a:r>
              <a:t>[도매업자 기획안 프롬프트]</a:t>
            </a:r>
          </a:p>
          <a:p>
            <a:r>
              <a:t>context.txt와 승인한 자료만 사용해 '용기와 봉투 발주 검토안' 제목의 기획안을 plan_student.txt로 작성하세요.</a:t>
            </a:r>
          </a:p>
          <a:p>
            <a:r>
              <a:t>한 장 분량으로 문제 / 확인한 사실2개 / 제안1개 / 담당자와 실행 / 평가 지표 / 한계와 추가 확인 순서로 씁니다.</a:t>
            </a:r>
          </a:p>
          <a:p>
            <a:r>
              <a:t>사실과 가설을 구분하고 수치마다 행·분모·단위를 표시하세요.</a:t>
            </a:r>
          </a:p>
          <a:p>
            <a:r>
              <a:t>내가 주지 않은 원인·매출 상승률·확정 일정·담당자 실명을 만들지 마세요.</a:t>
            </a:r>
          </a:p>
          <a:p>
            <a:r>
              <a:t>미확인 사항은 확인 필요로 남기고, 계획의 가정은 가정이라고 쓰세요.</a:t>
            </a:r>
          </a:p>
          <a:p>
            <a:endParaRPr/>
          </a:p>
          <a:p>
            <a:r>
              <a:t>[해당 컨텍스트]</a:t>
            </a:r>
          </a:p>
          <a:p>
            <a:r>
              <a:t>[교육용 가상 상황]</a:t>
            </a:r>
          </a:p>
          <a:p>
            <a:r>
              <a:t>나는 소규모 포장용품 도매업을 운영합니다.</a:t>
            </a:r>
          </a:p>
          <a:p>
            <a:r>
              <a:t>목표는 2026년9월30일 기준 가용재고를 점검해 발주 검토 우선순위를 정하고 거래처용 제품 안내를 만드는 것입니다.</a:t>
            </a:r>
          </a:p>
          <a:p>
            <a:r>
              <a:t>한 행은 기준일의 품목별 가용재고입니다. 재고와 안전재고는 개, 일평균출고는 개/일, 조달기간은 일입니다.</a:t>
            </a:r>
          </a:p>
          <a:p>
            <a:r>
              <a:t>가용재고는 이미 확정된 출고 예약분을 뺀 값입니다. 조달기간은 과거 평균이며 납기 보장이 아닙니다.</a:t>
            </a:r>
          </a:p>
          <a:p>
            <a:r>
              <a:t>재주문 기준=일평균출고×조달기간+안전재고, 예상 소진일수=가용재고/일평균출고입니다.</a:t>
            </a:r>
          </a:p>
          <a:p>
            <a:r>
              <a:t>가용재고가 재주문 기준 이하이면 발주 검토 대상으로 표시합니다. 기준 미달만으로 실제 주문을 확정하지 않습니다.</a:t>
            </a:r>
          </a:p>
          <a:p>
            <a:r>
              <a:t>W05는 W02 중복 내보내기입니다. W06의 재고는 미확인입니다. W01~W04만 비교합니다.</a:t>
            </a:r>
          </a:p>
          <a:p>
            <a:r>
              <a:t>발주 수량을 결정할 목표 재고일수·최소주문량·입고예정은 제공하지 않았으므로 주문량을 만들지 마세요.</a:t>
            </a:r>
          </a:p>
          <a:p>
            <a:r>
              <a:t>확인된 거래처용 가상 정보는 500mL 투명용기, 1박스100개, 박스당22000원, 부가세별도, 뚜껑별도입니다.</a:t>
            </a:r>
          </a:p>
          <a:p>
            <a:r>
              <a:t>소재·전자레인지 사용·배송비·확정 납기·입고예정은 미확인입니다.</a:t>
            </a:r>
          </a:p>
          <a:p>
            <a:r>
              <a:t>고객명·공급처 단가·내부 재고 수치를 외부 카드뉴스에 넣지 마세요.</a:t>
            </a:r>
          </a:p>
          <a:p>
            <a:r>
              <a:t>외부 API·ERP 연결·자동 발주·자동 게시 기능은 만들지 않습니다.</a:t>
            </a:r>
          </a:p>
          <a:p>
            <a:endParaRPr/>
          </a:p>
          <a:p>
            <a:r>
              <a:t>[예시 답안과 검산]</a:t>
            </a:r>
          </a:p>
          <a:p>
            <a:r>
              <a:t>[파우치 상세정보 개선 시험안]</a:t>
            </a:r>
          </a:p>
          <a:p>
            <a:r>
              <a:t>문제  파우치 반품률이 비교 상품보다 높지만 이유는 확인되지 않았습니다.</a:t>
            </a:r>
          </a:p>
          <a:p>
            <a:r>
              <a:t>근거  유효 자료에서 파우치 14/90=15.56%, 키링 7/140=5.00%입니다.</a:t>
            </a:r>
          </a:p>
          <a:p>
            <a:r>
              <a:t>제안  파우치의 실제 규격과 수납 예시를 확인해 상세페이지를 보완합니다. 반품 사유를 함께 기록합니다.</a:t>
            </a:r>
          </a:p>
          <a:p>
            <a:r>
              <a:t>실행  운영자가 문안을 고치고 실제 상품 정보와 일치하는지 검토합니다. 변경일·상품·주문 집계 기준을 기록합니다.</a:t>
            </a:r>
          </a:p>
          <a:p>
            <a:r>
              <a:t>평가  같은 기준의 새 주문·반품 자료와 작성 시간을 비교합니다. 기간·표본 차이를 표시하고 원인을 단정하지 않습니다.</a:t>
            </a:r>
          </a:p>
          <a:p>
            <a:r>
              <a:t>확인 필요  반품 확정 시차, 상품별 원가·수수료, 고객 문의, 배송 조건. 할인이나 매출 증가율은 임의로 넣지 않습니다.</a:t>
            </a:r>
          </a:p>
          <a:p>
            <a:endParaRPr/>
          </a:p>
          <a:p>
            <a:r>
              <a:t>[카드뉴스 과정 참여 안내 개선안]</a:t>
            </a:r>
          </a:p>
          <a:p>
            <a:r>
              <a:t>문제  9월 카드뉴스 과정의 출석률이 이전 운영보다 낮게 관찰됩니다.</a:t>
            </a:r>
          </a:p>
          <a:p>
            <a:r>
              <a:t>근거  8월 14/16=87.50%, 9월 12/18=66.67%입니다. 전체 평균 만족도는 응답자 가중 4.43점입니다.</a:t>
            </a:r>
          </a:p>
          <a:p>
            <a:r>
              <a:t>제안  수업 전 안내에서 실습 준비와 참여 방법을 명확히 하고, 불참 사유를 익명 범주로 수집합니다.</a:t>
            </a:r>
          </a:p>
          <a:p>
            <a:r>
              <a:t>실행  교육자가 안내문을 작성하고 담당자가 일정·장소·준비물을 확인한 뒤 승인된 채널로 수동 전달합니다.</a:t>
            </a:r>
          </a:p>
          <a:p>
            <a:r>
              <a:t>평가  비슷한 과정의 출석률·응답률과 안내 작성 시간을 비교합니다. 만족도는 응답률을 함께 봅니다.</a:t>
            </a:r>
          </a:p>
          <a:p>
            <a:r>
              <a:t>확인 필요  일정 변경, 등록자 특성, 불참 사유, 미응답자 차이. 출석 변화의 원인을 단정하거나 수강 효과를 보장하지 않습니다.</a:t>
            </a:r>
          </a:p>
          <a:p>
            <a:endParaRPr/>
          </a:p>
          <a:p>
            <a:r>
              <a:t>[용기와 봉투 발주 검토안]</a:t>
            </a:r>
          </a:p>
          <a:p>
            <a:r>
              <a:t>문제  용기와 봉투의 가용재고가 재주문 기준 이하입니다.</a:t>
            </a:r>
          </a:p>
          <a:p>
            <a:r>
              <a:t>근거  용기300개≤420개, 봉투150개≤180개입니다. 소진일수는 각각3.75일과2.50일입니다.</a:t>
            </a:r>
          </a:p>
          <a:p>
            <a:r>
              <a:t>제안  담당자가 입고 예정·최소주문량·공급 가능일을 먼저 확인하고 발주 여부와 수량을 결정합니다.</a:t>
            </a:r>
          </a:p>
          <a:p>
            <a:r>
              <a:t>실행  매일 같은 시각에 재고표를 확인하고 검토 품목·확인 내용·승인자를 기록합니다. 자동 주문은 하지 않습니다.</a:t>
            </a:r>
          </a:p>
          <a:p>
            <a:r>
              <a:t>평가  재고 확인과 검토안 작성 시간을 기록하고, 누락 품목과 계산 오류가 없는지 검토합니다.</a:t>
            </a:r>
          </a:p>
          <a:p>
            <a:r>
              <a:t>확인 필요  확정 입고일, 수요 변동, 목표 재고일수, 최소주문량. 평균 조달기간을 고객에게 확정 납기로 안내하지 않습니다.</a:t>
            </a:r>
          </a:p>
          <a:p>
            <a:endParaRPr/>
          </a:p>
          <a:p>
            <a:r>
              <a:t>[성찰 질문]</a:t>
            </a:r>
          </a:p>
          <a:p>
            <a:r>
              <a:t>사실·가설·제안을 다른 사람에게 설명할 수 있나요?</a:t>
            </a:r>
          </a:p>
          <a:p>
            <a:endParaRPr/>
          </a:p>
          <a:p>
            <a:r>
              <a:t>[출처와 자료]</a:t>
            </a:r>
          </a:p>
          <a:p>
            <a:r>
              <a:t>사용자 제공 기존 PPT와 직무별 실습 문서·CSV. 모든 사업·교육·재고 수치와 상품 조건은 교육용 가상 자료입니다.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카드뉴스4장 문안과 구조</a:t>
            </a:r>
          </a:p>
          <a:p>
            <a:endParaRPr/>
          </a:p>
          <a:p>
            <a:r>
              <a:t>[강사 설명과 시간 배분]</a:t>
            </a:r>
          </a:p>
          <a:p>
            <a:r>
              <a:t>3블록의 카드뉴스15분입니다. 문안을 만드는 것과 공개 게시를 구분합니다. 1회기는 각 장의 목적·제목·짧은 문장 초안을 작성하고 2회기에 디자인·수정·공유 전 검토를 더 진행합니다. 학습자 속도가 빠르면 HTML을 생성하거나 배포 예시 문안을 편집하고 PDF로 인쇄합니다. Free 계정의 이미지 생성은 기본으로 두지 않습니다. 내부 매출·출석·재고 수치를 고객 문안에 그대로 넣지 않습니다.</a:t>
            </a:r>
          </a:p>
          <a:p>
            <a:endParaRPr/>
          </a:p>
          <a:p>
            <a:r>
              <a:t>[학습자 활동]</a:t>
            </a:r>
          </a:p>
          <a:p>
            <a:r>
              <a:t>각 장 제목1개와 본문2문장 이내로 cards_student.txt를 만듭니다. 확인되지 않은 조건은 확인 필요로 표시합니다. 짝과 교환하여 대상·정보·행동이 맞는지 확인합니다.</a:t>
            </a:r>
          </a:p>
          <a:p>
            <a:endParaRPr/>
          </a:p>
          <a:p>
            <a:r>
              <a:t>[복사용 상세 컨텍스트와 프롬프트]</a:t>
            </a:r>
          </a:p>
          <a:p>
            <a:r>
              <a:t>[프리랜서와 온라인 마켓 카드뉴스 프롬프트]</a:t>
            </a:r>
          </a:p>
          <a:p>
            <a:r>
              <a:t>context.txt의 외부 소개에 써도 되는 정보와 검토한 기획안만 사용해 카드뉴스4장 초안을 만드세요.</a:t>
            </a:r>
          </a:p>
          <a:p>
            <a:r>
              <a:t>순서는 관심 / 확인된 특징 / 필수 조건 / 행동 안내입니다.</a:t>
            </a:r>
          </a:p>
          <a:p>
            <a:r>
              <a:t>각 장 제목1개와 짧은 본문2문장 이내, 확인 필요 목록을 cards_student.txt에 작성하세요.</a:t>
            </a:r>
          </a:p>
          <a:p>
            <a:r>
              <a:t>내부 매출·출석·재고 등 운영 수치는 외부 문안에 넣지 마세요.</a:t>
            </a:r>
          </a:p>
          <a:p>
            <a:r>
              <a:t>가격·배송·일정·효능을 지어내지 말고 확인되지 않은 조건은 확인 필요로 표시하세요.</a:t>
            </a:r>
          </a:p>
          <a:p>
            <a:r>
              <a:t>문안을 글자와 단순 도형만 쓰는 cards_student.html로 구성하세요. 외부 이미지·이미지 생성은 사용하지 마세요.</a:t>
            </a:r>
          </a:p>
          <a:p>
            <a:r>
              <a:t>브라우저에서 네 장을 확인하고 PDF로 인쇄할 수 있게 하세요. 게시하지 마세요.</a:t>
            </a:r>
          </a:p>
          <a:p>
            <a:endParaRPr/>
          </a:p>
          <a:p>
            <a:r>
              <a:t>[사용할 컨텍스트]</a:t>
            </a:r>
          </a:p>
          <a:p>
            <a:r>
              <a:t>[교육용 가상 상황]</a:t>
            </a:r>
          </a:p>
          <a:p>
            <a:r>
              <a:t>나는 온라인 소품 판매와 콘텐츠 제작을 혼자 운영하는 프리랜서입니다.</a:t>
            </a:r>
          </a:p>
          <a:p>
            <a:r>
              <a:t>목표는 9월 1~2주차 상품별 매출·반품을 비교하고, 상세페이지 개선안과 상품 소개 카드뉴스를 만드는 것입니다.</a:t>
            </a:r>
          </a:p>
          <a:p>
            <a:r>
              <a:t>한 행은 상품 한 개의 한 주 집계이며, 같은 주·상품은 한 번만 집계합니다.</a:t>
            </a:r>
          </a:p>
          <a:p>
            <a:r>
              <a:t>결제 주문수는 반품 전 주문 건수, 반품 주문수는 그 결제 주문 중 환불 확정된 주문 건수입니다.</a:t>
            </a:r>
          </a:p>
          <a:p>
            <a:r>
              <a:t>결제액·환불액·광고비는 원 단위입니다. 배송비·수수료·원가는 제공하지 않았습니다.</a:t>
            </a:r>
          </a:p>
          <a:p>
            <a:r>
              <a:t>순매출은 결제액−환불액, 반품률은 반품 주문수/결제 주문수×100입니다. 순이익을 계산할 수는 없습니다.</a:t>
            </a:r>
          </a:p>
          <a:p>
            <a:r>
              <a:t>M05는 M02를 중복 내보낸 기록입니다. M06의 반품 주문수·환불액은 미확인입니다.</a:t>
            </a:r>
          </a:p>
          <a:p>
            <a:r>
              <a:t>이번 비교는 필요한 값이 모두 확인된 M01~M04의 같은 행 집합만 사용합니다.</a:t>
            </a:r>
          </a:p>
          <a:p>
            <a:r>
              <a:t>확인된 상품 소개 정보는 면 원단 파우치, 지퍼형, 가로18cm·세로12cm, 판매가10000원입니다.</a:t>
            </a:r>
          </a:p>
          <a:p>
            <a:r>
              <a:t>배송비·배송일·색상·세탁법·할인·원산지는 미확인입니다. 기능이나 고객 후기를 만들지 마세요.</a:t>
            </a:r>
          </a:p>
          <a:p>
            <a:r>
              <a:t>내부 매출·반품 수치는 고객용 카드뉴스에 넣지 마세요.</a:t>
            </a:r>
          </a:p>
          <a:p>
            <a:r>
              <a:t>개인정보 없는 가상 자료만 쓰며 외부 API·결제·자동 게시 기능은 만들지 않습니다.</a:t>
            </a:r>
          </a:p>
          <a:p>
            <a:endParaRPr/>
          </a:p>
          <a:p>
            <a:r>
              <a:t>[교육자 카드뉴스 프롬프트]</a:t>
            </a:r>
          </a:p>
          <a:p>
            <a:r>
              <a:t>context.txt의 외부 소개에 써도 되는 정보와 검토한 기획안만 사용해 카드뉴스4장 초안을 만드세요.</a:t>
            </a:r>
          </a:p>
          <a:p>
            <a:r>
              <a:t>순서는 관심 / 확인된 특징 / 필수 조건 / 행동 안내입니다.</a:t>
            </a:r>
          </a:p>
          <a:p>
            <a:r>
              <a:t>각 장 제목1개와 짧은 본문2문장 이내, 확인 필요 목록을 cards_student.txt에 작성하세요.</a:t>
            </a:r>
          </a:p>
          <a:p>
            <a:r>
              <a:t>내부 매출·출석·재고 등 운영 수치는 외부 문안에 넣지 마세요.</a:t>
            </a:r>
          </a:p>
          <a:p>
            <a:r>
              <a:t>가격·배송·일정·효능을 지어내지 말고 확인되지 않은 조건은 확인 필요로 표시하세요.</a:t>
            </a:r>
          </a:p>
          <a:p>
            <a:r>
              <a:t>문안을 글자와 단순 도형만 쓰는 cards_student.html로 구성하세요. 외부 이미지·이미지 생성은 사용하지 마세요.</a:t>
            </a:r>
          </a:p>
          <a:p>
            <a:r>
              <a:t>브라우저에서 네 장을 확인하고 PDF로 인쇄할 수 있게 하세요. 게시하지 마세요.</a:t>
            </a:r>
          </a:p>
          <a:p>
            <a:endParaRPr/>
          </a:p>
          <a:p>
            <a:r>
              <a:t>[사용할 컨텍스트]</a:t>
            </a:r>
          </a:p>
          <a:p>
            <a:r>
              <a:t>[교육용 가상 상황]</a:t>
            </a:r>
          </a:p>
          <a:p>
            <a:r>
              <a:t>나는 성인 대상 교육을 기획·운영하는 교육자입니다.</a:t>
            </a:r>
          </a:p>
          <a:p>
            <a:r>
              <a:t>목표는 8~9월 과정별 신청·출석·만족도를 비교하고 다음 운영안과 모집 카드뉴스를 만드는 것입니다.</a:t>
            </a:r>
          </a:p>
          <a:p>
            <a:r>
              <a:t>한 행은 과정 하나의 월별 운영 1회입니다. E05는 E04와 동일한 중복 내보내기입니다.</a:t>
            </a:r>
          </a:p>
          <a:p>
            <a:r>
              <a:t>정원·신청·출석·응답은 명 단위이며 신청은 확정 등록자, 출석은 그 등록자 중 참석한 사람입니다.</a:t>
            </a:r>
          </a:p>
          <a:p>
            <a:r>
              <a:t>만족도는 출석자에게 받은 5점 척도입니다. 만족점수합계/응답수로 계산하며 과정별 평균을 단순 평균하지 않습니다.</a:t>
            </a:r>
          </a:p>
          <a:p>
            <a:r>
              <a:t>신청률=신청합계/정원합계×100, 출석률=출석합계/신청합계×100, 응답률=응답합계/출석합계×100입니다.</a:t>
            </a:r>
          </a:p>
          <a:p>
            <a:r>
              <a:t>동일인이 여러 과정에 참여할 수 있어 합계는 고유 인원이 아니라 운영별 참여 건수입니다.</a:t>
            </a:r>
          </a:p>
          <a:p>
            <a:r>
              <a:t>E06은 출석·응답·점수 합계가 미확인입니다. E01~E04만 같은 비교 대상으로 사용합니다.</a:t>
            </a:r>
          </a:p>
          <a:p>
            <a:r>
              <a:t>모집 안내에 쓸 확인된 가상 조건은 생활 속 AI 문서기획 체험, 성인 입문자, 2시간, 정원20명, 참가비20000원입니다.</a:t>
            </a:r>
          </a:p>
          <a:p>
            <a:r>
              <a:t>일시·장소·강사·준비물·신청 링크·환불 규정은 미확인입니다. 취업·성과 보장 문구를 만들지 마세요.</a:t>
            </a:r>
          </a:p>
          <a:p>
            <a:r>
              <a:t>수강생 이름·연락처와 내부 출석·만족도 수치를 외부 모집 카드뉴스에 넣지 마세요.</a:t>
            </a:r>
          </a:p>
          <a:p>
            <a:r>
              <a:t>외부 API·자동 문자 발송·자동 게시 기능은 만들지 않습니다.</a:t>
            </a:r>
          </a:p>
          <a:p>
            <a:endParaRPr/>
          </a:p>
          <a:p>
            <a:r>
              <a:t>[도매업자 카드뉴스 프롬프트]</a:t>
            </a:r>
          </a:p>
          <a:p>
            <a:r>
              <a:t>context.txt의 외부 소개에 써도 되는 정보와 검토한 기획안만 사용해 카드뉴스4장 초안을 만드세요.</a:t>
            </a:r>
          </a:p>
          <a:p>
            <a:r>
              <a:t>순서는 관심 / 확인된 특징 / 필수 조건 / 행동 안내입니다.</a:t>
            </a:r>
          </a:p>
          <a:p>
            <a:r>
              <a:t>각 장 제목1개와 짧은 본문2문장 이내, 확인 필요 목록을 cards_student.txt에 작성하세요.</a:t>
            </a:r>
          </a:p>
          <a:p>
            <a:r>
              <a:t>내부 매출·출석·재고 등 운영 수치는 외부 문안에 넣지 마세요.</a:t>
            </a:r>
          </a:p>
          <a:p>
            <a:r>
              <a:t>가격·배송·일정·효능을 지어내지 말고 확인되지 않은 조건은 확인 필요로 표시하세요.</a:t>
            </a:r>
          </a:p>
          <a:p>
            <a:r>
              <a:t>문안을 글자와 단순 도형만 쓰는 cards_student.html로 구성하세요. 외부 이미지·이미지 생성은 사용하지 마세요.</a:t>
            </a:r>
          </a:p>
          <a:p>
            <a:r>
              <a:t>브라우저에서 네 장을 확인하고 PDF로 인쇄할 수 있게 하세요. 게시하지 마세요.</a:t>
            </a:r>
          </a:p>
          <a:p>
            <a:endParaRPr/>
          </a:p>
          <a:p>
            <a:r>
              <a:t>[사용할 컨텍스트]</a:t>
            </a:r>
          </a:p>
          <a:p>
            <a:r>
              <a:t>[교육용 가상 상황]</a:t>
            </a:r>
          </a:p>
          <a:p>
            <a:r>
              <a:t>나는 소규모 포장용품 도매업을 운영합니다.</a:t>
            </a:r>
          </a:p>
          <a:p>
            <a:r>
              <a:t>목표는 2026년9월30일 기준 가용재고를 점검해 발주 검토 우선순위를 정하고 거래처용 제품 안내를 만드는 것입니다.</a:t>
            </a:r>
          </a:p>
          <a:p>
            <a:r>
              <a:t>한 행은 기준일의 품목별 가용재고입니다. 재고와 안전재고는 개, 일평균출고는 개/일, 조달기간은 일입니다.</a:t>
            </a:r>
          </a:p>
          <a:p>
            <a:r>
              <a:t>가용재고는 이미 확정된 출고 예약분을 뺀 값입니다. 조달기간은 과거 평균이며 납기 보장이 아닙니다.</a:t>
            </a:r>
          </a:p>
          <a:p>
            <a:r>
              <a:t>재주문 기준=일평균출고×조달기간+안전재고, 예상 소진일수=가용재고/일평균출고입니다.</a:t>
            </a:r>
          </a:p>
          <a:p>
            <a:r>
              <a:t>가용재고가 재주문 기준 이하이면 발주 검토 대상으로 표시합니다. 기준 미달만으로 실제 주문을 확정하지 않습니다.</a:t>
            </a:r>
          </a:p>
          <a:p>
            <a:r>
              <a:t>W05는 W02 중복 내보내기입니다. W06의 재고는 미확인입니다. W01~W04만 비교합니다.</a:t>
            </a:r>
          </a:p>
          <a:p>
            <a:r>
              <a:t>발주 수량을 결정할 목표 재고일수·최소주문량·입고예정은 제공하지 않았으므로 주문량을 만들지 마세요.</a:t>
            </a:r>
          </a:p>
          <a:p>
            <a:r>
              <a:t>확인된 거래처용 가상 정보는 500mL 투명용기, 1박스100개, 박스당22000원, 부가세별도, 뚜껑별도입니다.</a:t>
            </a:r>
          </a:p>
          <a:p>
            <a:r>
              <a:t>소재·전자레인지 사용·배송비·확정 납기·입고예정은 미확인입니다.</a:t>
            </a:r>
          </a:p>
          <a:p>
            <a:r>
              <a:t>고객명·공급처 단가·내부 재고 수치를 외부 카드뉴스에 넣지 마세요.</a:t>
            </a:r>
          </a:p>
          <a:p>
            <a:r>
              <a:t>외부 API·ERP 연결·자동 발주·자동 게시 기능은 만들지 않습니다.</a:t>
            </a:r>
          </a:p>
          <a:p>
            <a:endParaRPr/>
          </a:p>
          <a:p>
            <a:r>
              <a:t>[예시 답안과 검산]</a:t>
            </a:r>
          </a:p>
          <a:p>
            <a:r>
              <a:t>[프리랜서와 온라인 마켓 문안 예시]</a:t>
            </a:r>
          </a:p>
          <a:p>
            <a:r>
              <a:t>1장 가방 속 작은 물건을 한곳에</a:t>
            </a:r>
          </a:p>
          <a:p>
            <a:r>
              <a:t>작은 소품을 담을 파우치를 찾고 있나요?</a:t>
            </a:r>
          </a:p>
          <a:p>
            <a:r>
              <a:t>2장 규격부터 확인하세요</a:t>
            </a:r>
          </a:p>
          <a:p>
            <a:r>
              <a:t>가로18cm · 세로12cm</a:t>
            </a:r>
          </a:p>
          <a:p>
            <a:r>
              <a:t>면 원단 · 지퍼형</a:t>
            </a:r>
          </a:p>
          <a:p>
            <a:r>
              <a:t>3장 판매가 10,000원</a:t>
            </a:r>
          </a:p>
          <a:p>
            <a:r>
              <a:t>배송비와 배송 일정은 확인 필요</a:t>
            </a:r>
          </a:p>
          <a:p>
            <a:r>
              <a:t>확인되지 않은 할인은 표시하지 않아요</a:t>
            </a:r>
          </a:p>
          <a:p>
            <a:r>
              <a:t>4장 내 소품과 크기를 비교해 보세요</a:t>
            </a:r>
          </a:p>
          <a:p>
            <a:r>
              <a:t>상세 정보와 배송 조건을 확인한 뒤 주문하세요</a:t>
            </a:r>
          </a:p>
          <a:p>
            <a:r>
              <a:t>[상품 링크 확인 필요]</a:t>
            </a:r>
          </a:p>
          <a:p>
            <a:endParaRPr/>
          </a:p>
          <a:p>
            <a:r>
              <a:t>[교육자 문안 예시]</a:t>
            </a:r>
          </a:p>
          <a:p>
            <a:r>
              <a:t>1장 AI로 문서 초안을 시작해 볼까요</a:t>
            </a:r>
          </a:p>
          <a:p>
            <a:r>
              <a:t>성인 입문자를 위한</a:t>
            </a:r>
          </a:p>
          <a:p>
            <a:r>
              <a:t>생활 속 AI 문서기획 체험</a:t>
            </a:r>
          </a:p>
          <a:p>
            <a:r>
              <a:t>2장 2시간 체험 과정</a:t>
            </a:r>
          </a:p>
          <a:p>
            <a:r>
              <a:t>정원20명</a:t>
            </a:r>
          </a:p>
          <a:p>
            <a:r>
              <a:t>참가비20,000원</a:t>
            </a:r>
          </a:p>
          <a:p>
            <a:r>
              <a:t>3장 참여 조건을 먼저 확인하세요</a:t>
            </a:r>
          </a:p>
          <a:p>
            <a:r>
              <a:t>일시·장소·강사·준비물은 확인 필요</a:t>
            </a:r>
          </a:p>
          <a:p>
            <a:r>
              <a:t>확인한 정보로 바꾼 뒤 공유하세요</a:t>
            </a:r>
          </a:p>
          <a:p>
            <a:r>
              <a:t>4장 조건 확인 후 신청하세요</a:t>
            </a:r>
          </a:p>
          <a:p>
            <a:r>
              <a:t>환불 규정과 모집 정보를 확인한 뒤 신청</a:t>
            </a:r>
          </a:p>
          <a:p>
            <a:r>
              <a:t>[신청 링크 확인 필요]</a:t>
            </a:r>
          </a:p>
          <a:p>
            <a:endParaRPr/>
          </a:p>
          <a:p>
            <a:r>
              <a:t>[도매업자 문안 예시]</a:t>
            </a:r>
          </a:p>
          <a:p>
            <a:r>
              <a:t>1장 거래처용 500mL 투명용기 안내</a:t>
            </a:r>
          </a:p>
          <a:p>
            <a:r>
              <a:t>규격과 포장 단위를 확인하세요</a:t>
            </a:r>
          </a:p>
          <a:p>
            <a:r>
              <a:t>2장 1박스 100개</a:t>
            </a:r>
          </a:p>
          <a:p>
            <a:r>
              <a:t>뚜껑은 별도입니다</a:t>
            </a:r>
          </a:p>
          <a:p>
            <a:r>
              <a:t>소재·사용 조건은 확인 필요</a:t>
            </a:r>
          </a:p>
          <a:p>
            <a:r>
              <a:t>3장 박스당 22,000원</a:t>
            </a:r>
          </a:p>
          <a:p>
            <a:r>
              <a:t>부가세 별도</a:t>
            </a:r>
          </a:p>
          <a:p>
            <a:r>
              <a:t>배송비는 확인 필요</a:t>
            </a:r>
          </a:p>
          <a:p>
            <a:r>
              <a:t>4장 공급 가능 수량과 납기 문의</a:t>
            </a:r>
          </a:p>
          <a:p>
            <a:r>
              <a:t>필요 수량과 희망일을 알려 주세요</a:t>
            </a:r>
          </a:p>
          <a:p>
            <a:r>
              <a:t>확인 후 공급 일정을 안내합니다</a:t>
            </a:r>
          </a:p>
          <a:p>
            <a:endParaRPr/>
          </a:p>
          <a:p>
            <a:r>
              <a:t>[성찰 질문]</a:t>
            </a:r>
          </a:p>
          <a:p>
            <a:r>
              <a:t>내부 자료와 공개 가능한 조건을 구분했나요? 제공하지 않은 효능이나 가격을 덧붙이지 않았나요?</a:t>
            </a:r>
          </a:p>
          <a:p>
            <a:endParaRPr/>
          </a:p>
          <a:p>
            <a:r>
              <a:t>[출처와 자료]</a:t>
            </a:r>
          </a:p>
          <a:p>
            <a:r>
              <a:t>직무별 가상 컨텍스트와 cards_answer.txt. 무료 플랜 이미지 생성 범위: https://learn.chatgpt.com/docs/pricing (확인일2026-10-22)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1회기 완료 기준</a:t>
            </a:r>
          </a:p>
          <a:p>
            <a:endParaRPr/>
          </a:p>
          <a:p>
            <a:r>
              <a:t>[강사 설명과 시간 배분]</a:t>
            </a:r>
          </a:p>
          <a:p>
            <a:r>
              <a:t>3블록의 마지막15분입니다. 짝이 수치 하나와 미확인 조건 하나를 확인하고 작성자가 수정합니다. 결과물의 화려함보다 근거를 설명하고 수정했는지를 평가합니다. 첫 회기는 대시보드 초안 또는 예시 확인과 기획안·카드뉴스 문안에 집중합니다. 실제 기능이 제한된 학습자는 배포 예시와 작성 양식으로 동일한 검토 활동을 수행합니다. 4주 적용 계획의 상세 설계와 디자인 완성·운영 확장은2회기에 이어갑니다.</a:t>
            </a:r>
          </a:p>
          <a:p>
            <a:endParaRPr/>
          </a:p>
          <a:p>
            <a:r>
              <a:t>[학습자 활동]</a:t>
            </a:r>
          </a:p>
          <a:p>
            <a:r>
              <a:t>내 직무의 context_student.txt·점검표·검산 수치·plan_student.txt·cards_student.txt를 제출하거나 준비된 양식에 기록합니다. 다음 시간까지 확인할 자료와 날짜를 한 문장으로 적습니다.</a:t>
            </a:r>
          </a:p>
          <a:p>
            <a:endParaRPr/>
          </a:p>
          <a:p>
            <a:r>
              <a:t>[복사용 상세 컨텍스트와 프롬프트]</a:t>
            </a:r>
          </a:p>
          <a:p>
            <a:r>
              <a:t>[마지막 수정 요청]</a:t>
            </a:r>
          </a:p>
          <a:p>
            <a:r>
              <a:t>내 컨텍스트와 원본에 없는 사실·가격·일정·효능·원인 단정을 찾아 주세요. 근거가 있는 사실, 내 제안, 확인 필요를 나누고 제안서를 한 장 분량으로 줄이세요. 카드뉴스는4장으로 유지하고 각 장 제목1개와 짧은 본문2문장 이내로 정리하세요. 내부 수치는 외부 문안에서 제거하고 아직 게시하지 마세요.</a:t>
            </a:r>
          </a:p>
          <a:p>
            <a:endParaRPr/>
          </a:p>
          <a:p>
            <a:r>
              <a:t>[예시 답안과 검산]</a:t>
            </a:r>
          </a:p>
          <a:p>
            <a:r>
              <a:t>최소 제출은 선택 직무의 컨텍스트와 점검 기록, 직접 검산한 수치2개, 기획안 초안, 카드뉴스4장 문안입니다. 도구 제약으로 파일 생성이 안 되면 작성 양식의 내용과 검토 기록으로 확인합니다.</a:t>
            </a:r>
          </a:p>
          <a:p>
            <a:endParaRPr/>
          </a:p>
          <a:p>
            <a:r>
              <a:t>[성찰 질문]</a:t>
            </a:r>
          </a:p>
          <a:p>
            <a:r>
              <a:t>AI에 맡길 일 하나와 내가 직접 확인할 일 하나는 무엇인가요?</a:t>
            </a:r>
          </a:p>
          <a:p>
            <a:endParaRPr/>
          </a:p>
          <a:p>
            <a:r>
              <a:t>[출처와 자료]</a:t>
            </a:r>
          </a:p>
          <a:p>
            <a:r>
              <a:t>사용자 제공2회기6시간 조건과 교육 자료. 교육 설계 참고: KPC https://www.kpc.or.kr/PTWED003_dtil_view.do?ecno=48131 ; KSA https://www.ksaedu.or.kr/front/btoc/crs/off/crssesDetail.html?crscd=COL0105343 ; 서울시50플러스 https://www.50plus.or.kr/education-detail.do?educationKind=aiDigital&amp;id=73679063 . 공식 공개 과정 확인2026-10-22. 유사한 실무 결과물과 자료 검증·피드백 방식을 입문자용으로 조정했습니다.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2025년 2월 Anthropic Economic Index 첫 보고서. 개인정보 보호 분석 시스템(Clio)으로 대화를 집계. 단일 플랫폼(Claude.ai) 데이터라는 한계가 있음.</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관찰 노출(observed exposure): 이론적 LLM 가능성(Eloundou 외 2023) + 실제 Claude 사용 데이터를 결합, 업무용·자동화 사용에 가중치. 수치는 2026.3 보고서.</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미국 데이터(CPS, BLS) 기반. 보고서도 인과 해석에 신중함을 명시. 한국 상황에 그대로 적용하지 않도록 안내.</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형식: 지문(상황) → 4지선다 객관식 + 파일 첨부 실습. 실습형은 AI가 “특정할 수 없다”고 답해도 사람이 조건(예: 중복 주문 시 마지막만 유효)을 다시 적용해 검증해야 함.</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 ③. ① 잘못된 처리 기준 유지, ② 페르소나 조건 불일치, ④ 표 출력 조건 누락. 실제 시험도 보기 4개가 한 조건씩만 어긋나도록 출제됨 → 조건을 하나씩 대조하는 습관이 핵심.</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 ②. 최종: 민준→자소서반, 서연→면접반, 하은→면접반, 지우→면접반 → 면접반 3명, 자소서반 1명. 도윤은 기록 없음. AI는 신청 건수(4·3)를 셌고 명단 대조도 틀림. 실제 시험처럼 AI 질문 횟수가 제한되므로, 규칙을 담아 한 번에 정확히 묻고 결과는 직접 검증해야 함.</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9EBFDDD9-C153-479D-B1D4-141691F135A0}"/>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12E59D0D-733B-41AC-9537-B14893A74581}"/>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9936CEFF-2015-4B13-9B67-E3BABE0144C1}"/>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680F6304-B77A-4654-88F4-EB882C77C9FA}"/>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194E2C5E-F528-440D-A08A-2A7BCC3A607C}"/>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0519C794-2BFC-4DC3-9581-2759C73FC161}"/>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85D8CE7B-BE6C-44DC-8BD4-2E52B080AA6E}"/>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C67FE5C1-57A1-477E-A4B4-47802A88136A}"/>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3B77C54F-E330-480E-A370-8651D369D6EC}"/>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F67BF3FC-0FD9-4776-911C-DE9999BF0BA5}"/>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7.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chart" Target="../charts/char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chart" Target="../charts/char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chart" Target="../charts/char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png"/>
          <p:cNvPicPr>
            <a:picLocks noChangeAspect="1"/>
          </p:cNvPicPr>
          <p:nvPr/>
        </p:nvPicPr>
        <p:blipFill>
          <a:blip r:embed="rId2"/>
          <a:stretch>
            <a:fillRect/>
          </a:stretch>
        </p:blipFill>
        <p:spPr>
          <a:xfrm>
            <a:off x="0" y="664902"/>
            <a:ext cx="12192000" cy="5722252"/>
          </a:xfrm>
          <a:prstGeom prst="rect">
            <a:avLst/>
          </a:prstGeom>
        </p:spPr>
      </p:pic>
      <p:sp>
        <p:nvSpPr>
          <p:cNvPr id="5" name="TextBox 4"/>
          <p:cNvSpPr txBox="1"/>
          <p:nvPr/>
        </p:nvSpPr>
        <p:spPr>
          <a:xfrm>
            <a:off x="762000" y="1270000"/>
            <a:ext cx="6350000" cy="381000"/>
          </a:xfrm>
          <a:prstGeom prst="rect">
            <a:avLst/>
          </a:prstGeom>
          <a:noFill/>
        </p:spPr>
        <p:txBody>
          <a:bodyPr wrap="square">
            <a:spAutoFit/>
          </a:bodyPr>
          <a:lstStyle/>
          <a:p>
            <a:r>
              <a:rPr sz="2000" b="1">
                <a:solidFill>
                  <a:srgbClr val="5EEAD4"/>
                </a:solidFill>
                <a:latin typeface="Pretendard"/>
              </a:rPr>
              <a:t>AI 실무 활용 교육</a:t>
            </a:r>
          </a:p>
        </p:txBody>
      </p:sp>
      <p:sp>
        <p:nvSpPr>
          <p:cNvPr id="6" name="TextBox 5"/>
          <p:cNvSpPr txBox="1"/>
          <p:nvPr/>
        </p:nvSpPr>
        <p:spPr>
          <a:xfrm>
            <a:off x="762000" y="1778000"/>
            <a:ext cx="6667500" cy="2032000"/>
          </a:xfrm>
          <a:prstGeom prst="rect">
            <a:avLst/>
          </a:prstGeom>
          <a:noFill/>
        </p:spPr>
        <p:txBody>
          <a:bodyPr wrap="square">
            <a:spAutoFit/>
          </a:bodyPr>
          <a:lstStyle/>
          <a:p>
            <a:r>
              <a:rPr sz="5400" b="1" dirty="0">
                <a:solidFill>
                  <a:srgbClr val="FFFFFF"/>
                </a:solidFill>
                <a:latin typeface="Pretendard"/>
              </a:rPr>
              <a:t>ChatGPT × Copilot</a:t>
            </a:r>
          </a:p>
          <a:p>
            <a:r>
              <a:rPr sz="5400" b="1" dirty="0">
                <a:solidFill>
                  <a:srgbClr val="FFFFFF"/>
                </a:solidFill>
                <a:latin typeface="Pretendard"/>
              </a:rPr>
              <a:t>일 </a:t>
            </a:r>
            <a:r>
              <a:rPr sz="5400" b="1" dirty="0" err="1">
                <a:solidFill>
                  <a:srgbClr val="FFFFFF"/>
                </a:solidFill>
                <a:latin typeface="Pretendard"/>
              </a:rPr>
              <a:t>잘하는</a:t>
            </a:r>
            <a:r>
              <a:rPr sz="5400" b="1" dirty="0">
                <a:solidFill>
                  <a:srgbClr val="FFFFFF"/>
                </a:solidFill>
                <a:latin typeface="Pretendard"/>
              </a:rPr>
              <a:t> AI </a:t>
            </a:r>
            <a:r>
              <a:rPr sz="5400" b="1" dirty="0" err="1">
                <a:solidFill>
                  <a:srgbClr val="FFFFFF"/>
                </a:solidFill>
                <a:latin typeface="Pretendard"/>
              </a:rPr>
              <a:t>활용법</a:t>
            </a:r>
            <a:endParaRPr sz="5400" b="1" dirty="0">
              <a:solidFill>
                <a:srgbClr val="FFFFFF"/>
              </a:solidFill>
              <a:latin typeface="Pretendard"/>
            </a:endParaRPr>
          </a:p>
        </p:txBody>
      </p:sp>
      <p:sp>
        <p:nvSpPr>
          <p:cNvPr id="7" name="TextBox 6"/>
          <p:cNvSpPr txBox="1"/>
          <p:nvPr/>
        </p:nvSpPr>
        <p:spPr>
          <a:xfrm>
            <a:off x="762000" y="4064000"/>
            <a:ext cx="6350000" cy="508000"/>
          </a:xfrm>
          <a:prstGeom prst="rect">
            <a:avLst/>
          </a:prstGeom>
          <a:noFill/>
        </p:spPr>
        <p:txBody>
          <a:bodyPr wrap="square">
            <a:spAutoFit/>
          </a:bodyPr>
          <a:lstStyle/>
          <a:p>
            <a:r>
              <a:rPr sz="2200" b="0">
                <a:solidFill>
                  <a:srgbClr val="C7CCE8"/>
                </a:solidFill>
                <a:latin typeface="Pretendard"/>
              </a:rPr>
              <a:t>생성형 AI로 문서·기획·보고 업무를 빠르게</a:t>
            </a:r>
          </a:p>
        </p:txBody>
      </p:sp>
      <p:sp>
        <p:nvSpPr>
          <p:cNvPr id="8" name="Rectangle 7"/>
          <p:cNvSpPr/>
          <p:nvPr/>
        </p:nvSpPr>
        <p:spPr>
          <a:xfrm>
            <a:off x="762000" y="4826000"/>
            <a:ext cx="571500" cy="38100"/>
          </a:xfrm>
          <a:prstGeom prst="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62000" y="5080000"/>
            <a:ext cx="6350000" cy="381000"/>
          </a:xfrm>
          <a:prstGeom prst="rect">
            <a:avLst/>
          </a:prstGeom>
          <a:noFill/>
        </p:spPr>
        <p:txBody>
          <a:bodyPr wrap="square">
            <a:spAutoFit/>
          </a:bodyPr>
          <a:lstStyle/>
          <a:p>
            <a:r>
              <a:rPr sz="1800" b="0">
                <a:solidFill>
                  <a:srgbClr val="9AA3C7"/>
                </a:solidFill>
                <a:latin typeface="Pretendard"/>
              </a:rPr>
              <a:t>커리어캐쳐(CareerCatcher)  |  2026</a:t>
            </a:r>
          </a:p>
        </p:txBody>
      </p:sp>
      <p:sp>
        <p:nvSpPr>
          <p:cNvPr id="13" name="Freeform 4">
            <a:extLst>
              <a:ext uri="{FF2B5EF4-FFF2-40B4-BE49-F238E27FC236}">
                <a16:creationId xmlns:a16="http://schemas.microsoft.com/office/drawing/2014/main" id="{34EA03DC-5238-AA64-EFD8-95EA7C9145B6}"/>
              </a:ext>
            </a:extLst>
          </p:cNvPr>
          <p:cNvSpPr/>
          <p:nvPr/>
        </p:nvSpPr>
        <p:spPr>
          <a:xfrm>
            <a:off x="10843370" y="23844"/>
            <a:ext cx="1234899" cy="565995"/>
          </a:xfrm>
          <a:custGeom>
            <a:avLst/>
            <a:gdLst/>
            <a:ahLst/>
            <a:cxnLst/>
            <a:rect l="l" t="t" r="r" b="b"/>
            <a:pathLst>
              <a:path w="2385860" h="1093519">
                <a:moveTo>
                  <a:pt x="0" y="0"/>
                </a:moveTo>
                <a:lnTo>
                  <a:pt x="2385860" y="0"/>
                </a:lnTo>
                <a:lnTo>
                  <a:pt x="2385860" y="1093519"/>
                </a:lnTo>
                <a:lnTo>
                  <a:pt x="0" y="1093519"/>
                </a:lnTo>
                <a:lnTo>
                  <a:pt x="0" y="0"/>
                </a:lnTo>
                <a:close/>
              </a:path>
            </a:pathLst>
          </a:custGeom>
          <a:blipFill>
            <a:blip r:embed="rId3"/>
            <a:stretch>
              <a:fillRect/>
            </a:stretch>
          </a:blipFill>
        </p:spPr>
        <p:txBody>
          <a:bodyPr/>
          <a:lstStyle/>
          <a:p>
            <a:endParaRPr lang="ko-KR"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rot="-5400000">
            <a:off x="7112000" y="990331"/>
            <a:ext cx="465667" cy="1786467"/>
          </a:xfrm>
          <a:prstGeom prst="rect">
            <a:avLst/>
          </a:prstGeom>
        </p:spPr>
      </p:pic>
      <p:sp>
        <p:nvSpPr>
          <p:cNvPr id="7" name="TextBox 7"/>
          <p:cNvSpPr txBox="1"/>
          <p:nvPr/>
        </p:nvSpPr>
        <p:spPr>
          <a:xfrm>
            <a:off x="6502400" y="2410344"/>
            <a:ext cx="5740400" cy="4134389"/>
          </a:xfrm>
          <a:prstGeom prst="rect">
            <a:avLst/>
          </a:prstGeom>
        </p:spPr>
        <p:txBody>
          <a:bodyPr lIns="0" tIns="0" rIns="0" bIns="0" anchor="t"/>
          <a:lstStyle/>
          <a:p>
            <a:pPr marL="228611" indent="-228611">
              <a:lnSpc>
                <a:spcPct val="116199"/>
              </a:lnSpc>
              <a:buClr>
                <a:srgbClr val="000000"/>
              </a:buClr>
              <a:buFont typeface="Arial"/>
              <a:buChar char="●"/>
              <a:defRPr/>
            </a:pPr>
            <a:r>
              <a:rPr lang="ja-JP" altLang="en-US" sz="1200" b="1" dirty="0">
                <a:solidFill>
                  <a:srgbClr val="000000"/>
                </a:solidFill>
                <a:latin typeface="맑은 고딕"/>
                <a:ea typeface="NanumSquareRoundOTF Bold"/>
              </a:rPr>
              <a:t>現</a:t>
            </a:r>
            <a:r>
              <a:rPr lang="ko-KR" altLang="en-US" sz="1200" b="1" dirty="0" err="1">
                <a:solidFill>
                  <a:srgbClr val="000000"/>
                </a:solidFill>
                <a:latin typeface="맑은 고딕"/>
                <a:ea typeface="맑은 고딕"/>
              </a:rPr>
              <a:t>퍼플커리어컨설팅</a:t>
            </a:r>
            <a:r>
              <a:rPr lang="en-US" sz="1200" b="1" dirty="0">
                <a:solidFill>
                  <a:srgbClr val="000000"/>
                </a:solidFill>
                <a:latin typeface="맑은 고딕"/>
                <a:ea typeface="맑은 고딕"/>
              </a:rPr>
              <a:t> </a:t>
            </a:r>
            <a:r>
              <a:rPr lang="ko-KR" altLang="en-US" sz="1200" b="1" dirty="0">
                <a:solidFill>
                  <a:srgbClr val="000000"/>
                </a:solidFill>
                <a:latin typeface="맑은 고딕"/>
                <a:ea typeface="맑은 고딕"/>
              </a:rPr>
              <a:t>대표</a:t>
            </a:r>
          </a:p>
          <a:p>
            <a:pPr marL="228611" indent="-228611">
              <a:lnSpc>
                <a:spcPct val="116199"/>
              </a:lnSpc>
              <a:buClr>
                <a:srgbClr val="000000"/>
              </a:buClr>
              <a:buFont typeface="Arial"/>
              <a:buChar char="●"/>
              <a:defRPr/>
            </a:pPr>
            <a:r>
              <a:rPr lang="ja-JP" altLang="ko-KR" sz="1200" b="1" dirty="0">
                <a:solidFill>
                  <a:srgbClr val="000000"/>
                </a:solidFill>
                <a:latin typeface="맑은 고딕"/>
                <a:ea typeface="NanumSquareRoundOTF Bold"/>
              </a:rPr>
              <a:t>現</a:t>
            </a:r>
            <a:r>
              <a:rPr lang="en-US" altLang="ko-KR" sz="1200" b="1" dirty="0">
                <a:solidFill>
                  <a:srgbClr val="000000"/>
                </a:solidFill>
                <a:latin typeface="맑은 고딕"/>
                <a:ea typeface="맑은 고딕"/>
              </a:rPr>
              <a:t>㈜</a:t>
            </a:r>
            <a:r>
              <a:rPr lang="ko-KR" altLang="ko-KR" sz="1200" b="1" dirty="0" err="1">
                <a:solidFill>
                  <a:srgbClr val="000000"/>
                </a:solidFill>
                <a:latin typeface="맑은 고딕"/>
                <a:ea typeface="맑은 고딕"/>
              </a:rPr>
              <a:t>스탭스</a:t>
            </a:r>
            <a:r>
              <a:rPr lang="en-US" altLang="ko-KR" sz="1200" b="1" dirty="0">
                <a:solidFill>
                  <a:srgbClr val="000000"/>
                </a:solidFill>
                <a:latin typeface="맑은 고딕"/>
                <a:ea typeface="맑은 고딕"/>
              </a:rPr>
              <a:t> </a:t>
            </a:r>
            <a:r>
              <a:rPr lang="ko-KR" altLang="en-US" sz="1200" b="1" dirty="0">
                <a:solidFill>
                  <a:srgbClr val="000000"/>
                </a:solidFill>
                <a:latin typeface="맑은 고딕"/>
                <a:ea typeface="맑은 고딕"/>
              </a:rPr>
              <a:t>파트너 강사</a:t>
            </a:r>
            <a:r>
              <a:rPr lang="en-US" altLang="ko-KR" sz="1200" b="1" dirty="0">
                <a:solidFill>
                  <a:srgbClr val="000000"/>
                </a:solidFill>
                <a:latin typeface="맑은 고딕"/>
                <a:ea typeface="맑은 고딕"/>
              </a:rPr>
              <a:t>/ </a:t>
            </a:r>
            <a:r>
              <a:rPr lang="ko-KR" altLang="en-US" sz="1200" b="1" dirty="0">
                <a:solidFill>
                  <a:srgbClr val="000000"/>
                </a:solidFill>
                <a:latin typeface="맑은 고딕"/>
                <a:ea typeface="맑은 고딕"/>
              </a:rPr>
              <a:t>전임 컨설턴트</a:t>
            </a:r>
          </a:p>
          <a:p>
            <a:pPr marL="228611" indent="-228611">
              <a:lnSpc>
                <a:spcPct val="116199"/>
              </a:lnSpc>
              <a:buClr>
                <a:srgbClr val="000000"/>
              </a:buClr>
              <a:buFont typeface="Arial"/>
              <a:buChar char="●"/>
              <a:defRPr/>
            </a:pPr>
            <a:r>
              <a:rPr lang="ja-JP" altLang="ko-KR" sz="1200" b="1" dirty="0">
                <a:solidFill>
                  <a:srgbClr val="000000"/>
                </a:solidFill>
                <a:latin typeface="맑은 고딕"/>
                <a:ea typeface="NanumSquareRoundOTF Bold"/>
              </a:rPr>
              <a:t>現</a:t>
            </a:r>
            <a:r>
              <a:rPr lang="ko-KR" altLang="en-US" sz="1200" b="1" dirty="0" err="1">
                <a:solidFill>
                  <a:srgbClr val="000000"/>
                </a:solidFill>
                <a:latin typeface="맑은 고딕"/>
                <a:ea typeface="맑은 고딕"/>
              </a:rPr>
              <a:t>비쥬에듀</a:t>
            </a:r>
            <a:r>
              <a:rPr lang="ko-KR" altLang="en-US" sz="1200" b="1" dirty="0">
                <a:solidFill>
                  <a:srgbClr val="000000"/>
                </a:solidFill>
                <a:latin typeface="맑은 고딕"/>
                <a:ea typeface="맑은 고딕"/>
              </a:rPr>
              <a:t> 파트너 강사</a:t>
            </a:r>
          </a:p>
          <a:p>
            <a:pPr marL="228611" indent="-228611">
              <a:lnSpc>
                <a:spcPct val="116199"/>
              </a:lnSpc>
              <a:buClr>
                <a:srgbClr val="000000"/>
              </a:buClr>
              <a:buFont typeface="Arial"/>
              <a:buChar char="●"/>
              <a:defRPr/>
            </a:pPr>
            <a:r>
              <a:rPr lang="ja-JP" altLang="en-US" sz="1200" b="1" dirty="0">
                <a:solidFill>
                  <a:srgbClr val="000000"/>
                </a:solidFill>
                <a:latin typeface="맑은 고딕"/>
                <a:ea typeface="NanumSquareRoundOTF Bold"/>
              </a:rPr>
              <a:t>現</a:t>
            </a:r>
            <a:r>
              <a:rPr lang="en-US" sz="1200" b="1" dirty="0">
                <a:solidFill>
                  <a:srgbClr val="000000"/>
                </a:solidFill>
                <a:latin typeface="맑은 고딕"/>
                <a:ea typeface="맑은 고딕"/>
              </a:rPr>
              <a:t>㈜</a:t>
            </a:r>
            <a:r>
              <a:rPr lang="ko-KR" altLang="en-US" sz="1200" b="1" dirty="0" err="1">
                <a:solidFill>
                  <a:srgbClr val="000000"/>
                </a:solidFill>
                <a:latin typeface="맑은 고딕"/>
                <a:ea typeface="맑은 고딕"/>
              </a:rPr>
              <a:t>유니에스</a:t>
            </a:r>
            <a:r>
              <a:rPr lang="en-US" sz="1200" b="1" dirty="0">
                <a:solidFill>
                  <a:srgbClr val="000000"/>
                </a:solidFill>
                <a:latin typeface="맑은 고딕"/>
                <a:ea typeface="맑은 고딕"/>
              </a:rPr>
              <a:t> </a:t>
            </a:r>
            <a:r>
              <a:rPr lang="ko-KR" altLang="en-US" sz="1200" b="1" dirty="0">
                <a:solidFill>
                  <a:srgbClr val="000000"/>
                </a:solidFill>
                <a:latin typeface="맑은 고딕"/>
                <a:ea typeface="맑은 고딕"/>
              </a:rPr>
              <a:t>전문</a:t>
            </a:r>
            <a:r>
              <a:rPr lang="en-US" sz="1200" b="1" dirty="0">
                <a:solidFill>
                  <a:srgbClr val="000000"/>
                </a:solidFill>
                <a:latin typeface="맑은 고딕"/>
                <a:ea typeface="맑은 고딕"/>
              </a:rPr>
              <a:t> </a:t>
            </a:r>
            <a:r>
              <a:rPr lang="ko-KR" altLang="en-US" sz="1200" b="1" dirty="0">
                <a:solidFill>
                  <a:srgbClr val="000000"/>
                </a:solidFill>
                <a:latin typeface="맑은 고딕"/>
                <a:ea typeface="맑은 고딕"/>
              </a:rPr>
              <a:t>강사</a:t>
            </a:r>
          </a:p>
          <a:p>
            <a:pPr marL="228611" indent="-228611">
              <a:lnSpc>
                <a:spcPct val="116199"/>
              </a:lnSpc>
              <a:buClr>
                <a:srgbClr val="000000"/>
              </a:buClr>
              <a:buFont typeface="Arial"/>
              <a:buChar char="●"/>
              <a:defRPr/>
            </a:pPr>
            <a:r>
              <a:rPr lang="ja-JP" altLang="ko-KR" sz="1200" b="1" dirty="0">
                <a:solidFill>
                  <a:srgbClr val="000000"/>
                </a:solidFill>
                <a:latin typeface="맑은 고딕"/>
                <a:ea typeface="NanumSquareRoundOTF Bold"/>
              </a:rPr>
              <a:t>現</a:t>
            </a:r>
            <a:r>
              <a:rPr lang="en-US" altLang="ja-JP" sz="1200" b="1" dirty="0">
                <a:solidFill>
                  <a:srgbClr val="000000"/>
                </a:solidFill>
                <a:latin typeface="맑은 고딕"/>
                <a:ea typeface="맑은 고딕"/>
              </a:rPr>
              <a:t> </a:t>
            </a:r>
            <a:r>
              <a:rPr lang="ko-KR" altLang="en-US" sz="1200" b="1" dirty="0">
                <a:solidFill>
                  <a:srgbClr val="000000"/>
                </a:solidFill>
                <a:latin typeface="맑은 고딕"/>
                <a:ea typeface="맑은 고딕"/>
              </a:rPr>
              <a:t>남부여성발전센터 단기과정 운영</a:t>
            </a:r>
          </a:p>
          <a:p>
            <a:pPr marL="228611" indent="-228611">
              <a:lnSpc>
                <a:spcPct val="116199"/>
              </a:lnSpc>
              <a:buClr>
                <a:srgbClr val="000000"/>
              </a:buClr>
              <a:buFont typeface="Arial"/>
              <a:buChar char="●"/>
              <a:defRPr/>
            </a:pPr>
            <a:r>
              <a:rPr lang="ja-JP" altLang="en-US" sz="1200" b="1" dirty="0">
                <a:solidFill>
                  <a:srgbClr val="000000"/>
                </a:solidFill>
                <a:latin typeface="맑은 고딕"/>
                <a:ea typeface="NanumSquareRoundOTF Bold"/>
              </a:rPr>
              <a:t>前</a:t>
            </a:r>
            <a:r>
              <a:rPr lang="ko-KR" altLang="en-US" sz="1200" b="1" dirty="0">
                <a:solidFill>
                  <a:srgbClr val="000000"/>
                </a:solidFill>
                <a:latin typeface="맑은 고딕"/>
                <a:ea typeface="맑은 고딕"/>
              </a:rPr>
              <a:t>한국여성벤처협회</a:t>
            </a:r>
            <a:r>
              <a:rPr lang="en-US" sz="1200" b="1" dirty="0">
                <a:solidFill>
                  <a:srgbClr val="000000"/>
                </a:solidFill>
                <a:latin typeface="맑은 고딕"/>
                <a:ea typeface="맑은 고딕"/>
              </a:rPr>
              <a:t> SW</a:t>
            </a:r>
            <a:r>
              <a:rPr lang="ko-KR" altLang="en-US" sz="1200" b="1" dirty="0">
                <a:solidFill>
                  <a:srgbClr val="000000"/>
                </a:solidFill>
                <a:latin typeface="맑은 고딕"/>
                <a:ea typeface="맑은 고딕"/>
              </a:rPr>
              <a:t>인력양성 사업 운영</a:t>
            </a:r>
          </a:p>
          <a:p>
            <a:pPr marL="228611" indent="-228611">
              <a:lnSpc>
                <a:spcPct val="116199"/>
              </a:lnSpc>
              <a:buClr>
                <a:srgbClr val="000000"/>
              </a:buClr>
              <a:buFont typeface="Arial"/>
              <a:buChar char="●"/>
              <a:defRPr/>
            </a:pPr>
            <a:r>
              <a:rPr lang="ja-JP" altLang="en-US" sz="1200" b="1" dirty="0">
                <a:solidFill>
                  <a:srgbClr val="000000"/>
                </a:solidFill>
                <a:latin typeface="맑은 고딕"/>
                <a:ea typeface="NanumSquareRoundOTF Bold"/>
              </a:rPr>
              <a:t>前</a:t>
            </a:r>
            <a:r>
              <a:rPr lang="ko-KR" altLang="en-US" sz="1200" b="1" dirty="0">
                <a:solidFill>
                  <a:srgbClr val="000000"/>
                </a:solidFill>
                <a:latin typeface="맑은 고딕"/>
                <a:ea typeface="맑은 고딕"/>
              </a:rPr>
              <a:t>부트캠프</a:t>
            </a:r>
            <a:r>
              <a:rPr lang="en-US" sz="1200" b="1" dirty="0">
                <a:solidFill>
                  <a:srgbClr val="000000"/>
                </a:solidFill>
                <a:latin typeface="맑은 고딕"/>
                <a:ea typeface="맑은 고딕"/>
              </a:rPr>
              <a:t> </a:t>
            </a:r>
            <a:r>
              <a:rPr lang="ko-KR" altLang="en-US" sz="1200" b="1" dirty="0" err="1">
                <a:solidFill>
                  <a:srgbClr val="000000"/>
                </a:solidFill>
                <a:latin typeface="맑은 고딕"/>
                <a:ea typeface="맑은 고딕"/>
              </a:rPr>
              <a:t>엘리스</a:t>
            </a:r>
            <a:r>
              <a:rPr lang="en-US" sz="1200" b="1" dirty="0">
                <a:solidFill>
                  <a:srgbClr val="000000"/>
                </a:solidFill>
                <a:latin typeface="맑은 고딕"/>
                <a:ea typeface="맑은 고딕"/>
              </a:rPr>
              <a:t> </a:t>
            </a:r>
            <a:r>
              <a:rPr lang="ko-KR" altLang="en-US" sz="1200" b="1" dirty="0">
                <a:solidFill>
                  <a:srgbClr val="000000"/>
                </a:solidFill>
                <a:latin typeface="맑은 고딕"/>
                <a:ea typeface="맑은 고딕"/>
              </a:rPr>
              <a:t>커리어</a:t>
            </a:r>
            <a:r>
              <a:rPr lang="en-US" sz="1200" b="1" dirty="0">
                <a:solidFill>
                  <a:srgbClr val="000000"/>
                </a:solidFill>
                <a:latin typeface="맑은 고딕"/>
                <a:ea typeface="맑은 고딕"/>
              </a:rPr>
              <a:t> </a:t>
            </a:r>
            <a:r>
              <a:rPr lang="ko-KR" altLang="en-US" sz="1200" b="1" dirty="0">
                <a:solidFill>
                  <a:srgbClr val="000000"/>
                </a:solidFill>
                <a:latin typeface="맑은 고딕"/>
                <a:ea typeface="맑은 고딕"/>
              </a:rPr>
              <a:t>컨설턴트</a:t>
            </a:r>
          </a:p>
          <a:p>
            <a:pPr marL="228611" indent="-228611">
              <a:lnSpc>
                <a:spcPct val="116199"/>
              </a:lnSpc>
              <a:buClr>
                <a:srgbClr val="000000"/>
              </a:buClr>
              <a:buFont typeface="Arial"/>
              <a:buChar char="●"/>
              <a:defRPr/>
            </a:pPr>
            <a:r>
              <a:rPr lang="ja-JP" altLang="en-US" sz="1200" b="1" dirty="0">
                <a:solidFill>
                  <a:srgbClr val="000000"/>
                </a:solidFill>
                <a:latin typeface="맑은 고딕"/>
                <a:ea typeface="NanumSquareRoundOTF Bold"/>
              </a:rPr>
              <a:t>前</a:t>
            </a:r>
            <a:r>
              <a:rPr lang="ko-KR" altLang="en-US" sz="1200" b="1" dirty="0">
                <a:solidFill>
                  <a:srgbClr val="000000"/>
                </a:solidFill>
                <a:latin typeface="맑은 고딕"/>
                <a:ea typeface="맑은 고딕"/>
              </a:rPr>
              <a:t>대학일자리플러스센터 컨설턴트</a:t>
            </a:r>
          </a:p>
          <a:p>
            <a:pPr marL="228611" indent="-228611">
              <a:lnSpc>
                <a:spcPct val="116199"/>
              </a:lnSpc>
              <a:buClr>
                <a:srgbClr val="000000"/>
              </a:buClr>
              <a:buFont typeface="Arial"/>
              <a:buChar char="●"/>
              <a:defRPr/>
            </a:pPr>
            <a:r>
              <a:rPr lang="ja-JP" altLang="en-US" sz="1200" b="1" dirty="0">
                <a:solidFill>
                  <a:srgbClr val="000000"/>
                </a:solidFill>
                <a:latin typeface="맑은 고딕"/>
                <a:ea typeface="NanumSquareRoundOTF Bold"/>
              </a:rPr>
              <a:t>前</a:t>
            </a:r>
            <a:r>
              <a:rPr lang="ko-KR" altLang="en-US" sz="1200" b="1" dirty="0">
                <a:solidFill>
                  <a:srgbClr val="000000"/>
                </a:solidFill>
                <a:latin typeface="맑은 고딕"/>
                <a:ea typeface="맑은 고딕"/>
              </a:rPr>
              <a:t>고용노동부</a:t>
            </a:r>
            <a:r>
              <a:rPr lang="en-US" sz="1200" b="1" dirty="0">
                <a:solidFill>
                  <a:srgbClr val="000000"/>
                </a:solidFill>
                <a:latin typeface="맑은 고딕"/>
                <a:ea typeface="맑은 고딕"/>
              </a:rPr>
              <a:t> </a:t>
            </a:r>
            <a:r>
              <a:rPr lang="ko-KR" altLang="en-US" sz="1200" b="1" dirty="0">
                <a:solidFill>
                  <a:srgbClr val="000000"/>
                </a:solidFill>
                <a:latin typeface="맑은 고딕"/>
                <a:ea typeface="맑은 고딕"/>
              </a:rPr>
              <a:t>사업</a:t>
            </a:r>
            <a:r>
              <a:rPr lang="en-US" sz="1200" b="1" dirty="0">
                <a:solidFill>
                  <a:srgbClr val="000000"/>
                </a:solidFill>
                <a:latin typeface="맑은 고딕"/>
                <a:ea typeface="맑은 고딕"/>
              </a:rPr>
              <a:t> </a:t>
            </a:r>
            <a:r>
              <a:rPr lang="ko-KR" altLang="en-US" sz="1200" b="1" dirty="0">
                <a:solidFill>
                  <a:srgbClr val="000000"/>
                </a:solidFill>
                <a:latin typeface="맑은 고딕"/>
                <a:ea typeface="맑은 고딕"/>
              </a:rPr>
              <a:t>파트장</a:t>
            </a:r>
          </a:p>
          <a:p>
            <a:pPr marL="228611" indent="-228611">
              <a:lnSpc>
                <a:spcPct val="116199"/>
              </a:lnSpc>
              <a:buClr>
                <a:srgbClr val="000000"/>
              </a:buClr>
              <a:buFont typeface="Arial"/>
              <a:buChar char="●"/>
              <a:defRPr/>
            </a:pPr>
            <a:r>
              <a:rPr lang="ja-JP" altLang="ko-KR" sz="1200" b="1" dirty="0">
                <a:solidFill>
                  <a:srgbClr val="000000"/>
                </a:solidFill>
                <a:latin typeface="맑은 고딕"/>
                <a:ea typeface="NanumSquareRoundOTF Bold"/>
              </a:rPr>
              <a:t>現</a:t>
            </a:r>
            <a:r>
              <a:rPr lang="ko-KR" altLang="ko-KR" sz="1200" b="1" dirty="0">
                <a:solidFill>
                  <a:srgbClr val="000000"/>
                </a:solidFill>
                <a:latin typeface="맑은 고딕"/>
                <a:ea typeface="맑은 고딕"/>
              </a:rPr>
              <a:t>멘토링</a:t>
            </a:r>
            <a:r>
              <a:rPr lang="en-US" altLang="ko-KR" sz="1200" b="1" dirty="0">
                <a:solidFill>
                  <a:srgbClr val="000000"/>
                </a:solidFill>
                <a:latin typeface="맑은 고딕"/>
                <a:ea typeface="맑은 고딕"/>
              </a:rPr>
              <a:t> </a:t>
            </a:r>
            <a:r>
              <a:rPr lang="ko-KR" altLang="ko-KR" sz="1200" b="1" dirty="0" err="1">
                <a:solidFill>
                  <a:srgbClr val="000000"/>
                </a:solidFill>
                <a:latin typeface="맑은 고딕"/>
                <a:ea typeface="맑은 고딕"/>
              </a:rPr>
              <a:t>브릿지</a:t>
            </a:r>
            <a:r>
              <a:rPr lang="en-US" altLang="ko-KR" sz="1200" b="1" dirty="0">
                <a:solidFill>
                  <a:srgbClr val="000000"/>
                </a:solidFill>
                <a:latin typeface="맑은 고딕"/>
                <a:ea typeface="맑은 고딕"/>
              </a:rPr>
              <a:t> </a:t>
            </a:r>
            <a:r>
              <a:rPr lang="ko-KR" altLang="ko-KR" sz="1200" b="1" dirty="0">
                <a:solidFill>
                  <a:srgbClr val="000000"/>
                </a:solidFill>
                <a:latin typeface="맑은 고딕"/>
                <a:ea typeface="맑은 고딕"/>
              </a:rPr>
              <a:t>멘토</a:t>
            </a:r>
          </a:p>
          <a:p>
            <a:pPr marL="228611" indent="-228611">
              <a:lnSpc>
                <a:spcPct val="116199"/>
              </a:lnSpc>
              <a:buClr>
                <a:srgbClr val="000000"/>
              </a:buClr>
              <a:buFont typeface="Arial"/>
              <a:buChar char="●"/>
              <a:defRPr/>
            </a:pPr>
            <a:r>
              <a:rPr lang="ja-JP" altLang="ko-KR" sz="1200" b="1" dirty="0">
                <a:solidFill>
                  <a:srgbClr val="000000"/>
                </a:solidFill>
                <a:latin typeface="맑은 고딕"/>
                <a:ea typeface="NanumSquareRoundOTF Bold"/>
              </a:rPr>
              <a:t>現</a:t>
            </a:r>
            <a:r>
              <a:rPr lang="ko-KR" altLang="en-US" sz="1200" b="1" dirty="0" err="1">
                <a:solidFill>
                  <a:srgbClr val="000000"/>
                </a:solidFill>
                <a:latin typeface="맑은 고딕"/>
                <a:ea typeface="맑은 고딕"/>
              </a:rPr>
              <a:t>한국취업컨설턴트협회</a:t>
            </a:r>
            <a:r>
              <a:rPr lang="ko-KR" altLang="en-US" sz="1200" b="1" dirty="0">
                <a:solidFill>
                  <a:srgbClr val="000000"/>
                </a:solidFill>
                <a:latin typeface="맑은 고딕"/>
                <a:ea typeface="맑은 고딕"/>
              </a:rPr>
              <a:t> 정회원</a:t>
            </a:r>
          </a:p>
          <a:p>
            <a:pPr marL="228611" indent="-228611">
              <a:lnSpc>
                <a:spcPct val="116199"/>
              </a:lnSpc>
              <a:buClr>
                <a:srgbClr val="000000"/>
              </a:buClr>
              <a:buFont typeface="Arial"/>
              <a:buChar char="●"/>
              <a:defRPr/>
            </a:pPr>
            <a:endParaRPr lang="ko-KR" altLang="en-US" sz="1200" b="1" dirty="0">
              <a:solidFill>
                <a:srgbClr val="000000"/>
              </a:solidFill>
              <a:latin typeface="맑은 고딕"/>
              <a:ea typeface="맑은 고딕"/>
            </a:endParaRPr>
          </a:p>
          <a:p>
            <a:pPr marL="228611" indent="-228611">
              <a:lnSpc>
                <a:spcPct val="116199"/>
              </a:lnSpc>
              <a:buClr>
                <a:srgbClr val="000000"/>
              </a:buClr>
              <a:buFont typeface="Arial"/>
              <a:buChar char="●"/>
              <a:defRPr/>
            </a:pPr>
            <a:r>
              <a:rPr lang="en-US" altLang="ko-KR" sz="1200" b="1" dirty="0">
                <a:solidFill>
                  <a:srgbClr val="000000"/>
                </a:solidFill>
                <a:latin typeface="맑은 고딕"/>
                <a:ea typeface="맑은 고딕"/>
              </a:rPr>
              <a:t>NCS </a:t>
            </a:r>
            <a:r>
              <a:rPr lang="ko-KR" altLang="en-US" sz="1200" b="1" dirty="0">
                <a:solidFill>
                  <a:srgbClr val="000000"/>
                </a:solidFill>
                <a:latin typeface="맑은 고딕"/>
                <a:ea typeface="맑은 고딕"/>
              </a:rPr>
              <a:t>확인강사</a:t>
            </a:r>
          </a:p>
          <a:p>
            <a:pPr marL="228611" indent="-228611">
              <a:lnSpc>
                <a:spcPct val="116199"/>
              </a:lnSpc>
              <a:buClr>
                <a:srgbClr val="000000"/>
              </a:buClr>
              <a:buFont typeface="Arial"/>
              <a:buChar char="●"/>
              <a:defRPr/>
            </a:pPr>
            <a:r>
              <a:rPr lang="en-US" altLang="ko-KR" sz="1200" b="1" dirty="0">
                <a:solidFill>
                  <a:srgbClr val="000000"/>
                </a:solidFill>
                <a:latin typeface="맑은 고딕"/>
                <a:ea typeface="맑은 고딕"/>
              </a:rPr>
              <a:t>[</a:t>
            </a:r>
            <a:r>
              <a:rPr lang="ko-KR" altLang="en-US" sz="1200" b="1" dirty="0">
                <a:solidFill>
                  <a:srgbClr val="000000"/>
                </a:solidFill>
                <a:latin typeface="맑은 고딕"/>
                <a:ea typeface="맑은 고딕"/>
              </a:rPr>
              <a:t>전자책</a:t>
            </a:r>
            <a:r>
              <a:rPr lang="en-US" altLang="ko-KR" sz="1200" b="1" dirty="0">
                <a:solidFill>
                  <a:srgbClr val="000000"/>
                </a:solidFill>
                <a:latin typeface="맑은 고딕"/>
                <a:ea typeface="맑은 고딕"/>
              </a:rPr>
              <a:t>] </a:t>
            </a:r>
            <a:r>
              <a:rPr lang="ko-KR" altLang="en-US" sz="1200" b="1" dirty="0">
                <a:solidFill>
                  <a:srgbClr val="000000"/>
                </a:solidFill>
                <a:latin typeface="맑은 고딕"/>
                <a:ea typeface="맑은 고딕"/>
              </a:rPr>
              <a:t>취업</a:t>
            </a:r>
            <a:r>
              <a:rPr lang="en-US" sz="1200" b="1" dirty="0">
                <a:solidFill>
                  <a:srgbClr val="000000"/>
                </a:solidFill>
                <a:latin typeface="맑은 고딕"/>
                <a:ea typeface="맑은 고딕"/>
              </a:rPr>
              <a:t> </a:t>
            </a:r>
            <a:r>
              <a:rPr lang="ko-KR" altLang="en-US" sz="1200" b="1" dirty="0">
                <a:solidFill>
                  <a:srgbClr val="000000"/>
                </a:solidFill>
                <a:latin typeface="맑은 고딕"/>
                <a:ea typeface="맑은 고딕"/>
              </a:rPr>
              <a:t>준비를</a:t>
            </a:r>
            <a:r>
              <a:rPr lang="en-US" sz="1200" b="1" dirty="0">
                <a:solidFill>
                  <a:srgbClr val="000000"/>
                </a:solidFill>
                <a:latin typeface="맑은 고딕"/>
                <a:ea typeface="맑은 고딕"/>
              </a:rPr>
              <a:t> </a:t>
            </a:r>
            <a:r>
              <a:rPr lang="ko-KR" altLang="en-US" sz="1200" b="1" dirty="0">
                <a:solidFill>
                  <a:srgbClr val="000000"/>
                </a:solidFill>
                <a:latin typeface="맑은 고딕"/>
                <a:ea typeface="맑은 고딕"/>
              </a:rPr>
              <a:t>위한</a:t>
            </a:r>
            <a:r>
              <a:rPr lang="en-US" sz="1200" b="1" dirty="0">
                <a:solidFill>
                  <a:srgbClr val="000000"/>
                </a:solidFill>
                <a:latin typeface="맑은 고딕"/>
                <a:ea typeface="맑은 고딕"/>
              </a:rPr>
              <a:t> Chat GPT </a:t>
            </a:r>
            <a:r>
              <a:rPr lang="ko-KR" altLang="en-US" sz="1200" b="1" dirty="0">
                <a:solidFill>
                  <a:srgbClr val="000000"/>
                </a:solidFill>
                <a:latin typeface="맑은 고딕"/>
                <a:ea typeface="맑은 고딕"/>
              </a:rPr>
              <a:t>프롬프트 활용</a:t>
            </a:r>
            <a:r>
              <a:rPr lang="en-US" sz="1200" b="1" dirty="0">
                <a:solidFill>
                  <a:srgbClr val="000000"/>
                </a:solidFill>
                <a:latin typeface="맑은 고딕"/>
                <a:ea typeface="맑은 고딕"/>
              </a:rPr>
              <a:t> </a:t>
            </a:r>
            <a:r>
              <a:rPr lang="ko-KR" altLang="en-US" sz="1200" b="1" dirty="0">
                <a:solidFill>
                  <a:srgbClr val="000000"/>
                </a:solidFill>
                <a:latin typeface="맑은 고딕"/>
                <a:ea typeface="맑은 고딕"/>
              </a:rPr>
              <a:t>가이드</a:t>
            </a:r>
            <a:r>
              <a:rPr lang="en-US" sz="1200" b="1" dirty="0">
                <a:solidFill>
                  <a:srgbClr val="000000"/>
                </a:solidFill>
                <a:latin typeface="맑은 고딕"/>
                <a:ea typeface="맑은 고딕"/>
              </a:rPr>
              <a:t> </a:t>
            </a:r>
            <a:r>
              <a:rPr lang="ko-KR" altLang="en-US" sz="1200" b="1" dirty="0">
                <a:solidFill>
                  <a:srgbClr val="000000"/>
                </a:solidFill>
                <a:latin typeface="맑은 고딕"/>
                <a:ea typeface="맑은 고딕"/>
              </a:rPr>
              <a:t>저자</a:t>
            </a:r>
          </a:p>
          <a:p>
            <a:pPr marL="228611" indent="-228611">
              <a:lnSpc>
                <a:spcPct val="116199"/>
              </a:lnSpc>
              <a:buClr>
                <a:srgbClr val="000000"/>
              </a:buClr>
              <a:buFont typeface="Arial"/>
              <a:buChar char="●"/>
              <a:defRPr/>
            </a:pPr>
            <a:r>
              <a:rPr lang="en-US" sz="1200" b="1" dirty="0">
                <a:solidFill>
                  <a:srgbClr val="000000"/>
                </a:solidFill>
                <a:latin typeface="맑은 고딕"/>
                <a:ea typeface="맑은 고딕"/>
              </a:rPr>
              <a:t>KAC(</a:t>
            </a:r>
            <a:r>
              <a:rPr lang="ko-KR" altLang="en-US" sz="1200" b="1" dirty="0">
                <a:solidFill>
                  <a:srgbClr val="000000"/>
                </a:solidFill>
                <a:latin typeface="맑은 고딕"/>
                <a:ea typeface="맑은 고딕"/>
              </a:rPr>
              <a:t>한국코치협회</a:t>
            </a:r>
            <a:r>
              <a:rPr lang="en-US" sz="1200" b="1" dirty="0">
                <a:solidFill>
                  <a:srgbClr val="000000"/>
                </a:solidFill>
                <a:latin typeface="맑은 고딕"/>
                <a:ea typeface="맑은 고딕"/>
              </a:rPr>
              <a:t>) </a:t>
            </a:r>
          </a:p>
          <a:p>
            <a:pPr>
              <a:lnSpc>
                <a:spcPct val="116199"/>
              </a:lnSpc>
              <a:buClr>
                <a:srgbClr val="000000"/>
              </a:buClr>
              <a:defRPr/>
            </a:pPr>
            <a:endParaRPr lang="en-US" sz="1200" b="1" dirty="0">
              <a:solidFill>
                <a:srgbClr val="000000"/>
              </a:solidFill>
              <a:latin typeface="맑은 고딕"/>
              <a:ea typeface="맑은 고딕"/>
            </a:endParaRPr>
          </a:p>
          <a:p>
            <a:pPr marL="228611" indent="-228611">
              <a:lnSpc>
                <a:spcPct val="116199"/>
              </a:lnSpc>
              <a:buClr>
                <a:srgbClr val="000000"/>
              </a:buClr>
              <a:buFont typeface="Arial"/>
              <a:buChar char="●"/>
              <a:defRPr/>
            </a:pPr>
            <a:r>
              <a:rPr lang="ko-KR" altLang="en-US" sz="1200" b="1" dirty="0">
                <a:solidFill>
                  <a:srgbClr val="000000"/>
                </a:solidFill>
                <a:latin typeface="맑은 고딕"/>
                <a:ea typeface="맑은 고딕"/>
              </a:rPr>
              <a:t>숙명여자대학교 인력개발정책학과 박사과정</a:t>
            </a:r>
            <a:endParaRPr lang="en-US" sz="1200" b="1" dirty="0">
              <a:solidFill>
                <a:srgbClr val="000000"/>
              </a:solidFill>
              <a:latin typeface="맑은 고딕"/>
              <a:ea typeface="맑은 고딕"/>
            </a:endParaRPr>
          </a:p>
          <a:p>
            <a:pPr marL="228611" indent="-228611">
              <a:lnSpc>
                <a:spcPct val="116199"/>
              </a:lnSpc>
              <a:buClr>
                <a:srgbClr val="000000"/>
              </a:buClr>
              <a:buFont typeface="Arial"/>
              <a:buChar char="●"/>
              <a:defRPr/>
            </a:pPr>
            <a:r>
              <a:rPr lang="ko-KR" altLang="en-US" sz="1200" b="1" dirty="0">
                <a:solidFill>
                  <a:srgbClr val="000000"/>
                </a:solidFill>
                <a:latin typeface="맑은 고딕"/>
                <a:ea typeface="맑은 고딕"/>
              </a:rPr>
              <a:t>숙명여자대학교</a:t>
            </a:r>
            <a:r>
              <a:rPr lang="en-US" sz="1200" b="1" dirty="0">
                <a:solidFill>
                  <a:srgbClr val="000000"/>
                </a:solidFill>
                <a:latin typeface="맑은 고딕"/>
                <a:ea typeface="맑은 고딕"/>
              </a:rPr>
              <a:t> </a:t>
            </a:r>
            <a:r>
              <a:rPr lang="ko-KR" altLang="en-US" sz="1200" b="1" dirty="0">
                <a:solidFill>
                  <a:srgbClr val="000000"/>
                </a:solidFill>
                <a:latin typeface="맑은 고딕"/>
                <a:ea typeface="맑은 고딕"/>
              </a:rPr>
              <a:t>인재개발전공</a:t>
            </a:r>
            <a:r>
              <a:rPr lang="en-US" sz="1200" b="1" dirty="0">
                <a:solidFill>
                  <a:srgbClr val="000000"/>
                </a:solidFill>
                <a:latin typeface="맑은 고딕"/>
                <a:ea typeface="맑은 고딕"/>
              </a:rPr>
              <a:t> </a:t>
            </a:r>
            <a:r>
              <a:rPr lang="ko-KR" altLang="en-US" sz="1200" b="1" dirty="0">
                <a:solidFill>
                  <a:srgbClr val="000000"/>
                </a:solidFill>
                <a:latin typeface="맑은 고딕"/>
                <a:ea typeface="맑은 고딕"/>
              </a:rPr>
              <a:t>석사</a:t>
            </a:r>
          </a:p>
          <a:p>
            <a:pPr marL="228611" indent="-228611">
              <a:lnSpc>
                <a:spcPct val="116199"/>
              </a:lnSpc>
              <a:buClr>
                <a:srgbClr val="000000"/>
              </a:buClr>
              <a:buFont typeface="Arial"/>
              <a:buChar char="●"/>
              <a:defRPr/>
            </a:pPr>
            <a:r>
              <a:rPr lang="ko-KR" altLang="en-US" sz="1200" b="1" dirty="0">
                <a:solidFill>
                  <a:srgbClr val="000000"/>
                </a:solidFill>
                <a:latin typeface="맑은 고딕"/>
                <a:ea typeface="맑은 고딕"/>
              </a:rPr>
              <a:t>청소년</a:t>
            </a:r>
            <a:r>
              <a:rPr lang="en-US" sz="1200" b="1" dirty="0">
                <a:solidFill>
                  <a:srgbClr val="000000"/>
                </a:solidFill>
                <a:latin typeface="맑은 고딕"/>
                <a:ea typeface="맑은 고딕"/>
              </a:rPr>
              <a:t> </a:t>
            </a:r>
            <a:r>
              <a:rPr lang="ko-KR" altLang="en-US" sz="1200" b="1" dirty="0">
                <a:solidFill>
                  <a:srgbClr val="000000"/>
                </a:solidFill>
                <a:latin typeface="맑은 고딕"/>
                <a:ea typeface="맑은 고딕"/>
              </a:rPr>
              <a:t>교육학</a:t>
            </a:r>
            <a:r>
              <a:rPr lang="en-US" sz="1200" b="1" dirty="0">
                <a:solidFill>
                  <a:srgbClr val="000000"/>
                </a:solidFill>
                <a:latin typeface="맑은 고딕"/>
                <a:ea typeface="맑은 고딕"/>
              </a:rPr>
              <a:t> </a:t>
            </a:r>
            <a:r>
              <a:rPr lang="ko-KR" altLang="en-US" sz="1200" b="1" dirty="0">
                <a:solidFill>
                  <a:srgbClr val="000000"/>
                </a:solidFill>
                <a:latin typeface="맑은 고딕"/>
                <a:ea typeface="맑은 고딕"/>
              </a:rPr>
              <a:t>전공</a:t>
            </a:r>
          </a:p>
        </p:txBody>
      </p:sp>
      <p:sp>
        <p:nvSpPr>
          <p:cNvPr id="8" name="TextBox 8"/>
          <p:cNvSpPr txBox="1"/>
          <p:nvPr/>
        </p:nvSpPr>
        <p:spPr>
          <a:xfrm>
            <a:off x="6883400" y="1735398"/>
            <a:ext cx="982133" cy="321733"/>
          </a:xfrm>
          <a:prstGeom prst="rect">
            <a:avLst/>
          </a:prstGeom>
        </p:spPr>
        <p:txBody>
          <a:bodyPr lIns="0" tIns="0" rIns="0" bIns="0" rtlCol="0" anchor="t"/>
          <a:lstStyle/>
          <a:p>
            <a:pPr lvl="0" algn="l">
              <a:lnSpc>
                <a:spcPct val="99600"/>
              </a:lnSpc>
            </a:pPr>
            <a:r>
              <a:rPr lang="ko-KR" altLang="en-US" b="1" dirty="0">
                <a:ea typeface="NanumSquareRoundOTF Bold"/>
              </a:rPr>
              <a:t>강사소개</a:t>
            </a:r>
          </a:p>
        </p:txBody>
      </p:sp>
      <p:sp>
        <p:nvSpPr>
          <p:cNvPr id="11" name="TextBox 11"/>
          <p:cNvSpPr txBox="1"/>
          <p:nvPr/>
        </p:nvSpPr>
        <p:spPr>
          <a:xfrm>
            <a:off x="3056467" y="516467"/>
            <a:ext cx="6070600" cy="846667"/>
          </a:xfrm>
          <a:prstGeom prst="rect">
            <a:avLst/>
          </a:prstGeom>
        </p:spPr>
        <p:txBody>
          <a:bodyPr lIns="0" tIns="0" rIns="0" bIns="0" rtlCol="0" anchor="t"/>
          <a:lstStyle/>
          <a:p>
            <a:pPr lvl="0" algn="ctr">
              <a:lnSpc>
                <a:spcPct val="116199"/>
              </a:lnSpc>
            </a:pPr>
            <a:r>
              <a:rPr lang="en-US" sz="4734" dirty="0">
                <a:latin typeface="페이퍼로지 8 ExtraBold" pitchFamily="2" charset="-127"/>
                <a:ea typeface="페이퍼로지 8 ExtraBold" pitchFamily="2" charset="-127"/>
              </a:rPr>
              <a:t>CAREER CATCHER</a:t>
            </a:r>
          </a:p>
        </p:txBody>
      </p:sp>
      <p:pic>
        <p:nvPicPr>
          <p:cNvPr id="6" name="그림 5"/>
          <p:cNvPicPr>
            <a:picLocks noChangeAspect="1"/>
          </p:cNvPicPr>
          <p:nvPr/>
        </p:nvPicPr>
        <p:blipFill rotWithShape="1">
          <a:blip r:embed="rId4"/>
          <a:srcRect l="13408" t="11267" r="16574" b="-1252"/>
          <a:stretch/>
        </p:blipFill>
        <p:spPr>
          <a:xfrm>
            <a:off x="1131431" y="1883564"/>
            <a:ext cx="3048000" cy="4661170"/>
          </a:xfrm>
          <a:prstGeom prst="rect">
            <a:avLst/>
          </a:prstGeom>
        </p:spPr>
      </p:pic>
      <p:pic>
        <p:nvPicPr>
          <p:cNvPr id="13" name="그림 12">
            <a:extLst>
              <a:ext uri="{FF2B5EF4-FFF2-40B4-BE49-F238E27FC236}">
                <a16:creationId xmlns:a16="http://schemas.microsoft.com/office/drawing/2014/main" id="{80B8A9E9-D32C-9618-1CE1-EDDFA34C3EDC}"/>
              </a:ext>
            </a:extLst>
          </p:cNvPr>
          <p:cNvPicPr>
            <a:picLocks noChangeAspect="1"/>
          </p:cNvPicPr>
          <p:nvPr/>
        </p:nvPicPr>
        <p:blipFill>
          <a:blip r:embed="rId5"/>
          <a:srcRect l="7332" t="5213"/>
          <a:stretch>
            <a:fillRect/>
          </a:stretch>
        </p:blipFill>
        <p:spPr>
          <a:xfrm>
            <a:off x="3403600" y="3835400"/>
            <a:ext cx="1962151" cy="2613949"/>
          </a:xfrm>
          <a:prstGeom prst="rect">
            <a:avLst/>
          </a:prstGeom>
        </p:spPr>
      </p:pic>
    </p:spTree>
    <p:extLst>
      <p:ext uri="{BB962C8B-B14F-4D97-AF65-F5344CB8AC3E}">
        <p14:creationId xmlns:p14="http://schemas.microsoft.com/office/powerpoint/2010/main" val="985677659"/>
      </p:ext>
    </p:extLst>
  </p:cSld>
  <p:clrMapOvr>
    <a:masterClrMapping/>
  </p:clrMapOvr>
  <mc:AlternateContent xmlns:mc="http://schemas.openxmlformats.org/markup-compatibility/2006" xmlns:p14="http://schemas.microsoft.com/office/powerpoint/2010/main">
    <mc:Choice Requires="p14">
      <p:transition spd="slow" p14:dur="2000" advTm="58363"/>
    </mc:Choice>
    <mc:Fallback xmlns="" xmlns:c="http://schemas.openxmlformats.org/drawingml/2006/chart" xmlns:dgm="http://schemas.openxmlformats.org/drawingml/2006/diagram" xmlns:dsp="http://schemas.microsoft.com/office/drawing/2008/diagra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그룹 2"/>
          <p:cNvGrpSpPr/>
          <p:nvPr/>
        </p:nvGrpSpPr>
        <p:grpSpPr>
          <a:xfrm>
            <a:off x="558800" y="2362200"/>
            <a:ext cx="5791200" cy="4671214"/>
            <a:chOff x="9601200" y="2476096"/>
            <a:chExt cx="8686800" cy="7006821"/>
          </a:xfrm>
        </p:grpSpPr>
        <p:pic>
          <p:nvPicPr>
            <p:cNvPr id="2" name="Picture 2"/>
            <p:cNvPicPr>
              <a:picLocks noChangeAspect="1"/>
            </p:cNvPicPr>
            <p:nvPr/>
          </p:nvPicPr>
          <p:blipFill rotWithShape="1">
            <a:blip r:embed="rId3"/>
            <a:stretch>
              <a:fillRect/>
            </a:stretch>
          </p:blipFill>
          <p:spPr>
            <a:xfrm rot="16200000">
              <a:off x="10591800" y="1485496"/>
              <a:ext cx="698500" cy="2679700"/>
            </a:xfrm>
            <a:prstGeom prst="rect">
              <a:avLst/>
            </a:prstGeom>
          </p:spPr>
        </p:pic>
        <p:sp>
          <p:nvSpPr>
            <p:cNvPr id="7" name="TextBox 7"/>
            <p:cNvSpPr txBox="1"/>
            <p:nvPr/>
          </p:nvSpPr>
          <p:spPr>
            <a:xfrm>
              <a:off x="9677400" y="3615517"/>
              <a:ext cx="8610600" cy="5867400"/>
            </a:xfrm>
            <a:prstGeom prst="rect">
              <a:avLst/>
            </a:prstGeom>
          </p:spPr>
          <p:txBody>
            <a:bodyPr lIns="0" tIns="0" rIns="0" bIns="0" anchor="t"/>
            <a:lstStyle/>
            <a:p>
              <a:pPr marL="190510" indent="-190510">
                <a:lnSpc>
                  <a:spcPct val="150000"/>
                </a:lnSpc>
                <a:buFont typeface="Arial"/>
                <a:buChar char="•"/>
                <a:defRPr/>
              </a:pPr>
              <a:r>
                <a:rPr lang="ko-KR" altLang="ko-KR" sz="1200">
                  <a:latin typeface="맑은 고딕"/>
                  <a:ea typeface="맑은 고딕"/>
                </a:rPr>
                <a:t>생성형 AI 활용 교육: ChatGPT, Gemini, Claude, Copilot 기반 실무 활용</a:t>
              </a:r>
            </a:p>
            <a:p>
              <a:pPr marL="190510" indent="-190510">
                <a:lnSpc>
                  <a:spcPct val="150000"/>
                </a:lnSpc>
                <a:buFont typeface="Arial"/>
                <a:buChar char="•"/>
                <a:defRPr/>
              </a:pPr>
              <a:r>
                <a:rPr lang="ko-KR" altLang="ko-KR" sz="1200">
                  <a:latin typeface="맑은 고딕"/>
                  <a:ea typeface="맑은 고딕"/>
                </a:rPr>
                <a:t>AI 기반 취업준비: 기업분석, 직무분석, 자기소개서 작성, 면접 준비</a:t>
              </a:r>
            </a:p>
            <a:p>
              <a:pPr marL="190510" indent="-190510">
                <a:lnSpc>
                  <a:spcPct val="150000"/>
                </a:lnSpc>
                <a:buFont typeface="Arial"/>
                <a:buChar char="•"/>
                <a:defRPr/>
              </a:pPr>
              <a:r>
                <a:rPr lang="ko-KR" altLang="ko-KR" sz="1200">
                  <a:latin typeface="맑은 고딕"/>
                  <a:ea typeface="맑은 고딕"/>
                </a:rPr>
                <a:t>AI 학습역량 강화: 스마트 러너, 전공 학습 전략, 프롬프트 작성법, AI 윤리</a:t>
              </a:r>
            </a:p>
            <a:p>
              <a:pPr marL="190510" indent="-190510">
                <a:lnSpc>
                  <a:spcPct val="150000"/>
                </a:lnSpc>
                <a:buFont typeface="Arial"/>
                <a:buChar char="•"/>
                <a:defRPr/>
              </a:pPr>
              <a:r>
                <a:rPr lang="ko-KR" altLang="ko-KR" sz="1200">
                  <a:latin typeface="맑은 고딕"/>
                  <a:ea typeface="맑은 고딕"/>
                </a:rPr>
                <a:t>커리어 개발 및 진로설계: 진로탐색, 강점발견, 커리어 리디자인, 재취업 설계</a:t>
              </a:r>
            </a:p>
            <a:p>
              <a:pPr marL="190510" indent="-190510">
                <a:lnSpc>
                  <a:spcPct val="150000"/>
                </a:lnSpc>
                <a:buFont typeface="Arial"/>
                <a:buChar char="•"/>
                <a:defRPr/>
              </a:pPr>
              <a:r>
                <a:rPr lang="ko-KR" altLang="ko-KR" sz="1200">
                  <a:latin typeface="맑은 고딕"/>
                  <a:ea typeface="맑은 고딕"/>
                </a:rPr>
                <a:t>포트폴리오 및 개인 브랜딩: Notion 포트폴리오, 프로젝트 경험 정리, 취업 포트폴리오</a:t>
              </a:r>
            </a:p>
            <a:p>
              <a:pPr marL="190510" indent="-190510">
                <a:lnSpc>
                  <a:spcPct val="150000"/>
                </a:lnSpc>
                <a:buFont typeface="Arial"/>
                <a:buChar char="•"/>
                <a:defRPr/>
              </a:pPr>
              <a:r>
                <a:rPr lang="ko-KR" altLang="ko-KR" sz="1200">
                  <a:latin typeface="맑은 고딕"/>
                  <a:ea typeface="맑은 고딕"/>
                </a:rPr>
                <a:t>구직서류 컨설팅: 이력서, 자기소개서, 경력기술서, 직무수행계획서</a:t>
              </a:r>
            </a:p>
            <a:p>
              <a:pPr marL="190510" indent="-190510">
                <a:lnSpc>
                  <a:spcPct val="150000"/>
                </a:lnSpc>
                <a:buFont typeface="Arial"/>
                <a:buChar char="•"/>
                <a:defRPr/>
              </a:pPr>
              <a:r>
                <a:rPr lang="ko-KR" altLang="ko-KR" sz="1200">
                  <a:latin typeface="맑은 고딕"/>
                  <a:ea typeface="맑은 고딕"/>
                </a:rPr>
                <a:t>조직적응 및 심리역량: 비즈니스 매너, 직장적응, 스트레스 관리, 회복탄력성</a:t>
              </a:r>
            </a:p>
          </p:txBody>
        </p:sp>
        <p:sp>
          <p:nvSpPr>
            <p:cNvPr id="8" name="TextBox 8"/>
            <p:cNvSpPr txBox="1"/>
            <p:nvPr/>
          </p:nvSpPr>
          <p:spPr>
            <a:xfrm>
              <a:off x="10248900" y="2603096"/>
              <a:ext cx="1473200" cy="482600"/>
            </a:xfrm>
            <a:prstGeom prst="rect">
              <a:avLst/>
            </a:prstGeom>
          </p:spPr>
          <p:txBody>
            <a:bodyPr lIns="0" tIns="0" rIns="0" bIns="0" anchor="t"/>
            <a:lstStyle/>
            <a:p>
              <a:pPr lvl="0" algn="l">
                <a:lnSpc>
                  <a:spcPct val="99600"/>
                </a:lnSpc>
                <a:defRPr/>
              </a:pPr>
              <a:r>
                <a:rPr lang="ko-KR" altLang="en-US" b="1">
                  <a:ea typeface="NanumSquareRoundOTF Bold"/>
                </a:rPr>
                <a:t>전문분야</a:t>
              </a:r>
            </a:p>
          </p:txBody>
        </p:sp>
      </p:grpSp>
      <p:sp>
        <p:nvSpPr>
          <p:cNvPr id="11" name="TextBox 11">
            <a:extLst>
              <a:ext uri="{FF2B5EF4-FFF2-40B4-BE49-F238E27FC236}">
                <a16:creationId xmlns:a16="http://schemas.microsoft.com/office/drawing/2014/main" id="{159D904E-4CFF-482B-7657-1077C14CA5C7}"/>
              </a:ext>
            </a:extLst>
          </p:cNvPr>
          <p:cNvSpPr txBox="1"/>
          <p:nvPr/>
        </p:nvSpPr>
        <p:spPr>
          <a:xfrm>
            <a:off x="3056467" y="516467"/>
            <a:ext cx="6070600" cy="846667"/>
          </a:xfrm>
          <a:prstGeom prst="rect">
            <a:avLst/>
          </a:prstGeom>
        </p:spPr>
        <p:txBody>
          <a:bodyPr lIns="0" tIns="0" rIns="0" bIns="0" rtlCol="0" anchor="t"/>
          <a:lstStyle/>
          <a:p>
            <a:pPr lvl="0" algn="ctr">
              <a:lnSpc>
                <a:spcPct val="116199"/>
              </a:lnSpc>
            </a:pPr>
            <a:r>
              <a:rPr lang="en-US" sz="4734" dirty="0">
                <a:latin typeface="페이퍼로지 8 ExtraBold" pitchFamily="2" charset="-127"/>
                <a:ea typeface="페이퍼로지 8 ExtraBold" pitchFamily="2" charset="-127"/>
              </a:rPr>
              <a:t>CAREER CATCHER</a:t>
            </a:r>
          </a:p>
        </p:txBody>
      </p:sp>
      <p:grpSp>
        <p:nvGrpSpPr>
          <p:cNvPr id="15" name="그룹 14"/>
          <p:cNvGrpSpPr/>
          <p:nvPr/>
        </p:nvGrpSpPr>
        <p:grpSpPr>
          <a:xfrm>
            <a:off x="6324600" y="2057400"/>
            <a:ext cx="6096000" cy="3992699"/>
            <a:chOff x="9601200" y="3904280"/>
            <a:chExt cx="9144000" cy="5989049"/>
          </a:xfrm>
        </p:grpSpPr>
        <p:sp>
          <p:nvSpPr>
            <p:cNvPr id="5" name="TextBox 4"/>
            <p:cNvSpPr txBox="1"/>
            <p:nvPr/>
          </p:nvSpPr>
          <p:spPr>
            <a:xfrm>
              <a:off x="9601200" y="4822421"/>
              <a:ext cx="9144000" cy="5070908"/>
            </a:xfrm>
            <a:prstGeom prst="rect">
              <a:avLst/>
            </a:prstGeom>
            <a:noFill/>
          </p:spPr>
          <p:txBody>
            <a:bodyPr wrap="square">
              <a:spAutoFit/>
            </a:bodyPr>
            <a:lstStyle/>
            <a:p>
              <a:pPr lvl="0">
                <a:lnSpc>
                  <a:spcPct val="150000"/>
                </a:lnSpc>
                <a:buNone/>
                <a:defRPr/>
              </a:pPr>
              <a:r>
                <a:rPr lang="ko-KR" altLang="ko-KR" sz="1200" b="1">
                  <a:highlight>
                    <a:srgbClr val="FFFF00"/>
                  </a:highlight>
                  <a:latin typeface="맑은 고딕"/>
                  <a:ea typeface="맑은 고딕"/>
                </a:rPr>
                <a:t>대학 및 교육기관</a:t>
              </a:r>
            </a:p>
            <a:p>
              <a:pPr marL="190510" indent="-190510">
                <a:lnSpc>
                  <a:spcPct val="150000"/>
                </a:lnSpc>
                <a:buFont typeface="Arial"/>
                <a:buChar char="•"/>
                <a:defRPr/>
              </a:pPr>
              <a:r>
                <a:rPr lang="ko-KR" altLang="ko-KR" sz="1200">
                  <a:latin typeface="맑은 고딕"/>
                  <a:ea typeface="맑은 고딕"/>
                </a:rPr>
                <a:t>서울과학기술대학교, 경북대학교, 한국공학대학교, 한국항공대학교</a:t>
              </a:r>
              <a:r>
                <a:rPr lang="en-US" altLang="ko-KR" sz="1200">
                  <a:latin typeface="맑은 고딕"/>
                  <a:ea typeface="맑은 고딕"/>
                </a:rPr>
                <a:t>, </a:t>
              </a:r>
              <a:r>
                <a:rPr lang="ko-KR" altLang="en-US" sz="1200">
                  <a:latin typeface="맑은 고딕"/>
                  <a:ea typeface="맑은 고딕"/>
                </a:rPr>
                <a:t>덕성여자대학교</a:t>
              </a:r>
              <a:r>
                <a:rPr lang="en-US" altLang="ko-KR" sz="1200">
                  <a:latin typeface="맑은 고딕"/>
                  <a:ea typeface="맑은 고딕"/>
                </a:rPr>
                <a:t>,</a:t>
              </a:r>
              <a:br>
                <a:rPr lang="en-US" altLang="ko-KR" sz="1200">
                  <a:latin typeface="맑은 고딕"/>
                  <a:ea typeface="맑은 고딕"/>
                </a:rPr>
              </a:br>
              <a:r>
                <a:rPr lang="ko-KR" altLang="ko-KR" sz="1200">
                  <a:latin typeface="맑은 고딕"/>
                  <a:ea typeface="맑은 고딕"/>
                </a:rPr>
                <a:t>한남대학교, </a:t>
              </a:r>
              <a:r>
                <a:rPr lang="ko-KR" altLang="en-US" sz="1200">
                  <a:latin typeface="맑은 고딕"/>
                  <a:ea typeface="맑은 고딕"/>
                </a:rPr>
                <a:t>대전대학교</a:t>
              </a:r>
              <a:r>
                <a:rPr lang="en-US" altLang="ko-KR" sz="1200">
                  <a:latin typeface="맑은 고딕"/>
                  <a:ea typeface="맑은 고딕"/>
                </a:rPr>
                <a:t>, </a:t>
              </a:r>
              <a:r>
                <a:rPr lang="ko-KR" altLang="ko-KR" sz="1200">
                  <a:latin typeface="맑은 고딕"/>
                  <a:ea typeface="맑은 고딕"/>
                </a:rPr>
                <a:t>수원대학교, 오산대학교, 배화여자대학교, 서일대학교</a:t>
              </a:r>
              <a:r>
                <a:rPr lang="en-US" altLang="ko-KR" sz="1200">
                  <a:latin typeface="맑은 고딕"/>
                  <a:ea typeface="맑은 고딕"/>
                </a:rPr>
                <a:t>, </a:t>
              </a:r>
              <a:r>
                <a:rPr lang="ko-KR" altLang="ko-KR" sz="1200">
                  <a:latin typeface="맑은 고딕"/>
                  <a:ea typeface="맑은 고딕"/>
                </a:rPr>
                <a:t>대구가톨릭대학교, 청운대학교, 경동대학교 등</a:t>
              </a:r>
            </a:p>
            <a:p>
              <a:pPr lvl="0">
                <a:lnSpc>
                  <a:spcPct val="150000"/>
                </a:lnSpc>
                <a:buNone/>
                <a:defRPr/>
              </a:pPr>
              <a:r>
                <a:rPr lang="ko-KR" altLang="ko-KR" sz="1200" b="1">
                  <a:highlight>
                    <a:srgbClr val="FFFF00"/>
                  </a:highlight>
                  <a:latin typeface="맑은 고딕"/>
                  <a:ea typeface="맑은 고딕"/>
                </a:rPr>
                <a:t>공공기관 </a:t>
              </a:r>
            </a:p>
            <a:p>
              <a:pPr marL="190510" indent="-190510">
                <a:lnSpc>
                  <a:spcPct val="150000"/>
                </a:lnSpc>
                <a:buFont typeface="Arial"/>
                <a:buChar char="•"/>
                <a:defRPr/>
              </a:pPr>
              <a:r>
                <a:rPr lang="ko-KR" altLang="ko-KR" sz="1200">
                  <a:latin typeface="맑은 고딕"/>
                  <a:ea typeface="맑은 고딕"/>
                </a:rPr>
                <a:t>서울동부고용센터, 서울서부고용센터, 서울남부고용센터</a:t>
              </a:r>
            </a:p>
            <a:p>
              <a:pPr marL="190510" indent="-190510">
                <a:lnSpc>
                  <a:spcPct val="150000"/>
                </a:lnSpc>
                <a:buFont typeface="Arial"/>
                <a:buChar char="•"/>
                <a:defRPr/>
              </a:pPr>
              <a:r>
                <a:rPr lang="ko-KR" altLang="ko-KR" sz="1200">
                  <a:latin typeface="맑은 고딕"/>
                  <a:ea typeface="맑은 고딕"/>
                </a:rPr>
                <a:t>인천북부고용센터, 인천서부고용센터, 부천고용센터</a:t>
              </a:r>
            </a:p>
            <a:p>
              <a:pPr marL="190510" indent="-190510">
                <a:lnSpc>
                  <a:spcPct val="150000"/>
                </a:lnSpc>
                <a:buFont typeface="Arial"/>
                <a:buChar char="•"/>
                <a:defRPr/>
              </a:pPr>
              <a:r>
                <a:rPr lang="ko-KR" altLang="ko-KR" sz="1200">
                  <a:latin typeface="맑은 고딕"/>
                  <a:ea typeface="맑은 고딕"/>
                </a:rPr>
                <a:t>강남구청, 동두천시, 남양주시, 양주시, 의정부시 등</a:t>
              </a:r>
            </a:p>
            <a:p>
              <a:pPr marL="190510" indent="-190510">
                <a:lnSpc>
                  <a:spcPct val="150000"/>
                </a:lnSpc>
                <a:buFont typeface="Arial"/>
                <a:buChar char="•"/>
                <a:defRPr/>
              </a:pPr>
              <a:r>
                <a:rPr lang="ko-KR" altLang="ko-KR" sz="1200">
                  <a:latin typeface="맑은 고딕"/>
                  <a:ea typeface="맑은 고딕"/>
                </a:rPr>
                <a:t>노원여성인력개발센터, 남부여성발전센터, 대전동구통합가족센터</a:t>
              </a:r>
            </a:p>
            <a:p>
              <a:pPr lvl="0">
                <a:lnSpc>
                  <a:spcPct val="150000"/>
                </a:lnSpc>
                <a:buNone/>
                <a:defRPr/>
              </a:pPr>
              <a:r>
                <a:rPr lang="ko-KR" altLang="ko-KR" sz="1200" b="1">
                  <a:highlight>
                    <a:srgbClr val="FFFF00"/>
                  </a:highlight>
                  <a:latin typeface="맑은 고딕"/>
                  <a:ea typeface="맑은 고딕"/>
                </a:rPr>
                <a:t>기업 및 민간 교육기관</a:t>
              </a:r>
            </a:p>
            <a:p>
              <a:pPr marL="190510" indent="-190510">
                <a:lnSpc>
                  <a:spcPct val="150000"/>
                </a:lnSpc>
                <a:buFont typeface="Arial"/>
                <a:buChar char="•"/>
                <a:defRPr/>
              </a:pPr>
              <a:r>
                <a:rPr lang="ko-KR" altLang="ko-KR" sz="1200">
                  <a:latin typeface="맑은 고딕"/>
                  <a:ea typeface="맑은 고딕"/>
                </a:rPr>
                <a:t>한전KDN </a:t>
              </a:r>
              <a:r>
                <a:rPr lang="en-US" altLang="ko-KR" sz="1200">
                  <a:latin typeface="맑은 고딕"/>
                  <a:ea typeface="맑은 고딕"/>
                </a:rPr>
                <a:t>, </a:t>
              </a:r>
              <a:r>
                <a:rPr lang="ko-KR" altLang="ko-KR" sz="1200">
                  <a:latin typeface="맑은 고딕"/>
                  <a:ea typeface="맑은 고딕"/>
                </a:rPr>
                <a:t>현대기아 Here We Go</a:t>
              </a:r>
              <a:r>
                <a:rPr lang="en-US" altLang="ko-KR" sz="1200">
                  <a:latin typeface="맑은 고딕"/>
                  <a:ea typeface="맑은 고딕"/>
                </a:rPr>
                <a:t>, </a:t>
              </a:r>
              <a:r>
                <a:rPr lang="ko-KR" altLang="ko-KR" sz="1200">
                  <a:latin typeface="맑은 고딕"/>
                  <a:ea typeface="맑은 고딕"/>
                </a:rPr>
                <a:t>삼성청년SW·AI아카데미 </a:t>
              </a:r>
              <a:br>
                <a:rPr lang="en-US" altLang="ko-KR" sz="1200">
                  <a:latin typeface="맑은 고딕"/>
                  <a:ea typeface="맑은 고딕"/>
                </a:rPr>
              </a:br>
              <a:r>
                <a:rPr lang="ko-KR" altLang="ko-KR" sz="1200">
                  <a:latin typeface="맑은 고딕"/>
                  <a:ea typeface="맑은 고딕"/>
                </a:rPr>
                <a:t>엘리스그룹, 부트캠프 오즈 등 IT·디지털 인재양성 과정</a:t>
              </a:r>
            </a:p>
          </p:txBody>
        </p:sp>
        <p:grpSp>
          <p:nvGrpSpPr>
            <p:cNvPr id="9" name="그룹 8"/>
            <p:cNvGrpSpPr/>
            <p:nvPr/>
          </p:nvGrpSpPr>
          <p:grpSpPr>
            <a:xfrm>
              <a:off x="9601200" y="3904280"/>
              <a:ext cx="2679700" cy="698500"/>
              <a:chOff x="9601200" y="2476096"/>
              <a:chExt cx="2679700" cy="698500"/>
            </a:xfrm>
          </p:grpSpPr>
          <p:pic>
            <p:nvPicPr>
              <p:cNvPr id="10" name="Picture 2"/>
              <p:cNvPicPr>
                <a:picLocks noChangeAspect="1"/>
              </p:cNvPicPr>
              <p:nvPr/>
            </p:nvPicPr>
            <p:blipFill rotWithShape="1">
              <a:blip r:embed="rId3"/>
              <a:stretch>
                <a:fillRect/>
              </a:stretch>
            </p:blipFill>
            <p:spPr>
              <a:xfrm rot="16200000">
                <a:off x="10591800" y="1485496"/>
                <a:ext cx="698500" cy="2679700"/>
              </a:xfrm>
              <a:prstGeom prst="rect">
                <a:avLst/>
              </a:prstGeom>
            </p:spPr>
          </p:pic>
          <p:sp>
            <p:nvSpPr>
              <p:cNvPr id="14" name="TextBox 8"/>
              <p:cNvSpPr txBox="1"/>
              <p:nvPr/>
            </p:nvSpPr>
            <p:spPr>
              <a:xfrm>
                <a:off x="10248900" y="2603096"/>
                <a:ext cx="1473200" cy="482600"/>
              </a:xfrm>
              <a:prstGeom prst="rect">
                <a:avLst/>
              </a:prstGeom>
            </p:spPr>
            <p:txBody>
              <a:bodyPr lIns="0" tIns="0" rIns="0" bIns="0" anchor="t"/>
              <a:lstStyle/>
              <a:p>
                <a:pPr lvl="0" algn="l">
                  <a:lnSpc>
                    <a:spcPct val="99600"/>
                  </a:lnSpc>
                  <a:defRPr/>
                </a:pPr>
                <a:r>
                  <a:rPr lang="ko-KR" altLang="en-US" b="1">
                    <a:ea typeface="NanumSquareRoundOTF Bold"/>
                  </a:rPr>
                  <a:t>협업기관</a:t>
                </a:r>
              </a:p>
            </p:txBody>
          </p:sp>
        </p:grpSp>
      </p:grpSp>
    </p:spTree>
    <p:extLst>
      <p:ext uri="{BB962C8B-B14F-4D97-AF65-F5344CB8AC3E}">
        <p14:creationId xmlns:p14="http://schemas.microsoft.com/office/powerpoint/2010/main" val="2384579318"/>
      </p:ext>
    </p:extLst>
  </p:cSld>
  <p:clrMapOvr>
    <a:masterClrMapping/>
  </p:clrMapOvr>
  <mc:AlternateContent xmlns:mc="http://schemas.openxmlformats.org/markup-compatibility/2006" xmlns:p14="http://schemas.microsoft.com/office/powerpoint/2010/main">
    <mc:Choice Requires="p14">
      <p:transition spd="slow" p14:dur="2000" advTm="58363"/>
    </mc:Choice>
    <mc:Fallback xmlns="" xmlns:c="http://schemas.openxmlformats.org/drawingml/2006/chart" xmlns:dgm="http://schemas.openxmlformats.org/drawingml/2006/diagram" xmlns:dsp="http://schemas.microsoft.com/office/drawing/2008/diagra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2" name="그림 11">
            <a:extLst>
              <a:ext uri="{FF2B5EF4-FFF2-40B4-BE49-F238E27FC236}">
                <a16:creationId xmlns:a16="http://schemas.microsoft.com/office/drawing/2014/main" id="{1AA12F14-805E-4DA6-8B50-28DB3BEBE74A}"/>
              </a:ext>
            </a:extLst>
          </p:cNvPr>
          <p:cNvPicPr>
            <a:picLocks noChangeAspect="1"/>
          </p:cNvPicPr>
          <p:nvPr/>
        </p:nvPicPr>
        <p:blipFill>
          <a:blip r:embed="rId3"/>
          <a:srcRect l="4656" r="4656"/>
          <a:stretch>
            <a:fillRect/>
          </a:stretch>
        </p:blipFill>
        <p:spPr>
          <a:xfrm>
            <a:off x="6939887" y="0"/>
            <a:ext cx="5252113" cy="6858000"/>
          </a:xfrm>
          <a:prstGeom prst="rect">
            <a:avLst/>
          </a:prstGeom>
        </p:spPr>
      </p:pic>
      <p:sp>
        <p:nvSpPr>
          <p:cNvPr id="5" name="shape-4">
            <a:extLst>
              <a:ext uri="{FF2B5EF4-FFF2-40B4-BE49-F238E27FC236}">
                <a16:creationId xmlns:a16="http://schemas.microsoft.com/office/drawing/2014/main" id="{EABBC4D3-A7B9-4C1C-937E-D51AFECEFA1E}"/>
              </a:ext>
            </a:extLst>
          </p:cNvPr>
          <p:cNvSpPr>
            <a:spLocks noGrp="1"/>
          </p:cNvSpPr>
          <p:nvPr/>
        </p:nvSpPr>
        <p:spPr>
          <a:xfrm>
            <a:off x="590550" y="876300"/>
            <a:ext cx="6762750" cy="323850"/>
          </a:xfrm>
          <a:prstGeom prst="rect">
            <a:avLst/>
          </a:prstGeom>
          <a:noFill/>
          <a:ln w="0">
            <a:noFill/>
          </a:ln>
        </p:spPr>
        <p:txBody>
          <a:bodyPr wrap="square" lIns="0" tIns="0" rIns="0" bIns="0" anchor="t">
            <a:noAutofit/>
          </a:bodyPr>
          <a:lstStyle>
            <a:defPPr algn="l">
              <a:defRPr sz="1725" b="1">
                <a:solidFill>
                  <a:srgbClr val="15171C"/>
                </a:solidFill>
                <a:latin typeface="Malgun Gothic"/>
                <a:ea typeface="Malgun Gothic"/>
                <a:cs typeface="Malgun Gothic"/>
              </a:defRPr>
            </a:defPPr>
            <a:lvl1pPr algn="l">
              <a:buNone/>
              <a:defRPr sz="1725" b="1">
                <a:solidFill>
                  <a:srgbClr val="15171C"/>
                </a:solidFill>
                <a:latin typeface="Malgun Gothic"/>
                <a:ea typeface="Malgun Gothic"/>
                <a:cs typeface="Malgun Gothic"/>
              </a:defRPr>
            </a:lvl1pPr>
            <a:lvl2pPr algn="l">
              <a:buNone/>
              <a:defRPr sz="1725" b="1">
                <a:solidFill>
                  <a:srgbClr val="15171C"/>
                </a:solidFill>
                <a:latin typeface="Malgun Gothic"/>
                <a:ea typeface="Malgun Gothic"/>
                <a:cs typeface="Malgun Gothic"/>
              </a:defRPr>
            </a:lvl2pPr>
            <a:lvl3pPr algn="l">
              <a:buNone/>
              <a:defRPr sz="1725" b="1">
                <a:solidFill>
                  <a:srgbClr val="15171C"/>
                </a:solidFill>
                <a:latin typeface="Malgun Gothic"/>
                <a:ea typeface="Malgun Gothic"/>
                <a:cs typeface="Malgun Gothic"/>
              </a:defRPr>
            </a:lvl3pPr>
            <a:lvl4pPr algn="l">
              <a:buNone/>
              <a:defRPr sz="1725" b="1">
                <a:solidFill>
                  <a:srgbClr val="15171C"/>
                </a:solidFill>
                <a:latin typeface="Malgun Gothic"/>
                <a:ea typeface="Malgun Gothic"/>
                <a:cs typeface="Malgun Gothic"/>
              </a:defRPr>
            </a:lvl4pPr>
            <a:lvl5pPr algn="l">
              <a:buNone/>
              <a:defRPr sz="1725" b="1">
                <a:solidFill>
                  <a:srgbClr val="15171C"/>
                </a:solidFill>
                <a:latin typeface="Malgun Gothic"/>
                <a:ea typeface="Malgun Gothic"/>
                <a:cs typeface="Malgun Gothic"/>
              </a:defRPr>
            </a:lvl5pPr>
            <a:lvl6pPr algn="l">
              <a:buNone/>
              <a:defRPr sz="1725" b="1">
                <a:solidFill>
                  <a:srgbClr val="15171C"/>
                </a:solidFill>
                <a:latin typeface="Malgun Gothic"/>
                <a:ea typeface="Malgun Gothic"/>
                <a:cs typeface="Malgun Gothic"/>
              </a:defRPr>
            </a:lvl6pPr>
            <a:lvl7pPr algn="l">
              <a:buNone/>
              <a:defRPr sz="1725" b="1">
                <a:solidFill>
                  <a:srgbClr val="15171C"/>
                </a:solidFill>
                <a:latin typeface="Malgun Gothic"/>
                <a:ea typeface="Malgun Gothic"/>
                <a:cs typeface="Malgun Gothic"/>
              </a:defRPr>
            </a:lvl7pPr>
            <a:lvl8pPr algn="l">
              <a:buNone/>
              <a:defRPr sz="1725" b="1">
                <a:solidFill>
                  <a:srgbClr val="15171C"/>
                </a:solidFill>
                <a:latin typeface="Malgun Gothic"/>
                <a:ea typeface="Malgun Gothic"/>
                <a:cs typeface="Malgun Gothic"/>
              </a:defRPr>
            </a:lvl8pPr>
            <a:lvl9pPr algn="l">
              <a:buNone/>
              <a:defRPr sz="1725" b="1">
                <a:solidFill>
                  <a:srgbClr val="15171C"/>
                </a:solidFill>
                <a:latin typeface="Malgun Gothic"/>
                <a:ea typeface="Malgun Gothic"/>
                <a:cs typeface="Malgun Gothic"/>
              </a:defRPr>
            </a:lvl9pPr>
          </a:lstStyle>
          <a:p>
            <a:pPr algn="l">
              <a:buNone/>
              <a:defRPr sz="1725" b="1">
                <a:solidFill>
                  <a:srgbClr val="15171C"/>
                </a:solidFill>
                <a:latin typeface="Malgun Gothic"/>
                <a:ea typeface="Malgun Gothic"/>
                <a:cs typeface="Malgun Gothic"/>
              </a:defRPr>
            </a:pPr>
            <a:r>
              <a:rPr sz="1725" b="1">
                <a:solidFill>
                  <a:srgbClr val="15171C"/>
                </a:solidFill>
                <a:latin typeface="Malgun Gothic"/>
                <a:ea typeface="Malgun Gothic"/>
                <a:cs typeface="Malgun Gothic"/>
              </a:rPr>
              <a:t>ChatGPT · Copilot · Codex</a:t>
            </a:r>
          </a:p>
        </p:txBody>
      </p:sp>
      <p:sp>
        <p:nvSpPr>
          <p:cNvPr id="6" name="shape-5">
            <a:extLst>
              <a:ext uri="{FF2B5EF4-FFF2-40B4-BE49-F238E27FC236}">
                <a16:creationId xmlns:a16="http://schemas.microsoft.com/office/drawing/2014/main" id="{F384E2AB-51E2-442E-BACB-FA753D5DE51F}"/>
              </a:ext>
            </a:extLst>
          </p:cNvPr>
          <p:cNvSpPr>
            <a:spLocks noGrp="1"/>
          </p:cNvSpPr>
          <p:nvPr/>
        </p:nvSpPr>
        <p:spPr>
          <a:xfrm>
            <a:off x="571500" y="1752600"/>
            <a:ext cx="7143750" cy="638175"/>
          </a:xfrm>
          <a:prstGeom prst="rect">
            <a:avLst/>
          </a:prstGeom>
          <a:noFill/>
          <a:ln w="0">
            <a:noFill/>
          </a:ln>
        </p:spPr>
        <p:txBody>
          <a:bodyPr wrap="square" lIns="0" tIns="0" rIns="0" bIns="0" anchor="t">
            <a:noAutofit/>
          </a:bodyPr>
          <a:lstStyle>
            <a:defPPr algn="l">
              <a:defRPr sz="3375" b="1">
                <a:solidFill>
                  <a:srgbClr val="15171C"/>
                </a:solidFill>
                <a:latin typeface="Malgun Gothic"/>
                <a:ea typeface="Malgun Gothic"/>
                <a:cs typeface="Malgun Gothic"/>
              </a:defRPr>
            </a:defPPr>
            <a:lvl1pPr algn="l">
              <a:buNone/>
              <a:defRPr sz="3375" b="1">
                <a:solidFill>
                  <a:srgbClr val="15171C"/>
                </a:solidFill>
                <a:latin typeface="Malgun Gothic"/>
                <a:ea typeface="Malgun Gothic"/>
                <a:cs typeface="Malgun Gothic"/>
              </a:defRPr>
            </a:lvl1pPr>
            <a:lvl2pPr algn="l">
              <a:buNone/>
              <a:defRPr sz="3375" b="1">
                <a:solidFill>
                  <a:srgbClr val="15171C"/>
                </a:solidFill>
                <a:latin typeface="Malgun Gothic"/>
                <a:ea typeface="Malgun Gothic"/>
                <a:cs typeface="Malgun Gothic"/>
              </a:defRPr>
            </a:lvl2pPr>
            <a:lvl3pPr algn="l">
              <a:buNone/>
              <a:defRPr sz="3375" b="1">
                <a:solidFill>
                  <a:srgbClr val="15171C"/>
                </a:solidFill>
                <a:latin typeface="Malgun Gothic"/>
                <a:ea typeface="Malgun Gothic"/>
                <a:cs typeface="Malgun Gothic"/>
              </a:defRPr>
            </a:lvl3pPr>
            <a:lvl4pPr algn="l">
              <a:buNone/>
              <a:defRPr sz="3375" b="1">
                <a:solidFill>
                  <a:srgbClr val="15171C"/>
                </a:solidFill>
                <a:latin typeface="Malgun Gothic"/>
                <a:ea typeface="Malgun Gothic"/>
                <a:cs typeface="Malgun Gothic"/>
              </a:defRPr>
            </a:lvl4pPr>
            <a:lvl5pPr algn="l">
              <a:buNone/>
              <a:defRPr sz="3375" b="1">
                <a:solidFill>
                  <a:srgbClr val="15171C"/>
                </a:solidFill>
                <a:latin typeface="Malgun Gothic"/>
                <a:ea typeface="Malgun Gothic"/>
                <a:cs typeface="Malgun Gothic"/>
              </a:defRPr>
            </a:lvl5pPr>
            <a:lvl6pPr algn="l">
              <a:buNone/>
              <a:defRPr sz="3375" b="1">
                <a:solidFill>
                  <a:srgbClr val="15171C"/>
                </a:solidFill>
                <a:latin typeface="Malgun Gothic"/>
                <a:ea typeface="Malgun Gothic"/>
                <a:cs typeface="Malgun Gothic"/>
              </a:defRPr>
            </a:lvl6pPr>
            <a:lvl7pPr algn="l">
              <a:buNone/>
              <a:defRPr sz="3375" b="1">
                <a:solidFill>
                  <a:srgbClr val="15171C"/>
                </a:solidFill>
                <a:latin typeface="Malgun Gothic"/>
                <a:ea typeface="Malgun Gothic"/>
                <a:cs typeface="Malgun Gothic"/>
              </a:defRPr>
            </a:lvl7pPr>
            <a:lvl8pPr algn="l">
              <a:buNone/>
              <a:defRPr sz="3375" b="1">
                <a:solidFill>
                  <a:srgbClr val="15171C"/>
                </a:solidFill>
                <a:latin typeface="Malgun Gothic"/>
                <a:ea typeface="Malgun Gothic"/>
                <a:cs typeface="Malgun Gothic"/>
              </a:defRPr>
            </a:lvl8pPr>
            <a:lvl9pPr algn="l">
              <a:buNone/>
              <a:defRPr sz="3375" b="1">
                <a:solidFill>
                  <a:srgbClr val="15171C"/>
                </a:solidFill>
                <a:latin typeface="Malgun Gothic"/>
                <a:ea typeface="Malgun Gothic"/>
                <a:cs typeface="Malgun Gothic"/>
              </a:defRPr>
            </a:lvl9pPr>
          </a:lstStyle>
          <a:p>
            <a:pPr algn="l">
              <a:buNone/>
              <a:defRPr sz="3375" b="1">
                <a:solidFill>
                  <a:srgbClr val="15171C"/>
                </a:solidFill>
                <a:latin typeface="Malgun Gothic"/>
                <a:ea typeface="Malgun Gothic"/>
                <a:cs typeface="Malgun Gothic"/>
              </a:defRPr>
            </a:pPr>
            <a:r>
              <a:rPr sz="3375" b="1" dirty="0">
                <a:solidFill>
                  <a:srgbClr val="15171C"/>
                </a:solidFill>
                <a:latin typeface="Malgun Gothic"/>
                <a:ea typeface="Malgun Gothic"/>
                <a:cs typeface="Malgun Gothic"/>
              </a:rPr>
              <a:t>1회기 </a:t>
            </a:r>
            <a:r>
              <a:rPr sz="3375" b="1" dirty="0" err="1">
                <a:solidFill>
                  <a:srgbClr val="15171C"/>
                </a:solidFill>
                <a:latin typeface="Malgun Gothic"/>
                <a:ea typeface="Malgun Gothic"/>
                <a:cs typeface="Malgun Gothic"/>
              </a:rPr>
              <a:t>질문</a:t>
            </a:r>
            <a:r>
              <a:rPr sz="3375" b="1" dirty="0">
                <a:solidFill>
                  <a:srgbClr val="15171C"/>
                </a:solidFill>
                <a:latin typeface="Malgun Gothic"/>
                <a:ea typeface="Malgun Gothic"/>
                <a:cs typeface="Malgun Gothic"/>
              </a:rPr>
              <a:t> </a:t>
            </a:r>
            <a:r>
              <a:rPr sz="3375" b="1" dirty="0" err="1">
                <a:solidFill>
                  <a:srgbClr val="15171C"/>
                </a:solidFill>
                <a:latin typeface="Malgun Gothic"/>
                <a:ea typeface="Malgun Gothic"/>
                <a:cs typeface="Malgun Gothic"/>
              </a:rPr>
              <a:t>설계와</a:t>
            </a:r>
            <a:r>
              <a:rPr sz="3375" b="1" dirty="0">
                <a:solidFill>
                  <a:srgbClr val="15171C"/>
                </a:solidFill>
                <a:latin typeface="Malgun Gothic"/>
                <a:ea typeface="Malgun Gothic"/>
                <a:cs typeface="Malgun Gothic"/>
              </a:rPr>
              <a:t> </a:t>
            </a:r>
            <a:r>
              <a:rPr sz="3375" b="1" dirty="0" err="1">
                <a:solidFill>
                  <a:srgbClr val="15171C"/>
                </a:solidFill>
                <a:latin typeface="Malgun Gothic"/>
                <a:ea typeface="Malgun Gothic"/>
                <a:cs typeface="Malgun Gothic"/>
              </a:rPr>
              <a:t>기획</a:t>
            </a:r>
            <a:endParaRPr sz="3375" b="1" dirty="0">
              <a:solidFill>
                <a:srgbClr val="15171C"/>
              </a:solidFill>
              <a:latin typeface="Malgun Gothic"/>
              <a:ea typeface="Malgun Gothic"/>
              <a:cs typeface="Malgun Gothic"/>
            </a:endParaRPr>
          </a:p>
        </p:txBody>
      </p:sp>
      <p:sp>
        <p:nvSpPr>
          <p:cNvPr id="7" name="shape-6">
            <a:extLst>
              <a:ext uri="{FF2B5EF4-FFF2-40B4-BE49-F238E27FC236}">
                <a16:creationId xmlns:a16="http://schemas.microsoft.com/office/drawing/2014/main" id="{FC860025-6C31-40AD-B8B8-D383A7EA8EF5}"/>
              </a:ext>
            </a:extLst>
          </p:cNvPr>
          <p:cNvSpPr>
            <a:spLocks noGrp="1"/>
          </p:cNvSpPr>
          <p:nvPr/>
        </p:nvSpPr>
        <p:spPr>
          <a:xfrm>
            <a:off x="552450" y="2514600"/>
            <a:ext cx="7429500" cy="981075"/>
          </a:xfrm>
          <a:prstGeom prst="rect">
            <a:avLst/>
          </a:prstGeom>
          <a:noFill/>
          <a:ln w="0">
            <a:noFill/>
          </a:ln>
        </p:spPr>
        <p:txBody>
          <a:bodyPr wrap="square" lIns="0" tIns="0" rIns="0" bIns="0" anchor="t">
            <a:noAutofit/>
          </a:bodyPr>
          <a:lstStyle>
            <a:defPPr algn="l">
              <a:defRPr sz="5250" b="1">
                <a:solidFill>
                  <a:srgbClr val="213EDB"/>
                </a:solidFill>
                <a:latin typeface="Malgun Gothic"/>
                <a:ea typeface="Malgun Gothic"/>
                <a:cs typeface="Malgun Gothic"/>
              </a:defRPr>
            </a:defPPr>
            <a:lvl1pPr algn="l">
              <a:buNone/>
              <a:defRPr sz="5250" b="1">
                <a:solidFill>
                  <a:srgbClr val="213EDB"/>
                </a:solidFill>
                <a:latin typeface="Malgun Gothic"/>
                <a:ea typeface="Malgun Gothic"/>
                <a:cs typeface="Malgun Gothic"/>
              </a:defRPr>
            </a:lvl1pPr>
            <a:lvl2pPr algn="l">
              <a:buNone/>
              <a:defRPr sz="5250" b="1">
                <a:solidFill>
                  <a:srgbClr val="213EDB"/>
                </a:solidFill>
                <a:latin typeface="Malgun Gothic"/>
                <a:ea typeface="Malgun Gothic"/>
                <a:cs typeface="Malgun Gothic"/>
              </a:defRPr>
            </a:lvl2pPr>
            <a:lvl3pPr algn="l">
              <a:buNone/>
              <a:defRPr sz="5250" b="1">
                <a:solidFill>
                  <a:srgbClr val="213EDB"/>
                </a:solidFill>
                <a:latin typeface="Malgun Gothic"/>
                <a:ea typeface="Malgun Gothic"/>
                <a:cs typeface="Malgun Gothic"/>
              </a:defRPr>
            </a:lvl3pPr>
            <a:lvl4pPr algn="l">
              <a:buNone/>
              <a:defRPr sz="5250" b="1">
                <a:solidFill>
                  <a:srgbClr val="213EDB"/>
                </a:solidFill>
                <a:latin typeface="Malgun Gothic"/>
                <a:ea typeface="Malgun Gothic"/>
                <a:cs typeface="Malgun Gothic"/>
              </a:defRPr>
            </a:lvl4pPr>
            <a:lvl5pPr algn="l">
              <a:buNone/>
              <a:defRPr sz="5250" b="1">
                <a:solidFill>
                  <a:srgbClr val="213EDB"/>
                </a:solidFill>
                <a:latin typeface="Malgun Gothic"/>
                <a:ea typeface="Malgun Gothic"/>
                <a:cs typeface="Malgun Gothic"/>
              </a:defRPr>
            </a:lvl5pPr>
            <a:lvl6pPr algn="l">
              <a:buNone/>
              <a:defRPr sz="5250" b="1">
                <a:solidFill>
                  <a:srgbClr val="213EDB"/>
                </a:solidFill>
                <a:latin typeface="Malgun Gothic"/>
                <a:ea typeface="Malgun Gothic"/>
                <a:cs typeface="Malgun Gothic"/>
              </a:defRPr>
            </a:lvl6pPr>
            <a:lvl7pPr algn="l">
              <a:buNone/>
              <a:defRPr sz="5250" b="1">
                <a:solidFill>
                  <a:srgbClr val="213EDB"/>
                </a:solidFill>
                <a:latin typeface="Malgun Gothic"/>
                <a:ea typeface="Malgun Gothic"/>
                <a:cs typeface="Malgun Gothic"/>
              </a:defRPr>
            </a:lvl7pPr>
            <a:lvl8pPr algn="l">
              <a:buNone/>
              <a:defRPr sz="5250" b="1">
                <a:solidFill>
                  <a:srgbClr val="213EDB"/>
                </a:solidFill>
                <a:latin typeface="Malgun Gothic"/>
                <a:ea typeface="Malgun Gothic"/>
                <a:cs typeface="Malgun Gothic"/>
              </a:defRPr>
            </a:lvl8pPr>
            <a:lvl9pPr algn="l">
              <a:buNone/>
              <a:defRPr sz="5250" b="1">
                <a:solidFill>
                  <a:srgbClr val="213EDB"/>
                </a:solidFill>
                <a:latin typeface="Malgun Gothic"/>
                <a:ea typeface="Malgun Gothic"/>
                <a:cs typeface="Malgun Gothic"/>
              </a:defRPr>
            </a:lvl9pPr>
          </a:lstStyle>
          <a:p>
            <a:pPr algn="l">
              <a:buNone/>
              <a:defRPr sz="5250" b="1">
                <a:solidFill>
                  <a:srgbClr val="213EDB"/>
                </a:solidFill>
                <a:latin typeface="Malgun Gothic"/>
                <a:ea typeface="Malgun Gothic"/>
                <a:cs typeface="Malgun Gothic"/>
              </a:defRPr>
            </a:pPr>
            <a:r>
              <a:rPr sz="5250" b="1">
                <a:solidFill>
                  <a:srgbClr val="213EDB"/>
                </a:solidFill>
                <a:latin typeface="Malgun Gothic"/>
                <a:ea typeface="Malgun Gothic"/>
                <a:cs typeface="Malgun Gothic"/>
              </a:rPr>
              <a:t>AI 기획 실무</a:t>
            </a:r>
          </a:p>
        </p:txBody>
      </p:sp>
      <p:sp>
        <p:nvSpPr>
          <p:cNvPr id="8" name="shape-7">
            <a:extLst>
              <a:ext uri="{FF2B5EF4-FFF2-40B4-BE49-F238E27FC236}">
                <a16:creationId xmlns:a16="http://schemas.microsoft.com/office/drawing/2014/main" id="{6F7DA21A-E778-4CAB-9098-90A2DE041817}"/>
              </a:ext>
            </a:extLst>
          </p:cNvPr>
          <p:cNvSpPr>
            <a:spLocks noGrp="1"/>
          </p:cNvSpPr>
          <p:nvPr/>
        </p:nvSpPr>
        <p:spPr>
          <a:xfrm>
            <a:off x="590550" y="3714750"/>
            <a:ext cx="7143750" cy="523875"/>
          </a:xfrm>
          <a:prstGeom prst="rect">
            <a:avLst/>
          </a:prstGeom>
          <a:noFill/>
          <a:ln w="0">
            <a:noFill/>
          </a:ln>
        </p:spPr>
        <p:txBody>
          <a:bodyPr wrap="square" lIns="0" tIns="0" rIns="0" bIns="0" anchor="t">
            <a:noAutofit/>
          </a:bodyPr>
          <a:lstStyle>
            <a:defPPr algn="l">
              <a:defRPr sz="2400" b="1">
                <a:solidFill>
                  <a:srgbClr val="101456"/>
                </a:solidFill>
                <a:latin typeface="Malgun Gothic"/>
                <a:ea typeface="Malgun Gothic"/>
                <a:cs typeface="Malgun Gothic"/>
              </a:defRPr>
            </a:defPPr>
            <a:lvl1pPr algn="l">
              <a:buNone/>
              <a:defRPr sz="2400" b="1">
                <a:solidFill>
                  <a:srgbClr val="101456"/>
                </a:solidFill>
                <a:latin typeface="Malgun Gothic"/>
                <a:ea typeface="Malgun Gothic"/>
                <a:cs typeface="Malgun Gothic"/>
              </a:defRPr>
            </a:lvl1pPr>
            <a:lvl2pPr algn="l">
              <a:buNone/>
              <a:defRPr sz="2400" b="1">
                <a:solidFill>
                  <a:srgbClr val="101456"/>
                </a:solidFill>
                <a:latin typeface="Malgun Gothic"/>
                <a:ea typeface="Malgun Gothic"/>
                <a:cs typeface="Malgun Gothic"/>
              </a:defRPr>
            </a:lvl2pPr>
            <a:lvl3pPr algn="l">
              <a:buNone/>
              <a:defRPr sz="2400" b="1">
                <a:solidFill>
                  <a:srgbClr val="101456"/>
                </a:solidFill>
                <a:latin typeface="Malgun Gothic"/>
                <a:ea typeface="Malgun Gothic"/>
                <a:cs typeface="Malgun Gothic"/>
              </a:defRPr>
            </a:lvl3pPr>
            <a:lvl4pPr algn="l">
              <a:buNone/>
              <a:defRPr sz="2400" b="1">
                <a:solidFill>
                  <a:srgbClr val="101456"/>
                </a:solidFill>
                <a:latin typeface="Malgun Gothic"/>
                <a:ea typeface="Malgun Gothic"/>
                <a:cs typeface="Malgun Gothic"/>
              </a:defRPr>
            </a:lvl4pPr>
            <a:lvl5pPr algn="l">
              <a:buNone/>
              <a:defRPr sz="2400" b="1">
                <a:solidFill>
                  <a:srgbClr val="101456"/>
                </a:solidFill>
                <a:latin typeface="Malgun Gothic"/>
                <a:ea typeface="Malgun Gothic"/>
                <a:cs typeface="Malgun Gothic"/>
              </a:defRPr>
            </a:lvl5pPr>
            <a:lvl6pPr algn="l">
              <a:buNone/>
              <a:defRPr sz="2400" b="1">
                <a:solidFill>
                  <a:srgbClr val="101456"/>
                </a:solidFill>
                <a:latin typeface="Malgun Gothic"/>
                <a:ea typeface="Malgun Gothic"/>
                <a:cs typeface="Malgun Gothic"/>
              </a:defRPr>
            </a:lvl6pPr>
            <a:lvl7pPr algn="l">
              <a:buNone/>
              <a:defRPr sz="2400" b="1">
                <a:solidFill>
                  <a:srgbClr val="101456"/>
                </a:solidFill>
                <a:latin typeface="Malgun Gothic"/>
                <a:ea typeface="Malgun Gothic"/>
                <a:cs typeface="Malgun Gothic"/>
              </a:defRPr>
            </a:lvl7pPr>
            <a:lvl8pPr algn="l">
              <a:buNone/>
              <a:defRPr sz="2400" b="1">
                <a:solidFill>
                  <a:srgbClr val="101456"/>
                </a:solidFill>
                <a:latin typeface="Malgun Gothic"/>
                <a:ea typeface="Malgun Gothic"/>
                <a:cs typeface="Malgun Gothic"/>
              </a:defRPr>
            </a:lvl8pPr>
            <a:lvl9pPr algn="l">
              <a:buNone/>
              <a:defRPr sz="2400" b="1">
                <a:solidFill>
                  <a:srgbClr val="101456"/>
                </a:solidFill>
                <a:latin typeface="Malgun Gothic"/>
                <a:ea typeface="Malgun Gothic"/>
                <a:cs typeface="Malgun Gothic"/>
              </a:defRPr>
            </a:lvl9pPr>
          </a:lstStyle>
          <a:p>
            <a:pPr algn="l">
              <a:buNone/>
              <a:defRPr sz="2400" b="1">
                <a:solidFill>
                  <a:srgbClr val="101456"/>
                </a:solidFill>
                <a:latin typeface="Malgun Gothic"/>
                <a:ea typeface="Malgun Gothic"/>
                <a:cs typeface="Malgun Gothic"/>
              </a:defRPr>
            </a:pPr>
            <a:r>
              <a:rPr sz="2400" b="1">
                <a:solidFill>
                  <a:srgbClr val="101456"/>
                </a:solidFill>
                <a:latin typeface="Malgun Gothic"/>
                <a:ea typeface="Malgun Gothic"/>
                <a:cs typeface="Malgun Gothic"/>
              </a:rPr>
              <a:t>내 직무의 자료로 기획 초안 만들기</a:t>
            </a:r>
          </a:p>
        </p:txBody>
      </p:sp>
      <p:sp>
        <p:nvSpPr>
          <p:cNvPr id="9" name="shape-8">
            <a:extLst>
              <a:ext uri="{FF2B5EF4-FFF2-40B4-BE49-F238E27FC236}">
                <a16:creationId xmlns:a16="http://schemas.microsoft.com/office/drawing/2014/main" id="{E460B409-A195-4C4B-AFB1-684ED19FBA7B}"/>
              </a:ext>
            </a:extLst>
          </p:cNvPr>
          <p:cNvSpPr>
            <a:spLocks noGrp="1"/>
          </p:cNvSpPr>
          <p:nvPr/>
        </p:nvSpPr>
        <p:spPr>
          <a:xfrm>
            <a:off x="609600" y="5019675"/>
            <a:ext cx="6762750" cy="342900"/>
          </a:xfrm>
          <a:prstGeom prst="rect">
            <a:avLst/>
          </a:prstGeom>
          <a:noFill/>
          <a:ln w="0">
            <a:noFill/>
          </a:ln>
        </p:spPr>
        <p:txBody>
          <a:bodyPr wrap="square" lIns="0" tIns="0" rIns="0" bIns="0" anchor="t">
            <a:noAutofit/>
          </a:bodyPr>
          <a:lstStyle>
            <a:defPPr algn="l">
              <a:defRPr sz="1650" b="0">
                <a:solidFill>
                  <a:srgbClr val="616773"/>
                </a:solidFill>
                <a:latin typeface="Malgun Gothic"/>
                <a:ea typeface="Malgun Gothic"/>
                <a:cs typeface="Malgun Gothic"/>
              </a:defRPr>
            </a:defPPr>
            <a:lvl1pPr algn="l">
              <a:buNone/>
              <a:defRPr sz="1650" b="0">
                <a:solidFill>
                  <a:srgbClr val="616773"/>
                </a:solidFill>
                <a:latin typeface="Malgun Gothic"/>
                <a:ea typeface="Malgun Gothic"/>
                <a:cs typeface="Malgun Gothic"/>
              </a:defRPr>
            </a:lvl1pPr>
            <a:lvl2pPr algn="l">
              <a:buNone/>
              <a:defRPr sz="1650" b="0">
                <a:solidFill>
                  <a:srgbClr val="616773"/>
                </a:solidFill>
                <a:latin typeface="Malgun Gothic"/>
                <a:ea typeface="Malgun Gothic"/>
                <a:cs typeface="Malgun Gothic"/>
              </a:defRPr>
            </a:lvl2pPr>
            <a:lvl3pPr algn="l">
              <a:buNone/>
              <a:defRPr sz="1650" b="0">
                <a:solidFill>
                  <a:srgbClr val="616773"/>
                </a:solidFill>
                <a:latin typeface="Malgun Gothic"/>
                <a:ea typeface="Malgun Gothic"/>
                <a:cs typeface="Malgun Gothic"/>
              </a:defRPr>
            </a:lvl3pPr>
            <a:lvl4pPr algn="l">
              <a:buNone/>
              <a:defRPr sz="1650" b="0">
                <a:solidFill>
                  <a:srgbClr val="616773"/>
                </a:solidFill>
                <a:latin typeface="Malgun Gothic"/>
                <a:ea typeface="Malgun Gothic"/>
                <a:cs typeface="Malgun Gothic"/>
              </a:defRPr>
            </a:lvl4pPr>
            <a:lvl5pPr algn="l">
              <a:buNone/>
              <a:defRPr sz="1650" b="0">
                <a:solidFill>
                  <a:srgbClr val="616773"/>
                </a:solidFill>
                <a:latin typeface="Malgun Gothic"/>
                <a:ea typeface="Malgun Gothic"/>
                <a:cs typeface="Malgun Gothic"/>
              </a:defRPr>
            </a:lvl5pPr>
            <a:lvl6pPr algn="l">
              <a:buNone/>
              <a:defRPr sz="1650" b="0">
                <a:solidFill>
                  <a:srgbClr val="616773"/>
                </a:solidFill>
                <a:latin typeface="Malgun Gothic"/>
                <a:ea typeface="Malgun Gothic"/>
                <a:cs typeface="Malgun Gothic"/>
              </a:defRPr>
            </a:lvl6pPr>
            <a:lvl7pPr algn="l">
              <a:buNone/>
              <a:defRPr sz="1650" b="0">
                <a:solidFill>
                  <a:srgbClr val="616773"/>
                </a:solidFill>
                <a:latin typeface="Malgun Gothic"/>
                <a:ea typeface="Malgun Gothic"/>
                <a:cs typeface="Malgun Gothic"/>
              </a:defRPr>
            </a:lvl7pPr>
            <a:lvl8pPr algn="l">
              <a:buNone/>
              <a:defRPr sz="1650" b="0">
                <a:solidFill>
                  <a:srgbClr val="616773"/>
                </a:solidFill>
                <a:latin typeface="Malgun Gothic"/>
                <a:ea typeface="Malgun Gothic"/>
                <a:cs typeface="Malgun Gothic"/>
              </a:defRPr>
            </a:lvl8pPr>
            <a:lvl9pPr algn="l">
              <a:buNone/>
              <a:defRPr sz="1650" b="0">
                <a:solidFill>
                  <a:srgbClr val="616773"/>
                </a:solidFill>
                <a:latin typeface="Malgun Gothic"/>
                <a:ea typeface="Malgun Gothic"/>
                <a:cs typeface="Malgun Gothic"/>
              </a:defRPr>
            </a:lvl9pPr>
          </a:lstStyle>
          <a:p>
            <a:pPr algn="l">
              <a:buNone/>
              <a:defRPr sz="1650" b="0">
                <a:solidFill>
                  <a:srgbClr val="616773"/>
                </a:solidFill>
                <a:latin typeface="Malgun Gothic"/>
                <a:ea typeface="Malgun Gothic"/>
                <a:cs typeface="Malgun Gothic"/>
              </a:defRPr>
            </a:pPr>
            <a:r>
              <a:rPr sz="1650" b="0">
                <a:solidFill>
                  <a:srgbClr val="616773"/>
                </a:solidFill>
                <a:latin typeface="Malgun Gothic"/>
                <a:ea typeface="Malgun Gothic"/>
                <a:cs typeface="Malgun Gothic"/>
              </a:rPr>
              <a:t>1회기 3시간  |  50분 수업 + 10분 휴식</a:t>
            </a:r>
          </a:p>
        </p:txBody>
      </p:sp>
      <p:sp>
        <p:nvSpPr>
          <p:cNvPr id="10" name="shape-9">
            <a:extLst>
              <a:ext uri="{FF2B5EF4-FFF2-40B4-BE49-F238E27FC236}">
                <a16:creationId xmlns:a16="http://schemas.microsoft.com/office/drawing/2014/main" id="{33677E68-D917-4942-BA27-1BA9F926B17E}"/>
              </a:ext>
            </a:extLst>
          </p:cNvPr>
          <p:cNvSpPr>
            <a:spLocks noGrp="1"/>
          </p:cNvSpPr>
          <p:nvPr/>
        </p:nvSpPr>
        <p:spPr>
          <a:xfrm>
            <a:off x="609600" y="5495925"/>
            <a:ext cx="6858000" cy="333375"/>
          </a:xfrm>
          <a:prstGeom prst="rect">
            <a:avLst/>
          </a:prstGeom>
          <a:noFill/>
          <a:ln w="0">
            <a:noFill/>
          </a:ln>
        </p:spPr>
        <p:txBody>
          <a:bodyPr wrap="square" lIns="0" tIns="0" rIns="0" bIns="0" anchor="t">
            <a:noAutofit/>
          </a:bodyPr>
          <a:lstStyle>
            <a:defPPr algn="l">
              <a:defRPr sz="1500" b="0">
                <a:solidFill>
                  <a:srgbClr val="616773"/>
                </a:solidFill>
                <a:latin typeface="Malgun Gothic"/>
                <a:ea typeface="Malgun Gothic"/>
                <a:cs typeface="Malgun Gothic"/>
              </a:defRPr>
            </a:defPPr>
            <a:lvl1pPr algn="l">
              <a:buNone/>
              <a:defRPr sz="1500" b="0">
                <a:solidFill>
                  <a:srgbClr val="616773"/>
                </a:solidFill>
                <a:latin typeface="Malgun Gothic"/>
                <a:ea typeface="Malgun Gothic"/>
                <a:cs typeface="Malgun Gothic"/>
              </a:defRPr>
            </a:lvl1pPr>
            <a:lvl2pPr algn="l">
              <a:buNone/>
              <a:defRPr sz="1500" b="0">
                <a:solidFill>
                  <a:srgbClr val="616773"/>
                </a:solidFill>
                <a:latin typeface="Malgun Gothic"/>
                <a:ea typeface="Malgun Gothic"/>
                <a:cs typeface="Malgun Gothic"/>
              </a:defRPr>
            </a:lvl2pPr>
            <a:lvl3pPr algn="l">
              <a:buNone/>
              <a:defRPr sz="1500" b="0">
                <a:solidFill>
                  <a:srgbClr val="616773"/>
                </a:solidFill>
                <a:latin typeface="Malgun Gothic"/>
                <a:ea typeface="Malgun Gothic"/>
                <a:cs typeface="Malgun Gothic"/>
              </a:defRPr>
            </a:lvl3pPr>
            <a:lvl4pPr algn="l">
              <a:buNone/>
              <a:defRPr sz="1500" b="0">
                <a:solidFill>
                  <a:srgbClr val="616773"/>
                </a:solidFill>
                <a:latin typeface="Malgun Gothic"/>
                <a:ea typeface="Malgun Gothic"/>
                <a:cs typeface="Malgun Gothic"/>
              </a:defRPr>
            </a:lvl4pPr>
            <a:lvl5pPr algn="l">
              <a:buNone/>
              <a:defRPr sz="1500" b="0">
                <a:solidFill>
                  <a:srgbClr val="616773"/>
                </a:solidFill>
                <a:latin typeface="Malgun Gothic"/>
                <a:ea typeface="Malgun Gothic"/>
                <a:cs typeface="Malgun Gothic"/>
              </a:defRPr>
            </a:lvl5pPr>
            <a:lvl6pPr algn="l">
              <a:buNone/>
              <a:defRPr sz="1500" b="0">
                <a:solidFill>
                  <a:srgbClr val="616773"/>
                </a:solidFill>
                <a:latin typeface="Malgun Gothic"/>
                <a:ea typeface="Malgun Gothic"/>
                <a:cs typeface="Malgun Gothic"/>
              </a:defRPr>
            </a:lvl6pPr>
            <a:lvl7pPr algn="l">
              <a:buNone/>
              <a:defRPr sz="1500" b="0">
                <a:solidFill>
                  <a:srgbClr val="616773"/>
                </a:solidFill>
                <a:latin typeface="Malgun Gothic"/>
                <a:ea typeface="Malgun Gothic"/>
                <a:cs typeface="Malgun Gothic"/>
              </a:defRPr>
            </a:lvl7pPr>
            <a:lvl8pPr algn="l">
              <a:buNone/>
              <a:defRPr sz="1500" b="0">
                <a:solidFill>
                  <a:srgbClr val="616773"/>
                </a:solidFill>
                <a:latin typeface="Malgun Gothic"/>
                <a:ea typeface="Malgun Gothic"/>
                <a:cs typeface="Malgun Gothic"/>
              </a:defRPr>
            </a:lvl8pPr>
            <a:lvl9pPr algn="l">
              <a:buNone/>
              <a:defRPr sz="1500" b="0">
                <a:solidFill>
                  <a:srgbClr val="616773"/>
                </a:solidFill>
                <a:latin typeface="Malgun Gothic"/>
                <a:ea typeface="Malgun Gothic"/>
                <a:cs typeface="Malgun Gothic"/>
              </a:defRPr>
            </a:lvl9pPr>
          </a:lstStyle>
          <a:p>
            <a:pPr algn="l">
              <a:buNone/>
              <a:defRPr sz="1500" b="0">
                <a:solidFill>
                  <a:srgbClr val="616773"/>
                </a:solidFill>
                <a:latin typeface="Malgun Gothic"/>
                <a:ea typeface="Malgun Gothic"/>
                <a:cs typeface="Malgun Gothic"/>
              </a:defRPr>
            </a:pPr>
            <a:r>
              <a:rPr sz="1500" b="0">
                <a:solidFill>
                  <a:srgbClr val="616773"/>
                </a:solidFill>
                <a:latin typeface="Malgun Gothic"/>
                <a:ea typeface="Malgun Gothic"/>
                <a:cs typeface="Malgun Gothic"/>
              </a:rPr>
              <a:t>프리랜서·온라인 마켓 운영자 / 교육자 / 도매업자</a:t>
            </a:r>
          </a:p>
        </p:txBody>
      </p:sp>
      <p:sp>
        <p:nvSpPr>
          <p:cNvPr id="11" name="shape-10">
            <a:extLst>
              <a:ext uri="{FF2B5EF4-FFF2-40B4-BE49-F238E27FC236}">
                <a16:creationId xmlns:a16="http://schemas.microsoft.com/office/drawing/2014/main" id="{4DFA5457-182E-43D2-9EA7-987CB0AEFA52}"/>
              </a:ext>
            </a:extLst>
          </p:cNvPr>
          <p:cNvSpPr>
            <a:spLocks noGrp="1"/>
          </p:cNvSpPr>
          <p:nvPr/>
        </p:nvSpPr>
        <p:spPr>
          <a:xfrm>
            <a:off x="609600" y="6353175"/>
            <a:ext cx="2857500" cy="219075"/>
          </a:xfrm>
          <a:prstGeom prst="rect">
            <a:avLst/>
          </a:prstGeom>
          <a:noFill/>
          <a:ln w="0">
            <a:noFill/>
          </a:ln>
        </p:spPr>
        <p:txBody>
          <a:bodyPr wrap="square" lIns="0" tIns="0" rIns="0" bIns="0" anchor="t">
            <a:noAutofit/>
          </a:bodyPr>
          <a:lstStyle>
            <a:defPPr algn="l">
              <a:defRPr sz="1050" b="0">
                <a:solidFill>
                  <a:srgbClr val="616773"/>
                </a:solidFill>
                <a:latin typeface="Malgun Gothic"/>
                <a:ea typeface="Malgun Gothic"/>
                <a:cs typeface="Malgun Gothic"/>
              </a:defRPr>
            </a:defPPr>
            <a:lvl1pPr algn="l">
              <a:buNone/>
              <a:defRPr sz="1050" b="0">
                <a:solidFill>
                  <a:srgbClr val="616773"/>
                </a:solidFill>
                <a:latin typeface="Malgun Gothic"/>
                <a:ea typeface="Malgun Gothic"/>
                <a:cs typeface="Malgun Gothic"/>
              </a:defRPr>
            </a:lvl1pPr>
            <a:lvl2pPr algn="l">
              <a:buNone/>
              <a:defRPr sz="1050" b="0">
                <a:solidFill>
                  <a:srgbClr val="616773"/>
                </a:solidFill>
                <a:latin typeface="Malgun Gothic"/>
                <a:ea typeface="Malgun Gothic"/>
                <a:cs typeface="Malgun Gothic"/>
              </a:defRPr>
            </a:lvl2pPr>
            <a:lvl3pPr algn="l">
              <a:buNone/>
              <a:defRPr sz="1050" b="0">
                <a:solidFill>
                  <a:srgbClr val="616773"/>
                </a:solidFill>
                <a:latin typeface="Malgun Gothic"/>
                <a:ea typeface="Malgun Gothic"/>
                <a:cs typeface="Malgun Gothic"/>
              </a:defRPr>
            </a:lvl3pPr>
            <a:lvl4pPr algn="l">
              <a:buNone/>
              <a:defRPr sz="1050" b="0">
                <a:solidFill>
                  <a:srgbClr val="616773"/>
                </a:solidFill>
                <a:latin typeface="Malgun Gothic"/>
                <a:ea typeface="Malgun Gothic"/>
                <a:cs typeface="Malgun Gothic"/>
              </a:defRPr>
            </a:lvl4pPr>
            <a:lvl5pPr algn="l">
              <a:buNone/>
              <a:defRPr sz="1050" b="0">
                <a:solidFill>
                  <a:srgbClr val="616773"/>
                </a:solidFill>
                <a:latin typeface="Malgun Gothic"/>
                <a:ea typeface="Malgun Gothic"/>
                <a:cs typeface="Malgun Gothic"/>
              </a:defRPr>
            </a:lvl5pPr>
            <a:lvl6pPr algn="l">
              <a:buNone/>
              <a:defRPr sz="1050" b="0">
                <a:solidFill>
                  <a:srgbClr val="616773"/>
                </a:solidFill>
                <a:latin typeface="Malgun Gothic"/>
                <a:ea typeface="Malgun Gothic"/>
                <a:cs typeface="Malgun Gothic"/>
              </a:defRPr>
            </a:lvl6pPr>
            <a:lvl7pPr algn="l">
              <a:buNone/>
              <a:defRPr sz="1050" b="0">
                <a:solidFill>
                  <a:srgbClr val="616773"/>
                </a:solidFill>
                <a:latin typeface="Malgun Gothic"/>
                <a:ea typeface="Malgun Gothic"/>
                <a:cs typeface="Malgun Gothic"/>
              </a:defRPr>
            </a:lvl7pPr>
            <a:lvl8pPr algn="l">
              <a:buNone/>
              <a:defRPr sz="1050" b="0">
                <a:solidFill>
                  <a:srgbClr val="616773"/>
                </a:solidFill>
                <a:latin typeface="Malgun Gothic"/>
                <a:ea typeface="Malgun Gothic"/>
                <a:cs typeface="Malgun Gothic"/>
              </a:defRPr>
            </a:lvl8pPr>
            <a:lvl9pPr algn="l">
              <a:buNone/>
              <a:defRPr sz="1050" b="0">
                <a:solidFill>
                  <a:srgbClr val="616773"/>
                </a:solidFill>
                <a:latin typeface="Malgun Gothic"/>
                <a:ea typeface="Malgun Gothic"/>
                <a:cs typeface="Malgun Gothic"/>
              </a:defRPr>
            </a:lvl9pPr>
          </a:lstStyle>
          <a:p>
            <a:pPr algn="l">
              <a:buNone/>
              <a:defRPr sz="1050" b="0">
                <a:solidFill>
                  <a:srgbClr val="616773"/>
                </a:solidFill>
                <a:latin typeface="Malgun Gothic"/>
                <a:ea typeface="Malgun Gothic"/>
                <a:cs typeface="Malgun Gothic"/>
              </a:defRPr>
            </a:pPr>
            <a:r>
              <a:rPr sz="1050" b="0">
                <a:solidFill>
                  <a:srgbClr val="616773"/>
                </a:solidFill>
                <a:latin typeface="Malgun Gothic"/>
                <a:ea typeface="Malgun Gothic"/>
                <a:cs typeface="Malgun Gothic"/>
              </a:rPr>
              <a:t>An Eun Kyoung</a:t>
            </a:r>
          </a:p>
        </p:txBody>
      </p:sp>
    </p:spTree>
    <p:extLst>
      <p:ext uri="{BB962C8B-B14F-4D97-AF65-F5344CB8AC3E}">
        <p14:creationId xmlns:p14="http://schemas.microsoft.com/office/powerpoint/2010/main" val="13615544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3631990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session1-201">
            <a:extLst>
              <a:ext uri="{FF2B5EF4-FFF2-40B4-BE49-F238E27FC236}">
                <a16:creationId xmlns:a16="http://schemas.microsoft.com/office/drawing/2014/main" id="{F9F200B3-2CB0-46DA-A42B-4B6FB44CB82E}"/>
              </a:ext>
            </a:extLst>
          </p:cNvPr>
          <p:cNvSpPr>
            <a:spLocks noGrp="1"/>
          </p:cNvSpPr>
          <p:nvPr/>
        </p:nvSpPr>
        <p:spPr>
          <a:xfrm>
            <a:off x="590550" y="295275"/>
            <a:ext cx="9715500" cy="228600"/>
          </a:xfrm>
          <a:prstGeom prst="rect">
            <a:avLst/>
          </a:prstGeom>
          <a:noFill/>
          <a:ln w="0">
            <a:noFill/>
          </a:ln>
        </p:spPr>
        <p:txBody>
          <a:bodyPr wrap="square" lIns="0" tIns="0" rIns="0" bIns="0" anchor="t">
            <a:noAutofit/>
          </a:bodyPr>
          <a:lstStyle>
            <a:defPPr algn="l">
              <a:defRPr sz="1050" b="0">
                <a:solidFill>
                  <a:srgbClr val="616773"/>
                </a:solidFill>
                <a:latin typeface="Malgun Gothic"/>
                <a:ea typeface="Malgun Gothic"/>
                <a:cs typeface="Malgun Gothic"/>
              </a:defRPr>
            </a:defPPr>
            <a:lvl1pPr algn="l">
              <a:defRPr sz="1050" b="0">
                <a:solidFill>
                  <a:srgbClr val="616773"/>
                </a:solidFill>
                <a:latin typeface="Malgun Gothic"/>
                <a:ea typeface="Malgun Gothic"/>
                <a:cs typeface="Malgun Gothic"/>
              </a:defRPr>
            </a:lvl1pPr>
            <a:lvl2pPr algn="l">
              <a:defRPr sz="1050" b="0">
                <a:solidFill>
                  <a:srgbClr val="616773"/>
                </a:solidFill>
                <a:latin typeface="Malgun Gothic"/>
                <a:ea typeface="Malgun Gothic"/>
                <a:cs typeface="Malgun Gothic"/>
              </a:defRPr>
            </a:lvl2pPr>
            <a:lvl3pPr algn="l">
              <a:defRPr sz="1050" b="0">
                <a:solidFill>
                  <a:srgbClr val="616773"/>
                </a:solidFill>
                <a:latin typeface="Malgun Gothic"/>
                <a:ea typeface="Malgun Gothic"/>
                <a:cs typeface="Malgun Gothic"/>
              </a:defRPr>
            </a:lvl3pPr>
            <a:lvl4pPr algn="l">
              <a:defRPr sz="1050" b="0">
                <a:solidFill>
                  <a:srgbClr val="616773"/>
                </a:solidFill>
                <a:latin typeface="Malgun Gothic"/>
                <a:ea typeface="Malgun Gothic"/>
                <a:cs typeface="Malgun Gothic"/>
              </a:defRPr>
            </a:lvl4pPr>
            <a:lvl5pPr algn="l">
              <a:defRPr sz="1050" b="0">
                <a:solidFill>
                  <a:srgbClr val="616773"/>
                </a:solidFill>
                <a:latin typeface="Malgun Gothic"/>
                <a:ea typeface="Malgun Gothic"/>
                <a:cs typeface="Malgun Gothic"/>
              </a:defRPr>
            </a:lvl5pPr>
            <a:lvl6pPr algn="l">
              <a:defRPr sz="1050" b="0">
                <a:solidFill>
                  <a:srgbClr val="616773"/>
                </a:solidFill>
                <a:latin typeface="Malgun Gothic"/>
                <a:ea typeface="Malgun Gothic"/>
                <a:cs typeface="Malgun Gothic"/>
              </a:defRPr>
            </a:lvl6pPr>
            <a:lvl7pPr algn="l">
              <a:defRPr sz="1050" b="0">
                <a:solidFill>
                  <a:srgbClr val="616773"/>
                </a:solidFill>
                <a:latin typeface="Malgun Gothic"/>
                <a:ea typeface="Malgun Gothic"/>
                <a:cs typeface="Malgun Gothic"/>
              </a:defRPr>
            </a:lvl7pPr>
            <a:lvl8pPr algn="l">
              <a:defRPr sz="1050" b="0">
                <a:solidFill>
                  <a:srgbClr val="616773"/>
                </a:solidFill>
                <a:latin typeface="Malgun Gothic"/>
                <a:ea typeface="Malgun Gothic"/>
                <a:cs typeface="Malgun Gothic"/>
              </a:defRPr>
            </a:lvl8pPr>
            <a:lvl9pPr algn="l">
              <a:defRPr sz="1050" b="0">
                <a:solidFill>
                  <a:srgbClr val="616773"/>
                </a:solidFill>
                <a:latin typeface="Malgun Gothic"/>
                <a:ea typeface="Malgun Gothic"/>
                <a:cs typeface="Malgun Gothic"/>
              </a:defRPr>
            </a:lvl9pPr>
          </a:lstStyle>
          <a:p>
            <a:pPr algn="l">
              <a:defRPr sz="1050" b="0">
                <a:solidFill>
                  <a:srgbClr val="616773"/>
                </a:solidFill>
                <a:latin typeface="Malgun Gothic"/>
                <a:ea typeface="Malgun Gothic"/>
                <a:cs typeface="Malgun Gothic"/>
              </a:defRPr>
            </a:pPr>
            <a:r>
              <a:rPr sz="1050" b="0" dirty="0">
                <a:solidFill>
                  <a:srgbClr val="616773"/>
                </a:solidFill>
                <a:latin typeface="Malgun Gothic"/>
                <a:ea typeface="Malgun Gothic"/>
                <a:cs typeface="Malgun Gothic"/>
              </a:rPr>
              <a:t>1회기 · </a:t>
            </a:r>
            <a:r>
              <a:rPr sz="1050" b="0" dirty="0" err="1">
                <a:solidFill>
                  <a:srgbClr val="616773"/>
                </a:solidFill>
                <a:latin typeface="Malgun Gothic"/>
                <a:ea typeface="Malgun Gothic"/>
                <a:cs typeface="Malgun Gothic"/>
              </a:rPr>
              <a:t>운영</a:t>
            </a:r>
            <a:r>
              <a:rPr sz="1050" b="0" dirty="0">
                <a:solidFill>
                  <a:srgbClr val="616773"/>
                </a:solidFill>
                <a:latin typeface="Malgun Gothic"/>
                <a:ea typeface="Malgun Gothic"/>
                <a:cs typeface="Malgun Gothic"/>
              </a:rPr>
              <a:t> </a:t>
            </a:r>
            <a:r>
              <a:rPr sz="1050" b="0" dirty="0" err="1">
                <a:solidFill>
                  <a:srgbClr val="616773"/>
                </a:solidFill>
                <a:latin typeface="Malgun Gothic"/>
                <a:ea typeface="Malgun Gothic"/>
                <a:cs typeface="Malgun Gothic"/>
              </a:rPr>
              <a:t>안내</a:t>
            </a:r>
            <a:endParaRPr sz="1050" b="0" dirty="0">
              <a:solidFill>
                <a:srgbClr val="616773"/>
              </a:solidFill>
              <a:latin typeface="Malgun Gothic"/>
              <a:ea typeface="Malgun Gothic"/>
              <a:cs typeface="Malgun Gothic"/>
            </a:endParaRPr>
          </a:p>
        </p:txBody>
      </p:sp>
      <p:sp>
        <p:nvSpPr>
          <p:cNvPr id="2" name="session1-202">
            <a:extLst>
              <a:ext uri="{FF2B5EF4-FFF2-40B4-BE49-F238E27FC236}">
                <a16:creationId xmlns:a16="http://schemas.microsoft.com/office/drawing/2014/main" id="{E10E9453-0815-4442-8951-C61E118B00F1}"/>
              </a:ext>
            </a:extLst>
          </p:cNvPr>
          <p:cNvSpPr>
            <a:spLocks noGrp="1"/>
          </p:cNvSpPr>
          <p:nvPr/>
        </p:nvSpPr>
        <p:spPr>
          <a:xfrm>
            <a:off x="571500" y="742950"/>
            <a:ext cx="11049000" cy="609600"/>
          </a:xfrm>
          <a:prstGeom prst="rect">
            <a:avLst/>
          </a:prstGeom>
          <a:noFill/>
          <a:ln w="0">
            <a:noFill/>
          </a:ln>
        </p:spPr>
        <p:txBody>
          <a:bodyPr wrap="square" lIns="0" tIns="0" rIns="0" bIns="0" anchor="t">
            <a:noAutofit/>
          </a:bodyPr>
          <a:lstStyle>
            <a:defPPr algn="l">
              <a:defRPr sz="3000" b="1">
                <a:solidFill>
                  <a:srgbClr val="15171C"/>
                </a:solidFill>
                <a:latin typeface="Malgun Gothic"/>
                <a:ea typeface="Malgun Gothic"/>
                <a:cs typeface="Malgun Gothic"/>
              </a:defRPr>
            </a:defPPr>
            <a:lvl1pPr algn="l">
              <a:defRPr sz="3000" b="1">
                <a:solidFill>
                  <a:srgbClr val="15171C"/>
                </a:solidFill>
                <a:latin typeface="Malgun Gothic"/>
                <a:ea typeface="Malgun Gothic"/>
                <a:cs typeface="Malgun Gothic"/>
              </a:defRPr>
            </a:lvl1pPr>
            <a:lvl2pPr algn="l">
              <a:defRPr sz="3000" b="1">
                <a:solidFill>
                  <a:srgbClr val="15171C"/>
                </a:solidFill>
                <a:latin typeface="Malgun Gothic"/>
                <a:ea typeface="Malgun Gothic"/>
                <a:cs typeface="Malgun Gothic"/>
              </a:defRPr>
            </a:lvl2pPr>
            <a:lvl3pPr algn="l">
              <a:defRPr sz="3000" b="1">
                <a:solidFill>
                  <a:srgbClr val="15171C"/>
                </a:solidFill>
                <a:latin typeface="Malgun Gothic"/>
                <a:ea typeface="Malgun Gothic"/>
                <a:cs typeface="Malgun Gothic"/>
              </a:defRPr>
            </a:lvl3pPr>
            <a:lvl4pPr algn="l">
              <a:defRPr sz="3000" b="1">
                <a:solidFill>
                  <a:srgbClr val="15171C"/>
                </a:solidFill>
                <a:latin typeface="Malgun Gothic"/>
                <a:ea typeface="Malgun Gothic"/>
                <a:cs typeface="Malgun Gothic"/>
              </a:defRPr>
            </a:lvl4pPr>
            <a:lvl5pPr algn="l">
              <a:defRPr sz="3000" b="1">
                <a:solidFill>
                  <a:srgbClr val="15171C"/>
                </a:solidFill>
                <a:latin typeface="Malgun Gothic"/>
                <a:ea typeface="Malgun Gothic"/>
                <a:cs typeface="Malgun Gothic"/>
              </a:defRPr>
            </a:lvl5pPr>
            <a:lvl6pPr algn="l">
              <a:defRPr sz="3000" b="1">
                <a:solidFill>
                  <a:srgbClr val="15171C"/>
                </a:solidFill>
                <a:latin typeface="Malgun Gothic"/>
                <a:ea typeface="Malgun Gothic"/>
                <a:cs typeface="Malgun Gothic"/>
              </a:defRPr>
            </a:lvl6pPr>
            <a:lvl7pPr algn="l">
              <a:defRPr sz="3000" b="1">
                <a:solidFill>
                  <a:srgbClr val="15171C"/>
                </a:solidFill>
                <a:latin typeface="Malgun Gothic"/>
                <a:ea typeface="Malgun Gothic"/>
                <a:cs typeface="Malgun Gothic"/>
              </a:defRPr>
            </a:lvl7pPr>
            <a:lvl8pPr algn="l">
              <a:defRPr sz="3000" b="1">
                <a:solidFill>
                  <a:srgbClr val="15171C"/>
                </a:solidFill>
                <a:latin typeface="Malgun Gothic"/>
                <a:ea typeface="Malgun Gothic"/>
                <a:cs typeface="Malgun Gothic"/>
              </a:defRPr>
            </a:lvl8pPr>
            <a:lvl9pPr algn="l">
              <a:defRPr sz="3000" b="1">
                <a:solidFill>
                  <a:srgbClr val="15171C"/>
                </a:solidFill>
                <a:latin typeface="Malgun Gothic"/>
                <a:ea typeface="Malgun Gothic"/>
                <a:cs typeface="Malgun Gothic"/>
              </a:defRPr>
            </a:lvl9pPr>
          </a:lstStyle>
          <a:p>
            <a:pPr algn="l">
              <a:defRPr sz="3000" b="1">
                <a:solidFill>
                  <a:srgbClr val="15171C"/>
                </a:solidFill>
                <a:latin typeface="Malgun Gothic"/>
                <a:ea typeface="Malgun Gothic"/>
                <a:cs typeface="Malgun Gothic"/>
              </a:defRPr>
            </a:pPr>
            <a:r>
              <a:rPr sz="3000" b="1" dirty="0" err="1">
                <a:solidFill>
                  <a:srgbClr val="15171C"/>
                </a:solidFill>
                <a:latin typeface="Malgun Gothic"/>
                <a:ea typeface="Malgun Gothic"/>
                <a:cs typeface="Malgun Gothic"/>
              </a:rPr>
              <a:t>오늘은</a:t>
            </a:r>
            <a:r>
              <a:rPr sz="3000" b="1" dirty="0">
                <a:solidFill>
                  <a:srgbClr val="15171C"/>
                </a:solidFill>
                <a:latin typeface="Malgun Gothic"/>
                <a:ea typeface="Malgun Gothic"/>
                <a:cs typeface="Malgun Gothic"/>
              </a:rPr>
              <a:t> 한 </a:t>
            </a:r>
            <a:r>
              <a:rPr sz="3000" b="1" dirty="0" err="1">
                <a:solidFill>
                  <a:srgbClr val="15171C"/>
                </a:solidFill>
                <a:latin typeface="Malgun Gothic"/>
                <a:ea typeface="Malgun Gothic"/>
                <a:cs typeface="Malgun Gothic"/>
              </a:rPr>
              <a:t>직무의</a:t>
            </a:r>
            <a:r>
              <a:rPr sz="3000" b="1" dirty="0">
                <a:solidFill>
                  <a:srgbClr val="15171C"/>
                </a:solidFill>
                <a:latin typeface="Malgun Gothic"/>
                <a:ea typeface="Malgun Gothic"/>
                <a:cs typeface="Malgun Gothic"/>
              </a:rPr>
              <a:t> </a:t>
            </a:r>
            <a:r>
              <a:rPr sz="3000" b="1" dirty="0" err="1">
                <a:solidFill>
                  <a:srgbClr val="15171C"/>
                </a:solidFill>
                <a:latin typeface="Malgun Gothic"/>
                <a:ea typeface="Malgun Gothic"/>
                <a:cs typeface="Malgun Gothic"/>
              </a:rPr>
              <a:t>작은</a:t>
            </a:r>
            <a:r>
              <a:rPr sz="3000" b="1" dirty="0">
                <a:solidFill>
                  <a:srgbClr val="15171C"/>
                </a:solidFill>
                <a:latin typeface="Malgun Gothic"/>
                <a:ea typeface="Malgun Gothic"/>
                <a:cs typeface="Malgun Gothic"/>
              </a:rPr>
              <a:t> </a:t>
            </a:r>
            <a:r>
              <a:rPr sz="3000" b="1" dirty="0" err="1">
                <a:solidFill>
                  <a:srgbClr val="15171C"/>
                </a:solidFill>
                <a:latin typeface="Malgun Gothic"/>
                <a:ea typeface="Malgun Gothic"/>
                <a:cs typeface="Malgun Gothic"/>
              </a:rPr>
              <a:t>초안을</a:t>
            </a:r>
            <a:r>
              <a:rPr sz="3000" b="1" dirty="0">
                <a:solidFill>
                  <a:srgbClr val="15171C"/>
                </a:solidFill>
                <a:latin typeface="Malgun Gothic"/>
                <a:ea typeface="Malgun Gothic"/>
                <a:cs typeface="Malgun Gothic"/>
              </a:rPr>
              <a:t> </a:t>
            </a:r>
            <a:r>
              <a:rPr sz="3000" b="1" dirty="0" err="1">
                <a:solidFill>
                  <a:srgbClr val="15171C"/>
                </a:solidFill>
                <a:latin typeface="Malgun Gothic"/>
                <a:ea typeface="Malgun Gothic"/>
                <a:cs typeface="Malgun Gothic"/>
              </a:rPr>
              <a:t>완성합니다</a:t>
            </a:r>
            <a:endParaRPr sz="3000" b="1" dirty="0">
              <a:solidFill>
                <a:srgbClr val="15171C"/>
              </a:solidFill>
              <a:latin typeface="Malgun Gothic"/>
              <a:ea typeface="Malgun Gothic"/>
              <a:cs typeface="Malgun Gothic"/>
            </a:endParaRPr>
          </a:p>
        </p:txBody>
      </p:sp>
      <p:sp>
        <p:nvSpPr>
          <p:cNvPr id="4" name="session1-204">
            <a:extLst>
              <a:ext uri="{FF2B5EF4-FFF2-40B4-BE49-F238E27FC236}">
                <a16:creationId xmlns:a16="http://schemas.microsoft.com/office/drawing/2014/main" id="{E1175F8E-C4B3-4F9B-A6F7-4C5CAC696353}"/>
              </a:ext>
            </a:extLst>
          </p:cNvPr>
          <p:cNvSpPr>
            <a:spLocks noGrp="1"/>
          </p:cNvSpPr>
          <p:nvPr/>
        </p:nvSpPr>
        <p:spPr>
          <a:xfrm>
            <a:off x="590550" y="6477000"/>
            <a:ext cx="2857500" cy="180975"/>
          </a:xfrm>
          <a:prstGeom prst="rect">
            <a:avLst/>
          </a:prstGeom>
          <a:noFill/>
          <a:ln w="0">
            <a:noFill/>
          </a:ln>
        </p:spPr>
        <p:txBody>
          <a:bodyPr wrap="square" lIns="0" tIns="0" rIns="0" bIns="0" anchor="t">
            <a:noAutofit/>
          </a:bodyPr>
          <a:lstStyle>
            <a:defPPr algn="l">
              <a:defRPr sz="900" b="0">
                <a:solidFill>
                  <a:srgbClr val="616773"/>
                </a:solidFill>
                <a:latin typeface="Malgun Gothic"/>
                <a:ea typeface="Malgun Gothic"/>
                <a:cs typeface="Malgun Gothic"/>
              </a:defRPr>
            </a:defPPr>
            <a:lvl1pPr algn="l">
              <a:defRPr sz="900" b="0">
                <a:solidFill>
                  <a:srgbClr val="616773"/>
                </a:solidFill>
                <a:latin typeface="Malgun Gothic"/>
                <a:ea typeface="Malgun Gothic"/>
                <a:cs typeface="Malgun Gothic"/>
              </a:defRPr>
            </a:lvl1pPr>
            <a:lvl2pPr algn="l">
              <a:defRPr sz="900" b="0">
                <a:solidFill>
                  <a:srgbClr val="616773"/>
                </a:solidFill>
                <a:latin typeface="Malgun Gothic"/>
                <a:ea typeface="Malgun Gothic"/>
                <a:cs typeface="Malgun Gothic"/>
              </a:defRPr>
            </a:lvl2pPr>
            <a:lvl3pPr algn="l">
              <a:defRPr sz="900" b="0">
                <a:solidFill>
                  <a:srgbClr val="616773"/>
                </a:solidFill>
                <a:latin typeface="Malgun Gothic"/>
                <a:ea typeface="Malgun Gothic"/>
                <a:cs typeface="Malgun Gothic"/>
              </a:defRPr>
            </a:lvl3pPr>
            <a:lvl4pPr algn="l">
              <a:defRPr sz="900" b="0">
                <a:solidFill>
                  <a:srgbClr val="616773"/>
                </a:solidFill>
                <a:latin typeface="Malgun Gothic"/>
                <a:ea typeface="Malgun Gothic"/>
                <a:cs typeface="Malgun Gothic"/>
              </a:defRPr>
            </a:lvl4pPr>
            <a:lvl5pPr algn="l">
              <a:defRPr sz="900" b="0">
                <a:solidFill>
                  <a:srgbClr val="616773"/>
                </a:solidFill>
                <a:latin typeface="Malgun Gothic"/>
                <a:ea typeface="Malgun Gothic"/>
                <a:cs typeface="Malgun Gothic"/>
              </a:defRPr>
            </a:lvl5pPr>
            <a:lvl6pPr algn="l">
              <a:defRPr sz="900" b="0">
                <a:solidFill>
                  <a:srgbClr val="616773"/>
                </a:solidFill>
                <a:latin typeface="Malgun Gothic"/>
                <a:ea typeface="Malgun Gothic"/>
                <a:cs typeface="Malgun Gothic"/>
              </a:defRPr>
            </a:lvl6pPr>
            <a:lvl7pPr algn="l">
              <a:defRPr sz="900" b="0">
                <a:solidFill>
                  <a:srgbClr val="616773"/>
                </a:solidFill>
                <a:latin typeface="Malgun Gothic"/>
                <a:ea typeface="Malgun Gothic"/>
                <a:cs typeface="Malgun Gothic"/>
              </a:defRPr>
            </a:lvl7pPr>
            <a:lvl8pPr algn="l">
              <a:defRPr sz="900" b="0">
                <a:solidFill>
                  <a:srgbClr val="616773"/>
                </a:solidFill>
                <a:latin typeface="Malgun Gothic"/>
                <a:ea typeface="Malgun Gothic"/>
                <a:cs typeface="Malgun Gothic"/>
              </a:defRPr>
            </a:lvl8pPr>
            <a:lvl9pPr algn="l">
              <a:defRPr sz="900" b="0">
                <a:solidFill>
                  <a:srgbClr val="616773"/>
                </a:solidFill>
                <a:latin typeface="Malgun Gothic"/>
                <a:ea typeface="Malgun Gothic"/>
                <a:cs typeface="Malgun Gothic"/>
              </a:defRPr>
            </a:lvl9pPr>
          </a:lstStyle>
          <a:p>
            <a:pPr algn="l">
              <a:defRPr sz="900" b="0">
                <a:solidFill>
                  <a:srgbClr val="616773"/>
                </a:solidFill>
                <a:latin typeface="Malgun Gothic"/>
                <a:ea typeface="Malgun Gothic"/>
                <a:cs typeface="Malgun Gothic"/>
              </a:defRPr>
            </a:pPr>
            <a:r>
              <a:rPr sz="900" b="0">
                <a:solidFill>
                  <a:srgbClr val="616773"/>
                </a:solidFill>
                <a:latin typeface="Malgun Gothic"/>
                <a:ea typeface="Malgun Gothic"/>
                <a:cs typeface="Malgun Gothic"/>
              </a:rPr>
              <a:t>An Eun Kyoung</a:t>
            </a:r>
          </a:p>
        </p:txBody>
      </p:sp>
      <p:sp>
        <p:nvSpPr>
          <p:cNvPr id="5" name="session1-205">
            <a:extLst>
              <a:ext uri="{FF2B5EF4-FFF2-40B4-BE49-F238E27FC236}">
                <a16:creationId xmlns:a16="http://schemas.microsoft.com/office/drawing/2014/main" id="{CEC23284-034B-449E-9CA4-95F3DFDE8694}"/>
              </a:ext>
            </a:extLst>
          </p:cNvPr>
          <p:cNvSpPr>
            <a:spLocks noGrp="1"/>
          </p:cNvSpPr>
          <p:nvPr/>
        </p:nvSpPr>
        <p:spPr>
          <a:xfrm>
            <a:off x="11144250" y="6438900"/>
            <a:ext cx="457200" cy="228600"/>
          </a:xfrm>
          <a:prstGeom prst="rect">
            <a:avLst/>
          </a:prstGeom>
          <a:noFill/>
          <a:ln w="0">
            <a:noFill/>
          </a:ln>
        </p:spPr>
        <p:txBody>
          <a:bodyPr wrap="square" lIns="0" tIns="0" rIns="0" bIns="0" anchor="t">
            <a:noAutofit/>
          </a:bodyPr>
          <a:lstStyle>
            <a:defPPr algn="r">
              <a:defRPr sz="1050" b="1">
                <a:solidFill>
                  <a:srgbClr val="101456"/>
                </a:solidFill>
                <a:latin typeface="Malgun Gothic"/>
                <a:ea typeface="Malgun Gothic"/>
                <a:cs typeface="Malgun Gothic"/>
              </a:defRPr>
            </a:defPPr>
            <a:lvl1pPr algn="r">
              <a:defRPr sz="1050" b="1">
                <a:solidFill>
                  <a:srgbClr val="101456"/>
                </a:solidFill>
                <a:latin typeface="Malgun Gothic"/>
                <a:ea typeface="Malgun Gothic"/>
                <a:cs typeface="Malgun Gothic"/>
              </a:defRPr>
            </a:lvl1pPr>
            <a:lvl2pPr algn="r">
              <a:defRPr sz="1050" b="1">
                <a:solidFill>
                  <a:srgbClr val="101456"/>
                </a:solidFill>
                <a:latin typeface="Malgun Gothic"/>
                <a:ea typeface="Malgun Gothic"/>
                <a:cs typeface="Malgun Gothic"/>
              </a:defRPr>
            </a:lvl2pPr>
            <a:lvl3pPr algn="r">
              <a:defRPr sz="1050" b="1">
                <a:solidFill>
                  <a:srgbClr val="101456"/>
                </a:solidFill>
                <a:latin typeface="Malgun Gothic"/>
                <a:ea typeface="Malgun Gothic"/>
                <a:cs typeface="Malgun Gothic"/>
              </a:defRPr>
            </a:lvl3pPr>
            <a:lvl4pPr algn="r">
              <a:defRPr sz="1050" b="1">
                <a:solidFill>
                  <a:srgbClr val="101456"/>
                </a:solidFill>
                <a:latin typeface="Malgun Gothic"/>
                <a:ea typeface="Malgun Gothic"/>
                <a:cs typeface="Malgun Gothic"/>
              </a:defRPr>
            </a:lvl4pPr>
            <a:lvl5pPr algn="r">
              <a:defRPr sz="1050" b="1">
                <a:solidFill>
                  <a:srgbClr val="101456"/>
                </a:solidFill>
                <a:latin typeface="Malgun Gothic"/>
                <a:ea typeface="Malgun Gothic"/>
                <a:cs typeface="Malgun Gothic"/>
              </a:defRPr>
            </a:lvl5pPr>
            <a:lvl6pPr algn="r">
              <a:defRPr sz="1050" b="1">
                <a:solidFill>
                  <a:srgbClr val="101456"/>
                </a:solidFill>
                <a:latin typeface="Malgun Gothic"/>
                <a:ea typeface="Malgun Gothic"/>
                <a:cs typeface="Malgun Gothic"/>
              </a:defRPr>
            </a:lvl6pPr>
            <a:lvl7pPr algn="r">
              <a:defRPr sz="1050" b="1">
                <a:solidFill>
                  <a:srgbClr val="101456"/>
                </a:solidFill>
                <a:latin typeface="Malgun Gothic"/>
                <a:ea typeface="Malgun Gothic"/>
                <a:cs typeface="Malgun Gothic"/>
              </a:defRPr>
            </a:lvl7pPr>
            <a:lvl8pPr algn="r">
              <a:defRPr sz="1050" b="1">
                <a:solidFill>
                  <a:srgbClr val="101456"/>
                </a:solidFill>
                <a:latin typeface="Malgun Gothic"/>
                <a:ea typeface="Malgun Gothic"/>
                <a:cs typeface="Malgun Gothic"/>
              </a:defRPr>
            </a:lvl8pPr>
            <a:lvl9pPr algn="r">
              <a:defRPr sz="1050" b="1">
                <a:solidFill>
                  <a:srgbClr val="101456"/>
                </a:solidFill>
                <a:latin typeface="Malgun Gothic"/>
                <a:ea typeface="Malgun Gothic"/>
                <a:cs typeface="Malgun Gothic"/>
              </a:defRPr>
            </a:lvl9pPr>
          </a:lstStyle>
          <a:p>
            <a:pPr algn="r">
              <a:defRPr sz="1050" b="1">
                <a:solidFill>
                  <a:srgbClr val="101456"/>
                </a:solidFill>
                <a:latin typeface="Malgun Gothic"/>
                <a:ea typeface="Malgun Gothic"/>
                <a:cs typeface="Malgun Gothic"/>
              </a:defRPr>
            </a:pPr>
            <a:r>
              <a:rPr sz="1050" b="1">
                <a:solidFill>
                  <a:srgbClr val="101456"/>
                </a:solidFill>
                <a:latin typeface="Malgun Gothic"/>
                <a:ea typeface="Malgun Gothic"/>
                <a:cs typeface="Malgun Gothic"/>
              </a:rPr>
              <a:t>02</a:t>
            </a:r>
          </a:p>
        </p:txBody>
      </p:sp>
      <p:graphicFrame>
        <p:nvGraphicFramePr>
          <p:cNvPr id="6" name="표 5">
            <a:extLst>
              <a:ext uri="{FF2B5EF4-FFF2-40B4-BE49-F238E27FC236}">
                <a16:creationId xmlns:a16="http://schemas.microsoft.com/office/drawing/2014/main" id="{1FFDF827-786B-46BE-B5C2-D89A15EF8FC5}"/>
              </a:ext>
            </a:extLst>
          </p:cNvPr>
          <p:cNvGraphicFramePr/>
          <p:nvPr>
            <p:extLst>
              <p:ext uri="{D42A27DB-BD31-4B8C-83A1-F6EECF244321}">
                <p14:modId xmlns:p14="http://schemas.microsoft.com/office/powerpoint/2010/main" val="2570574065"/>
              </p:ext>
            </p:extLst>
          </p:nvPr>
        </p:nvGraphicFramePr>
        <p:xfrm>
          <a:off x="590550" y="2085975"/>
          <a:ext cx="11010900" cy="2838452"/>
        </p:xfrm>
        <a:graphic>
          <a:graphicData uri="http://schemas.openxmlformats.org/drawingml/2006/table">
            <a:tbl>
              <a:tblPr/>
              <a:tblGrid>
                <a:gridCol w="1238250">
                  <a:extLst>
                    <a:ext uri="{9D8B030D-6E8A-4147-A177-3AD203B41FA5}">
                      <a16:colId xmlns:a16="http://schemas.microsoft.com/office/drawing/2014/main" val="20000"/>
                    </a:ext>
                  </a:extLst>
                </a:gridCol>
                <a:gridCol w="6191250">
                  <a:extLst>
                    <a:ext uri="{9D8B030D-6E8A-4147-A177-3AD203B41FA5}">
                      <a16:colId xmlns:a16="http://schemas.microsoft.com/office/drawing/2014/main" val="20001"/>
                    </a:ext>
                  </a:extLst>
                </a:gridCol>
                <a:gridCol w="3581400">
                  <a:extLst>
                    <a:ext uri="{9D8B030D-6E8A-4147-A177-3AD203B41FA5}">
                      <a16:colId xmlns:a16="http://schemas.microsoft.com/office/drawing/2014/main" val="20002"/>
                    </a:ext>
                  </a:extLst>
                </a:gridCol>
              </a:tblGrid>
              <a:tr h="709613">
                <a:tc>
                  <a:txBody>
                    <a:bodyPr/>
                    <a:lstStyle/>
                    <a:p>
                      <a:pPr algn="l"/>
                      <a:r>
                        <a:rPr sz="1725" b="1">
                          <a:solidFill>
                            <a:srgbClr val="FFFFFF"/>
                          </a:solidFill>
                          <a:latin typeface="Malgun Gothic"/>
                          <a:ea typeface="Malgun Gothic"/>
                          <a:cs typeface="Malgun Gothic"/>
                        </a:rPr>
                        <a:t>블록</a:t>
                      </a:r>
                    </a:p>
                  </a:txBody>
                  <a:tcPr anchor="ctr">
                    <a:lnL w="6668">
                      <a:solidFill>
                        <a:srgbClr val="DADDE5"/>
                      </a:solidFill>
                      <a:prstDash val="soli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725" b="1" dirty="0" err="1">
                          <a:solidFill>
                            <a:srgbClr val="FFFFFF"/>
                          </a:solidFill>
                          <a:latin typeface="Malgun Gothic"/>
                          <a:ea typeface="Malgun Gothic"/>
                          <a:cs typeface="Malgun Gothic"/>
                        </a:rPr>
                        <a:t>수업</a:t>
                      </a:r>
                      <a:r>
                        <a:rPr sz="1725" b="1" dirty="0">
                          <a:solidFill>
                            <a:srgbClr val="FFFFFF"/>
                          </a:solidFill>
                          <a:latin typeface="Malgun Gothic"/>
                          <a:ea typeface="Malgun Gothic"/>
                          <a:cs typeface="Malgun Gothic"/>
                        </a:rPr>
                        <a:t> </a:t>
                      </a:r>
                      <a:r>
                        <a:rPr sz="1725" b="1" dirty="0" err="1">
                          <a:solidFill>
                            <a:srgbClr val="FFFFFF"/>
                          </a:solidFill>
                          <a:latin typeface="Malgun Gothic"/>
                          <a:ea typeface="Malgun Gothic"/>
                          <a:cs typeface="Malgun Gothic"/>
                        </a:rPr>
                        <a:t>내용</a:t>
                      </a:r>
                      <a:endParaRPr sz="1725" b="1" dirty="0">
                        <a:solidFill>
                          <a:srgbClr val="FFFFFF"/>
                        </a:solidFill>
                        <a:latin typeface="Malgun Gothic"/>
                        <a:ea typeface="Malgun Gothic"/>
                        <a:cs typeface="Malgun Gothic"/>
                      </a:endParaRP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725" b="1">
                          <a:solidFill>
                            <a:srgbClr val="FFFFFF"/>
                          </a:solidFill>
                          <a:latin typeface="Malgun Gothic"/>
                          <a:ea typeface="Malgun Gothic"/>
                          <a:cs typeface="Malgun Gothic"/>
                        </a:rPr>
                        <a:t>남길 결과물</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extLst>
                  <a:ext uri="{0D108BD9-81ED-4DB2-BD59-A6C34878D82A}">
                    <a16:rowId xmlns:a16="http://schemas.microsoft.com/office/drawing/2014/main" val="10000"/>
                  </a:ext>
                </a:extLst>
              </a:tr>
              <a:tr h="709613">
                <a:tc>
                  <a:txBody>
                    <a:bodyPr/>
                    <a:lstStyle/>
                    <a:p>
                      <a:pPr algn="l"/>
                      <a:r>
                        <a:rPr sz="1725" b="0">
                          <a:solidFill>
                            <a:srgbClr val="15171C"/>
                          </a:solidFill>
                          <a:latin typeface="Malgun Gothic"/>
                          <a:ea typeface="Malgun Gothic"/>
                          <a:cs typeface="Malgun Gothic"/>
                        </a:rPr>
                        <a:t>01</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725" b="0" dirty="0" err="1">
                          <a:solidFill>
                            <a:srgbClr val="15171C"/>
                          </a:solidFill>
                          <a:latin typeface="Malgun Gothic"/>
                          <a:ea typeface="Malgun Gothic"/>
                          <a:cs typeface="Malgun Gothic"/>
                        </a:rPr>
                        <a:t>무료</a:t>
                      </a:r>
                      <a:r>
                        <a:rPr sz="1725" b="0" dirty="0">
                          <a:solidFill>
                            <a:srgbClr val="15171C"/>
                          </a:solidFill>
                          <a:latin typeface="Malgun Gothic"/>
                          <a:ea typeface="Malgun Gothic"/>
                          <a:cs typeface="Malgun Gothic"/>
                        </a:rPr>
                        <a:t> Codex </a:t>
                      </a:r>
                      <a:r>
                        <a:rPr sz="1725" b="0" dirty="0" err="1">
                          <a:solidFill>
                            <a:srgbClr val="15171C"/>
                          </a:solidFill>
                          <a:latin typeface="Malgun Gothic"/>
                          <a:ea typeface="Malgun Gothic"/>
                          <a:cs typeface="Malgun Gothic"/>
                        </a:rPr>
                        <a:t>시작</a:t>
                      </a:r>
                      <a:r>
                        <a:rPr sz="1725" b="0" dirty="0">
                          <a:solidFill>
                            <a:srgbClr val="15171C"/>
                          </a:solidFill>
                          <a:latin typeface="Malgun Gothic"/>
                          <a:ea typeface="Malgun Gothic"/>
                          <a:cs typeface="Malgun Gothic"/>
                        </a:rPr>
                        <a:t> · </a:t>
                      </a:r>
                      <a:r>
                        <a:rPr sz="1725" b="0" dirty="0" err="1">
                          <a:solidFill>
                            <a:srgbClr val="15171C"/>
                          </a:solidFill>
                          <a:latin typeface="Malgun Gothic"/>
                          <a:ea typeface="Malgun Gothic"/>
                          <a:cs typeface="Malgun Gothic"/>
                        </a:rPr>
                        <a:t>직무</a:t>
                      </a:r>
                      <a:r>
                        <a:rPr sz="1725" b="0" dirty="0">
                          <a:solidFill>
                            <a:srgbClr val="15171C"/>
                          </a:solidFill>
                          <a:latin typeface="Malgun Gothic"/>
                          <a:ea typeface="Malgun Gothic"/>
                          <a:cs typeface="Malgun Gothic"/>
                        </a:rPr>
                        <a:t> </a:t>
                      </a:r>
                      <a:r>
                        <a:rPr sz="1725" b="0" dirty="0" err="1">
                          <a:solidFill>
                            <a:srgbClr val="15171C"/>
                          </a:solidFill>
                          <a:latin typeface="Malgun Gothic"/>
                          <a:ea typeface="Malgun Gothic"/>
                          <a:cs typeface="Malgun Gothic"/>
                        </a:rPr>
                        <a:t>선택</a:t>
                      </a:r>
                      <a:endParaRPr sz="1725" b="0" dirty="0">
                        <a:solidFill>
                          <a:srgbClr val="15171C"/>
                        </a:solidFill>
                        <a:latin typeface="Malgun Gothic"/>
                        <a:ea typeface="Malgun Gothic"/>
                        <a:cs typeface="Malgun Gothic"/>
                      </a:endParaRPr>
                    </a:p>
                    <a:p>
                      <a:pPr algn="l"/>
                      <a:r>
                        <a:rPr sz="1725" b="0" dirty="0" err="1">
                          <a:solidFill>
                            <a:srgbClr val="15171C"/>
                          </a:solidFill>
                          <a:latin typeface="Malgun Gothic"/>
                          <a:ea typeface="Malgun Gothic"/>
                          <a:cs typeface="Malgun Gothic"/>
                        </a:rPr>
                        <a:t>상황과</a:t>
                      </a:r>
                      <a:r>
                        <a:rPr sz="1725" b="0" dirty="0">
                          <a:solidFill>
                            <a:srgbClr val="15171C"/>
                          </a:solidFill>
                          <a:latin typeface="Malgun Gothic"/>
                          <a:ea typeface="Malgun Gothic"/>
                          <a:cs typeface="Malgun Gothic"/>
                        </a:rPr>
                        <a:t> </a:t>
                      </a:r>
                      <a:r>
                        <a:rPr sz="1725" b="0" dirty="0" err="1">
                          <a:solidFill>
                            <a:srgbClr val="15171C"/>
                          </a:solidFill>
                          <a:latin typeface="Malgun Gothic"/>
                          <a:ea typeface="Malgun Gothic"/>
                          <a:cs typeface="Malgun Gothic"/>
                        </a:rPr>
                        <a:t>자료를</a:t>
                      </a:r>
                      <a:r>
                        <a:rPr sz="1725" b="0" dirty="0">
                          <a:solidFill>
                            <a:srgbClr val="15171C"/>
                          </a:solidFill>
                          <a:latin typeface="Malgun Gothic"/>
                          <a:ea typeface="Malgun Gothic"/>
                          <a:cs typeface="Malgun Gothic"/>
                        </a:rPr>
                        <a:t> </a:t>
                      </a:r>
                      <a:r>
                        <a:rPr sz="1725" b="0" dirty="0" err="1">
                          <a:solidFill>
                            <a:srgbClr val="15171C"/>
                          </a:solidFill>
                          <a:latin typeface="Malgun Gothic"/>
                          <a:ea typeface="Malgun Gothic"/>
                          <a:cs typeface="Malgun Gothic"/>
                        </a:rPr>
                        <a:t>담은</a:t>
                      </a:r>
                      <a:r>
                        <a:rPr sz="1725" b="0" dirty="0">
                          <a:solidFill>
                            <a:srgbClr val="15171C"/>
                          </a:solidFill>
                          <a:latin typeface="Malgun Gothic"/>
                          <a:ea typeface="Malgun Gothic"/>
                          <a:cs typeface="Malgun Gothic"/>
                        </a:rPr>
                        <a:t> </a:t>
                      </a:r>
                      <a:r>
                        <a:rPr sz="1725" b="0" dirty="0" err="1">
                          <a:solidFill>
                            <a:srgbClr val="15171C"/>
                          </a:solidFill>
                          <a:latin typeface="Malgun Gothic"/>
                          <a:ea typeface="Malgun Gothic"/>
                          <a:cs typeface="Malgun Gothic"/>
                        </a:rPr>
                        <a:t>컨텍스트</a:t>
                      </a:r>
                      <a:r>
                        <a:rPr sz="1725" b="0" dirty="0">
                          <a:solidFill>
                            <a:srgbClr val="15171C"/>
                          </a:solidFill>
                          <a:latin typeface="Malgun Gothic"/>
                          <a:ea typeface="Malgun Gothic"/>
                          <a:cs typeface="Malgun Gothic"/>
                        </a:rPr>
                        <a:t> </a:t>
                      </a:r>
                      <a:r>
                        <a:rPr sz="1725" b="0" dirty="0" err="1">
                          <a:solidFill>
                            <a:srgbClr val="15171C"/>
                          </a:solidFill>
                          <a:latin typeface="Malgun Gothic"/>
                          <a:ea typeface="Malgun Gothic"/>
                          <a:cs typeface="Malgun Gothic"/>
                        </a:rPr>
                        <a:t>작성</a:t>
                      </a:r>
                      <a:endParaRPr sz="1725" b="0" dirty="0">
                        <a:solidFill>
                          <a:srgbClr val="15171C"/>
                        </a:solidFill>
                        <a:latin typeface="Malgun Gothic"/>
                        <a:ea typeface="Malgun Gothic"/>
                        <a:cs typeface="Malgun Gothic"/>
                      </a:endParaRP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725" b="0" dirty="0" err="1">
                          <a:solidFill>
                            <a:srgbClr val="15171C"/>
                          </a:solidFill>
                          <a:latin typeface="Malgun Gothic"/>
                          <a:ea typeface="Malgun Gothic"/>
                          <a:cs typeface="Malgun Gothic"/>
                        </a:rPr>
                        <a:t>컨텍스트</a:t>
                      </a:r>
                      <a:r>
                        <a:rPr sz="1725" b="0" dirty="0">
                          <a:solidFill>
                            <a:srgbClr val="15171C"/>
                          </a:solidFill>
                          <a:latin typeface="Malgun Gothic"/>
                          <a:ea typeface="Malgun Gothic"/>
                          <a:cs typeface="Malgun Gothic"/>
                        </a:rPr>
                        <a:t> 1개</a:t>
                      </a:r>
                    </a:p>
                    <a:p>
                      <a:pPr algn="l"/>
                      <a:r>
                        <a:rPr sz="1725" b="0" dirty="0" err="1">
                          <a:solidFill>
                            <a:srgbClr val="15171C"/>
                          </a:solidFill>
                          <a:latin typeface="Malgun Gothic"/>
                          <a:ea typeface="Malgun Gothic"/>
                          <a:cs typeface="Malgun Gothic"/>
                        </a:rPr>
                        <a:t>재사용</a:t>
                      </a:r>
                      <a:r>
                        <a:rPr sz="1725" b="0" dirty="0">
                          <a:solidFill>
                            <a:srgbClr val="15171C"/>
                          </a:solidFill>
                          <a:latin typeface="Malgun Gothic"/>
                          <a:ea typeface="Malgun Gothic"/>
                          <a:cs typeface="Malgun Gothic"/>
                        </a:rPr>
                        <a:t> </a:t>
                      </a:r>
                      <a:r>
                        <a:rPr sz="1725" b="0" dirty="0" err="1">
                          <a:solidFill>
                            <a:srgbClr val="15171C"/>
                          </a:solidFill>
                          <a:latin typeface="Malgun Gothic"/>
                          <a:ea typeface="Malgun Gothic"/>
                          <a:cs typeface="Malgun Gothic"/>
                        </a:rPr>
                        <a:t>질문</a:t>
                      </a:r>
                      <a:r>
                        <a:rPr sz="1725" b="0" dirty="0">
                          <a:solidFill>
                            <a:srgbClr val="15171C"/>
                          </a:solidFill>
                          <a:latin typeface="Malgun Gothic"/>
                          <a:ea typeface="Malgun Gothic"/>
                          <a:cs typeface="Malgun Gothic"/>
                        </a:rPr>
                        <a:t> 틀</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extLst>
                  <a:ext uri="{0D108BD9-81ED-4DB2-BD59-A6C34878D82A}">
                    <a16:rowId xmlns:a16="http://schemas.microsoft.com/office/drawing/2014/main" val="10001"/>
                  </a:ext>
                </a:extLst>
              </a:tr>
              <a:tr h="709613">
                <a:tc>
                  <a:txBody>
                    <a:bodyPr/>
                    <a:lstStyle/>
                    <a:p>
                      <a:pPr algn="l"/>
                      <a:r>
                        <a:rPr sz="1725" b="0">
                          <a:solidFill>
                            <a:srgbClr val="15171C"/>
                          </a:solidFill>
                          <a:latin typeface="Malgun Gothic"/>
                          <a:ea typeface="Malgun Gothic"/>
                          <a:cs typeface="Malgun Gothic"/>
                        </a:rPr>
                        <a:t>02</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725" b="0" dirty="0" err="1">
                          <a:solidFill>
                            <a:srgbClr val="15171C"/>
                          </a:solidFill>
                          <a:latin typeface="Malgun Gothic"/>
                          <a:ea typeface="Malgun Gothic"/>
                          <a:cs typeface="Malgun Gothic"/>
                        </a:rPr>
                        <a:t>자료</a:t>
                      </a:r>
                      <a:r>
                        <a:rPr sz="1725" b="0" dirty="0">
                          <a:solidFill>
                            <a:srgbClr val="15171C"/>
                          </a:solidFill>
                          <a:latin typeface="Malgun Gothic"/>
                          <a:ea typeface="Malgun Gothic"/>
                          <a:cs typeface="Malgun Gothic"/>
                        </a:rPr>
                        <a:t> </a:t>
                      </a:r>
                      <a:r>
                        <a:rPr sz="1725" b="0" dirty="0" err="1">
                          <a:solidFill>
                            <a:srgbClr val="15171C"/>
                          </a:solidFill>
                          <a:latin typeface="Malgun Gothic"/>
                          <a:ea typeface="Malgun Gothic"/>
                          <a:cs typeface="Malgun Gothic"/>
                        </a:rPr>
                        <a:t>품질</a:t>
                      </a:r>
                      <a:r>
                        <a:rPr sz="1725" b="0" dirty="0">
                          <a:solidFill>
                            <a:srgbClr val="15171C"/>
                          </a:solidFill>
                          <a:latin typeface="Malgun Gothic"/>
                          <a:ea typeface="Malgun Gothic"/>
                          <a:cs typeface="Malgun Gothic"/>
                        </a:rPr>
                        <a:t> </a:t>
                      </a:r>
                      <a:r>
                        <a:rPr sz="1725" b="0" dirty="0" err="1">
                          <a:solidFill>
                            <a:srgbClr val="15171C"/>
                          </a:solidFill>
                          <a:latin typeface="Malgun Gothic"/>
                          <a:ea typeface="Malgun Gothic"/>
                          <a:cs typeface="Malgun Gothic"/>
                        </a:rPr>
                        <a:t>점검</a:t>
                      </a:r>
                      <a:r>
                        <a:rPr sz="1725" b="0" dirty="0">
                          <a:solidFill>
                            <a:srgbClr val="15171C"/>
                          </a:solidFill>
                          <a:latin typeface="Malgun Gothic"/>
                          <a:ea typeface="Malgun Gothic"/>
                          <a:cs typeface="Malgun Gothic"/>
                        </a:rPr>
                        <a:t> · </a:t>
                      </a:r>
                      <a:r>
                        <a:rPr sz="1725" b="0" dirty="0" err="1">
                          <a:solidFill>
                            <a:srgbClr val="15171C"/>
                          </a:solidFill>
                          <a:latin typeface="Malgun Gothic"/>
                          <a:ea typeface="Malgun Gothic"/>
                          <a:cs typeface="Malgun Gothic"/>
                        </a:rPr>
                        <a:t>처리</a:t>
                      </a:r>
                      <a:r>
                        <a:rPr sz="1725" b="0" dirty="0">
                          <a:solidFill>
                            <a:srgbClr val="15171C"/>
                          </a:solidFill>
                          <a:latin typeface="Malgun Gothic"/>
                          <a:ea typeface="Malgun Gothic"/>
                          <a:cs typeface="Malgun Gothic"/>
                        </a:rPr>
                        <a:t> </a:t>
                      </a:r>
                      <a:r>
                        <a:rPr sz="1725" b="0" dirty="0" err="1">
                          <a:solidFill>
                            <a:srgbClr val="15171C"/>
                          </a:solidFill>
                          <a:latin typeface="Malgun Gothic"/>
                          <a:ea typeface="Malgun Gothic"/>
                          <a:cs typeface="Malgun Gothic"/>
                        </a:rPr>
                        <a:t>승인</a:t>
                      </a:r>
                      <a:endParaRPr sz="1725" b="0" dirty="0">
                        <a:solidFill>
                          <a:srgbClr val="15171C"/>
                        </a:solidFill>
                        <a:latin typeface="Malgun Gothic"/>
                        <a:ea typeface="Malgun Gothic"/>
                        <a:cs typeface="Malgun Gothic"/>
                      </a:endParaRPr>
                    </a:p>
                    <a:p>
                      <a:pPr algn="l"/>
                      <a:r>
                        <a:rPr sz="1725" b="0" dirty="0" err="1">
                          <a:solidFill>
                            <a:srgbClr val="15171C"/>
                          </a:solidFill>
                          <a:latin typeface="Malgun Gothic"/>
                          <a:ea typeface="Malgun Gothic"/>
                          <a:cs typeface="Malgun Gothic"/>
                        </a:rPr>
                        <a:t>대시보드</a:t>
                      </a:r>
                      <a:r>
                        <a:rPr sz="1725" b="0" dirty="0">
                          <a:solidFill>
                            <a:srgbClr val="15171C"/>
                          </a:solidFill>
                          <a:latin typeface="Malgun Gothic"/>
                          <a:ea typeface="Malgun Gothic"/>
                          <a:cs typeface="Malgun Gothic"/>
                        </a:rPr>
                        <a:t> </a:t>
                      </a:r>
                      <a:r>
                        <a:rPr sz="1725" b="0" dirty="0" err="1">
                          <a:solidFill>
                            <a:srgbClr val="15171C"/>
                          </a:solidFill>
                          <a:latin typeface="Malgun Gothic"/>
                          <a:ea typeface="Malgun Gothic"/>
                          <a:cs typeface="Malgun Gothic"/>
                        </a:rPr>
                        <a:t>초안과</a:t>
                      </a:r>
                      <a:r>
                        <a:rPr sz="1725" b="0" dirty="0">
                          <a:solidFill>
                            <a:srgbClr val="15171C"/>
                          </a:solidFill>
                          <a:latin typeface="Malgun Gothic"/>
                          <a:ea typeface="Malgun Gothic"/>
                          <a:cs typeface="Malgun Gothic"/>
                        </a:rPr>
                        <a:t> </a:t>
                      </a:r>
                      <a:r>
                        <a:rPr sz="1725" b="0" dirty="0" err="1">
                          <a:solidFill>
                            <a:srgbClr val="15171C"/>
                          </a:solidFill>
                          <a:latin typeface="Malgun Gothic"/>
                          <a:ea typeface="Malgun Gothic"/>
                          <a:cs typeface="Malgun Gothic"/>
                        </a:rPr>
                        <a:t>핵심</a:t>
                      </a:r>
                      <a:r>
                        <a:rPr sz="1725" b="0" dirty="0">
                          <a:solidFill>
                            <a:srgbClr val="15171C"/>
                          </a:solidFill>
                          <a:latin typeface="Malgun Gothic"/>
                          <a:ea typeface="Malgun Gothic"/>
                          <a:cs typeface="Malgun Gothic"/>
                        </a:rPr>
                        <a:t> </a:t>
                      </a:r>
                      <a:r>
                        <a:rPr sz="1725" b="0" dirty="0" err="1">
                          <a:solidFill>
                            <a:srgbClr val="15171C"/>
                          </a:solidFill>
                          <a:latin typeface="Malgun Gothic"/>
                          <a:ea typeface="Malgun Gothic"/>
                          <a:cs typeface="Malgun Gothic"/>
                        </a:rPr>
                        <a:t>수치</a:t>
                      </a:r>
                      <a:r>
                        <a:rPr sz="1725" b="0" dirty="0">
                          <a:solidFill>
                            <a:srgbClr val="15171C"/>
                          </a:solidFill>
                          <a:latin typeface="Malgun Gothic"/>
                          <a:ea typeface="Malgun Gothic"/>
                          <a:cs typeface="Malgun Gothic"/>
                        </a:rPr>
                        <a:t> </a:t>
                      </a:r>
                      <a:r>
                        <a:rPr sz="1725" b="0" dirty="0" err="1">
                          <a:solidFill>
                            <a:srgbClr val="15171C"/>
                          </a:solidFill>
                          <a:latin typeface="Malgun Gothic"/>
                          <a:ea typeface="Malgun Gothic"/>
                          <a:cs typeface="Malgun Gothic"/>
                        </a:rPr>
                        <a:t>확인</a:t>
                      </a:r>
                      <a:endParaRPr sz="1725" b="0" dirty="0">
                        <a:solidFill>
                          <a:srgbClr val="15171C"/>
                        </a:solidFill>
                        <a:latin typeface="Malgun Gothic"/>
                        <a:ea typeface="Malgun Gothic"/>
                        <a:cs typeface="Malgun Gothic"/>
                      </a:endParaRP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725" b="0" dirty="0" err="1">
                          <a:solidFill>
                            <a:srgbClr val="15171C"/>
                          </a:solidFill>
                          <a:latin typeface="Malgun Gothic"/>
                          <a:ea typeface="Malgun Gothic"/>
                          <a:cs typeface="Malgun Gothic"/>
                        </a:rPr>
                        <a:t>점검표</a:t>
                      </a:r>
                      <a:endParaRPr sz="1725" b="0" dirty="0">
                        <a:solidFill>
                          <a:srgbClr val="15171C"/>
                        </a:solidFill>
                        <a:latin typeface="Malgun Gothic"/>
                        <a:ea typeface="Malgun Gothic"/>
                        <a:cs typeface="Malgun Gothic"/>
                      </a:endParaRPr>
                    </a:p>
                    <a:p>
                      <a:pPr algn="l"/>
                      <a:r>
                        <a:rPr sz="1725" b="0" dirty="0" err="1">
                          <a:solidFill>
                            <a:srgbClr val="15171C"/>
                          </a:solidFill>
                          <a:latin typeface="Malgun Gothic"/>
                          <a:ea typeface="Malgun Gothic"/>
                          <a:cs typeface="Malgun Gothic"/>
                        </a:rPr>
                        <a:t>검산한</a:t>
                      </a:r>
                      <a:r>
                        <a:rPr sz="1725" b="0" dirty="0">
                          <a:solidFill>
                            <a:srgbClr val="15171C"/>
                          </a:solidFill>
                          <a:latin typeface="Malgun Gothic"/>
                          <a:ea typeface="Malgun Gothic"/>
                          <a:cs typeface="Malgun Gothic"/>
                        </a:rPr>
                        <a:t> </a:t>
                      </a:r>
                      <a:r>
                        <a:rPr sz="1725" b="0" dirty="0" err="1">
                          <a:solidFill>
                            <a:srgbClr val="15171C"/>
                          </a:solidFill>
                          <a:latin typeface="Malgun Gothic"/>
                          <a:ea typeface="Malgun Gothic"/>
                          <a:cs typeface="Malgun Gothic"/>
                        </a:rPr>
                        <a:t>수치</a:t>
                      </a:r>
                      <a:r>
                        <a:rPr sz="1725" b="0" dirty="0">
                          <a:solidFill>
                            <a:srgbClr val="15171C"/>
                          </a:solidFill>
                          <a:latin typeface="Malgun Gothic"/>
                          <a:ea typeface="Malgun Gothic"/>
                          <a:cs typeface="Malgun Gothic"/>
                        </a:rPr>
                        <a:t> 2개</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extLst>
                  <a:ext uri="{0D108BD9-81ED-4DB2-BD59-A6C34878D82A}">
                    <a16:rowId xmlns:a16="http://schemas.microsoft.com/office/drawing/2014/main" val="10002"/>
                  </a:ext>
                </a:extLst>
              </a:tr>
              <a:tr h="709613">
                <a:tc>
                  <a:txBody>
                    <a:bodyPr/>
                    <a:lstStyle/>
                    <a:p>
                      <a:pPr algn="l"/>
                      <a:r>
                        <a:rPr sz="1725" b="0">
                          <a:solidFill>
                            <a:srgbClr val="15171C"/>
                          </a:solidFill>
                          <a:latin typeface="Malgun Gothic"/>
                          <a:ea typeface="Malgun Gothic"/>
                          <a:cs typeface="Malgun Gothic"/>
                        </a:rPr>
                        <a:t>03</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725" b="0" dirty="0">
                          <a:solidFill>
                            <a:srgbClr val="15171C"/>
                          </a:solidFill>
                          <a:latin typeface="Malgun Gothic"/>
                          <a:ea typeface="Malgun Gothic"/>
                          <a:cs typeface="Malgun Gothic"/>
                        </a:rPr>
                        <a:t>한 장 </a:t>
                      </a:r>
                      <a:r>
                        <a:rPr sz="1725" b="0" dirty="0" err="1">
                          <a:solidFill>
                            <a:srgbClr val="15171C"/>
                          </a:solidFill>
                          <a:latin typeface="Malgun Gothic"/>
                          <a:ea typeface="Malgun Gothic"/>
                          <a:cs typeface="Malgun Gothic"/>
                        </a:rPr>
                        <a:t>기획안</a:t>
                      </a:r>
                      <a:r>
                        <a:rPr sz="1725" b="0" dirty="0">
                          <a:solidFill>
                            <a:srgbClr val="15171C"/>
                          </a:solidFill>
                          <a:latin typeface="Malgun Gothic"/>
                          <a:ea typeface="Malgun Gothic"/>
                          <a:cs typeface="Malgun Gothic"/>
                        </a:rPr>
                        <a:t> · </a:t>
                      </a:r>
                      <a:r>
                        <a:rPr sz="1725" b="0" dirty="0" err="1">
                          <a:solidFill>
                            <a:srgbClr val="15171C"/>
                          </a:solidFill>
                          <a:latin typeface="Malgun Gothic"/>
                          <a:ea typeface="Malgun Gothic"/>
                          <a:cs typeface="Malgun Gothic"/>
                        </a:rPr>
                        <a:t>카드뉴스</a:t>
                      </a:r>
                      <a:r>
                        <a:rPr sz="1725" b="0" dirty="0">
                          <a:solidFill>
                            <a:srgbClr val="15171C"/>
                          </a:solidFill>
                          <a:latin typeface="Malgun Gothic"/>
                          <a:ea typeface="Malgun Gothic"/>
                          <a:cs typeface="Malgun Gothic"/>
                        </a:rPr>
                        <a:t> </a:t>
                      </a:r>
                      <a:r>
                        <a:rPr sz="1725" b="0" dirty="0" err="1">
                          <a:solidFill>
                            <a:srgbClr val="15171C"/>
                          </a:solidFill>
                          <a:latin typeface="Malgun Gothic"/>
                          <a:ea typeface="Malgun Gothic"/>
                          <a:cs typeface="Malgun Gothic"/>
                        </a:rPr>
                        <a:t>문안</a:t>
                      </a:r>
                      <a:endParaRPr sz="1725" b="0" dirty="0">
                        <a:solidFill>
                          <a:srgbClr val="15171C"/>
                        </a:solidFill>
                        <a:latin typeface="Malgun Gothic"/>
                        <a:ea typeface="Malgun Gothic"/>
                        <a:cs typeface="Malgun Gothic"/>
                      </a:endParaRPr>
                    </a:p>
                    <a:p>
                      <a:pPr algn="l"/>
                      <a:r>
                        <a:rPr lang="ko-KR" altLang="en-US" sz="1725" b="0" dirty="0">
                          <a:solidFill>
                            <a:srgbClr val="15171C"/>
                          </a:solidFill>
                          <a:latin typeface="Malgun Gothic"/>
                          <a:ea typeface="Malgun Gothic"/>
                          <a:cs typeface="Malgun Gothic"/>
                        </a:rPr>
                        <a:t>피</a:t>
                      </a:r>
                      <a:r>
                        <a:rPr sz="1725" b="0" dirty="0" err="1">
                          <a:solidFill>
                            <a:srgbClr val="15171C"/>
                          </a:solidFill>
                          <a:latin typeface="Malgun Gothic"/>
                          <a:ea typeface="Malgun Gothic"/>
                          <a:cs typeface="Malgun Gothic"/>
                        </a:rPr>
                        <a:t>드백과</a:t>
                      </a:r>
                      <a:r>
                        <a:rPr sz="1725" b="0" dirty="0">
                          <a:solidFill>
                            <a:srgbClr val="15171C"/>
                          </a:solidFill>
                          <a:latin typeface="Malgun Gothic"/>
                          <a:ea typeface="Malgun Gothic"/>
                          <a:cs typeface="Malgun Gothic"/>
                        </a:rPr>
                        <a:t> </a:t>
                      </a:r>
                      <a:r>
                        <a:rPr sz="1725" b="0" dirty="0" err="1">
                          <a:solidFill>
                            <a:srgbClr val="15171C"/>
                          </a:solidFill>
                          <a:latin typeface="Malgun Gothic"/>
                          <a:ea typeface="Malgun Gothic"/>
                          <a:cs typeface="Malgun Gothic"/>
                        </a:rPr>
                        <a:t>수정</a:t>
                      </a:r>
                      <a:endParaRPr sz="1725" b="0" dirty="0">
                        <a:solidFill>
                          <a:srgbClr val="15171C"/>
                        </a:solidFill>
                        <a:latin typeface="Malgun Gothic"/>
                        <a:ea typeface="Malgun Gothic"/>
                        <a:cs typeface="Malgun Gothic"/>
                      </a:endParaRP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725" b="0" dirty="0" err="1">
                          <a:solidFill>
                            <a:srgbClr val="15171C"/>
                          </a:solidFill>
                          <a:latin typeface="Malgun Gothic"/>
                          <a:ea typeface="Malgun Gothic"/>
                          <a:cs typeface="Malgun Gothic"/>
                        </a:rPr>
                        <a:t>기획안</a:t>
                      </a:r>
                      <a:r>
                        <a:rPr sz="1725" b="0" dirty="0">
                          <a:solidFill>
                            <a:srgbClr val="15171C"/>
                          </a:solidFill>
                          <a:latin typeface="Malgun Gothic"/>
                          <a:ea typeface="Malgun Gothic"/>
                          <a:cs typeface="Malgun Gothic"/>
                        </a:rPr>
                        <a:t> </a:t>
                      </a:r>
                      <a:r>
                        <a:rPr sz="1725" b="0" dirty="0" err="1">
                          <a:solidFill>
                            <a:srgbClr val="15171C"/>
                          </a:solidFill>
                          <a:latin typeface="Malgun Gothic"/>
                          <a:ea typeface="Malgun Gothic"/>
                          <a:cs typeface="Malgun Gothic"/>
                        </a:rPr>
                        <a:t>초안</a:t>
                      </a:r>
                      <a:endParaRPr sz="1725" b="0" dirty="0">
                        <a:solidFill>
                          <a:srgbClr val="15171C"/>
                        </a:solidFill>
                        <a:latin typeface="Malgun Gothic"/>
                        <a:ea typeface="Malgun Gothic"/>
                        <a:cs typeface="Malgun Gothic"/>
                      </a:endParaRPr>
                    </a:p>
                    <a:p>
                      <a:pPr algn="l"/>
                      <a:r>
                        <a:rPr sz="1725" b="0" dirty="0">
                          <a:solidFill>
                            <a:srgbClr val="15171C"/>
                          </a:solidFill>
                          <a:latin typeface="Malgun Gothic"/>
                          <a:ea typeface="Malgun Gothic"/>
                          <a:cs typeface="Malgun Gothic"/>
                        </a:rPr>
                        <a:t>4장 </a:t>
                      </a:r>
                      <a:r>
                        <a:rPr sz="1725" b="0" dirty="0" err="1">
                          <a:solidFill>
                            <a:srgbClr val="15171C"/>
                          </a:solidFill>
                          <a:latin typeface="Malgun Gothic"/>
                          <a:ea typeface="Malgun Gothic"/>
                          <a:cs typeface="Malgun Gothic"/>
                        </a:rPr>
                        <a:t>구성</a:t>
                      </a:r>
                      <a:r>
                        <a:rPr sz="1725" b="0" dirty="0">
                          <a:solidFill>
                            <a:srgbClr val="15171C"/>
                          </a:solidFill>
                          <a:latin typeface="Malgun Gothic"/>
                          <a:ea typeface="Malgun Gothic"/>
                          <a:cs typeface="Malgun Gothic"/>
                        </a:rPr>
                        <a:t> </a:t>
                      </a:r>
                      <a:r>
                        <a:rPr sz="1725" b="0" dirty="0" err="1">
                          <a:solidFill>
                            <a:srgbClr val="15171C"/>
                          </a:solidFill>
                          <a:latin typeface="Malgun Gothic"/>
                          <a:ea typeface="Malgun Gothic"/>
                          <a:cs typeface="Malgun Gothic"/>
                        </a:rPr>
                        <a:t>초안</a:t>
                      </a:r>
                      <a:endParaRPr sz="1725" b="0" dirty="0">
                        <a:solidFill>
                          <a:srgbClr val="15171C"/>
                        </a:solidFill>
                        <a:latin typeface="Malgun Gothic"/>
                        <a:ea typeface="Malgun Gothic"/>
                        <a:cs typeface="Malgun Gothic"/>
                      </a:endParaRP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8" name="session1-207">
            <a:extLst>
              <a:ext uri="{FF2B5EF4-FFF2-40B4-BE49-F238E27FC236}">
                <a16:creationId xmlns:a16="http://schemas.microsoft.com/office/drawing/2014/main" id="{40DDF50B-3322-453E-8DC6-869D79C2DA02}"/>
              </a:ext>
            </a:extLst>
          </p:cNvPr>
          <p:cNvSpPr>
            <a:spLocks noGrp="1"/>
          </p:cNvSpPr>
          <p:nvPr/>
        </p:nvSpPr>
        <p:spPr>
          <a:xfrm>
            <a:off x="609600" y="5667375"/>
            <a:ext cx="10858500" cy="361950"/>
          </a:xfrm>
          <a:prstGeom prst="rect">
            <a:avLst/>
          </a:prstGeom>
          <a:noFill/>
          <a:ln w="0">
            <a:noFill/>
          </a:ln>
        </p:spPr>
        <p:txBody>
          <a:bodyPr wrap="square" lIns="0" tIns="0" rIns="0" bIns="0" anchor="t">
            <a:noAutofit/>
          </a:bodyPr>
          <a:lstStyle>
            <a:defPPr algn="l">
              <a:defRPr sz="1875" b="1">
                <a:solidFill>
                  <a:srgbClr val="213EDB"/>
                </a:solidFill>
                <a:latin typeface="Malgun Gothic"/>
                <a:ea typeface="Malgun Gothic"/>
                <a:cs typeface="Malgun Gothic"/>
              </a:defRPr>
            </a:defPPr>
            <a:lvl1pPr algn="l">
              <a:defRPr sz="1875" b="1">
                <a:solidFill>
                  <a:srgbClr val="213EDB"/>
                </a:solidFill>
                <a:latin typeface="Malgun Gothic"/>
                <a:ea typeface="Malgun Gothic"/>
                <a:cs typeface="Malgun Gothic"/>
              </a:defRPr>
            </a:lvl1pPr>
            <a:lvl2pPr algn="l">
              <a:defRPr sz="1875" b="1">
                <a:solidFill>
                  <a:srgbClr val="213EDB"/>
                </a:solidFill>
                <a:latin typeface="Malgun Gothic"/>
                <a:ea typeface="Malgun Gothic"/>
                <a:cs typeface="Malgun Gothic"/>
              </a:defRPr>
            </a:lvl2pPr>
            <a:lvl3pPr algn="l">
              <a:defRPr sz="1875" b="1">
                <a:solidFill>
                  <a:srgbClr val="213EDB"/>
                </a:solidFill>
                <a:latin typeface="Malgun Gothic"/>
                <a:ea typeface="Malgun Gothic"/>
                <a:cs typeface="Malgun Gothic"/>
              </a:defRPr>
            </a:lvl3pPr>
            <a:lvl4pPr algn="l">
              <a:defRPr sz="1875" b="1">
                <a:solidFill>
                  <a:srgbClr val="213EDB"/>
                </a:solidFill>
                <a:latin typeface="Malgun Gothic"/>
                <a:ea typeface="Malgun Gothic"/>
                <a:cs typeface="Malgun Gothic"/>
              </a:defRPr>
            </a:lvl4pPr>
            <a:lvl5pPr algn="l">
              <a:defRPr sz="1875" b="1">
                <a:solidFill>
                  <a:srgbClr val="213EDB"/>
                </a:solidFill>
                <a:latin typeface="Malgun Gothic"/>
                <a:ea typeface="Malgun Gothic"/>
                <a:cs typeface="Malgun Gothic"/>
              </a:defRPr>
            </a:lvl5pPr>
            <a:lvl6pPr algn="l">
              <a:defRPr sz="1875" b="1">
                <a:solidFill>
                  <a:srgbClr val="213EDB"/>
                </a:solidFill>
                <a:latin typeface="Malgun Gothic"/>
                <a:ea typeface="Malgun Gothic"/>
                <a:cs typeface="Malgun Gothic"/>
              </a:defRPr>
            </a:lvl6pPr>
            <a:lvl7pPr algn="l">
              <a:defRPr sz="1875" b="1">
                <a:solidFill>
                  <a:srgbClr val="213EDB"/>
                </a:solidFill>
                <a:latin typeface="Malgun Gothic"/>
                <a:ea typeface="Malgun Gothic"/>
                <a:cs typeface="Malgun Gothic"/>
              </a:defRPr>
            </a:lvl7pPr>
            <a:lvl8pPr algn="l">
              <a:defRPr sz="1875" b="1">
                <a:solidFill>
                  <a:srgbClr val="213EDB"/>
                </a:solidFill>
                <a:latin typeface="Malgun Gothic"/>
                <a:ea typeface="Malgun Gothic"/>
                <a:cs typeface="Malgun Gothic"/>
              </a:defRPr>
            </a:lvl8pPr>
            <a:lvl9pPr algn="l">
              <a:defRPr sz="1875" b="1">
                <a:solidFill>
                  <a:srgbClr val="213EDB"/>
                </a:solidFill>
                <a:latin typeface="Malgun Gothic"/>
                <a:ea typeface="Malgun Gothic"/>
                <a:cs typeface="Malgun Gothic"/>
              </a:defRPr>
            </a:lvl9pPr>
          </a:lstStyle>
          <a:p>
            <a:pPr algn="l">
              <a:defRPr sz="1875" b="1">
                <a:solidFill>
                  <a:srgbClr val="213EDB"/>
                </a:solidFill>
                <a:latin typeface="Malgun Gothic"/>
                <a:ea typeface="Malgun Gothic"/>
                <a:cs typeface="Malgun Gothic"/>
              </a:defRPr>
            </a:pPr>
            <a:r>
              <a:rPr sz="1875" b="1" dirty="0" err="1">
                <a:solidFill>
                  <a:srgbClr val="213EDB"/>
                </a:solidFill>
                <a:latin typeface="Malgun Gothic"/>
                <a:ea typeface="Malgun Gothic"/>
                <a:cs typeface="Malgun Gothic"/>
              </a:rPr>
              <a:t>핵심</a:t>
            </a:r>
            <a:r>
              <a:rPr sz="1875" b="1" dirty="0">
                <a:solidFill>
                  <a:srgbClr val="213EDB"/>
                </a:solidFill>
                <a:latin typeface="Malgun Gothic"/>
                <a:ea typeface="Malgun Gothic"/>
                <a:cs typeface="Malgun Gothic"/>
              </a:rPr>
              <a:t> </a:t>
            </a:r>
            <a:r>
              <a:rPr sz="1875" b="1" dirty="0" err="1">
                <a:solidFill>
                  <a:srgbClr val="213EDB"/>
                </a:solidFill>
                <a:latin typeface="Malgun Gothic"/>
                <a:ea typeface="Malgun Gothic"/>
                <a:cs typeface="Malgun Gothic"/>
              </a:rPr>
              <a:t>순서</a:t>
            </a:r>
            <a:r>
              <a:rPr sz="1875" b="1" dirty="0">
                <a:solidFill>
                  <a:srgbClr val="213EDB"/>
                </a:solidFill>
                <a:latin typeface="Malgun Gothic"/>
                <a:ea typeface="Malgun Gothic"/>
                <a:cs typeface="Malgun Gothic"/>
              </a:rPr>
              <a:t>  </a:t>
            </a:r>
            <a:r>
              <a:rPr sz="1875" b="1" dirty="0" err="1">
                <a:solidFill>
                  <a:srgbClr val="213EDB"/>
                </a:solidFill>
                <a:latin typeface="Malgun Gothic"/>
                <a:ea typeface="Malgun Gothic"/>
                <a:cs typeface="Malgun Gothic"/>
              </a:rPr>
              <a:t>컨텍스트</a:t>
            </a:r>
            <a:r>
              <a:rPr sz="1875" b="1" dirty="0">
                <a:solidFill>
                  <a:srgbClr val="213EDB"/>
                </a:solidFill>
                <a:latin typeface="Malgun Gothic"/>
                <a:ea typeface="Malgun Gothic"/>
                <a:cs typeface="Malgun Gothic"/>
              </a:rPr>
              <a:t> → </a:t>
            </a:r>
            <a:r>
              <a:rPr sz="1875" b="1" dirty="0" err="1">
                <a:solidFill>
                  <a:srgbClr val="213EDB"/>
                </a:solidFill>
                <a:latin typeface="Malgun Gothic"/>
                <a:ea typeface="Malgun Gothic"/>
                <a:cs typeface="Malgun Gothic"/>
              </a:rPr>
              <a:t>데이터</a:t>
            </a:r>
            <a:r>
              <a:rPr sz="1875" b="1" dirty="0">
                <a:solidFill>
                  <a:srgbClr val="213EDB"/>
                </a:solidFill>
                <a:latin typeface="Malgun Gothic"/>
                <a:ea typeface="Malgun Gothic"/>
                <a:cs typeface="Malgun Gothic"/>
              </a:rPr>
              <a:t> </a:t>
            </a:r>
            <a:r>
              <a:rPr sz="1875" b="1" dirty="0" err="1">
                <a:solidFill>
                  <a:srgbClr val="213EDB"/>
                </a:solidFill>
                <a:latin typeface="Malgun Gothic"/>
                <a:ea typeface="Malgun Gothic"/>
                <a:cs typeface="Malgun Gothic"/>
              </a:rPr>
              <a:t>점검</a:t>
            </a:r>
            <a:r>
              <a:rPr sz="1875" b="1" dirty="0">
                <a:solidFill>
                  <a:srgbClr val="213EDB"/>
                </a:solidFill>
                <a:latin typeface="Malgun Gothic"/>
                <a:ea typeface="Malgun Gothic"/>
                <a:cs typeface="Malgun Gothic"/>
              </a:rPr>
              <a:t> → </a:t>
            </a:r>
            <a:r>
              <a:rPr sz="1875" b="1" dirty="0" err="1">
                <a:solidFill>
                  <a:srgbClr val="213EDB"/>
                </a:solidFill>
                <a:latin typeface="Malgun Gothic"/>
                <a:ea typeface="Malgun Gothic"/>
                <a:cs typeface="Malgun Gothic"/>
              </a:rPr>
              <a:t>현황</a:t>
            </a:r>
            <a:r>
              <a:rPr sz="1875" b="1" dirty="0">
                <a:solidFill>
                  <a:srgbClr val="213EDB"/>
                </a:solidFill>
                <a:latin typeface="Malgun Gothic"/>
                <a:ea typeface="Malgun Gothic"/>
                <a:cs typeface="Malgun Gothic"/>
              </a:rPr>
              <a:t> </a:t>
            </a:r>
            <a:r>
              <a:rPr sz="1875" b="1" dirty="0" err="1">
                <a:solidFill>
                  <a:srgbClr val="213EDB"/>
                </a:solidFill>
                <a:latin typeface="Malgun Gothic"/>
                <a:ea typeface="Malgun Gothic"/>
                <a:cs typeface="Malgun Gothic"/>
              </a:rPr>
              <a:t>확인</a:t>
            </a:r>
            <a:r>
              <a:rPr sz="1875" b="1" dirty="0">
                <a:solidFill>
                  <a:srgbClr val="213EDB"/>
                </a:solidFill>
                <a:latin typeface="Malgun Gothic"/>
                <a:ea typeface="Malgun Gothic"/>
                <a:cs typeface="Malgun Gothic"/>
              </a:rPr>
              <a:t> → </a:t>
            </a:r>
            <a:r>
              <a:rPr sz="1875" b="1" dirty="0" err="1">
                <a:solidFill>
                  <a:srgbClr val="213EDB"/>
                </a:solidFill>
                <a:latin typeface="Malgun Gothic"/>
                <a:ea typeface="Malgun Gothic"/>
                <a:cs typeface="Malgun Gothic"/>
              </a:rPr>
              <a:t>기획안</a:t>
            </a:r>
            <a:r>
              <a:rPr sz="1875" b="1" dirty="0">
                <a:solidFill>
                  <a:srgbClr val="213EDB"/>
                </a:solidFill>
                <a:latin typeface="Malgun Gothic"/>
                <a:ea typeface="Malgun Gothic"/>
                <a:cs typeface="Malgun Gothic"/>
              </a:rPr>
              <a:t> → </a:t>
            </a:r>
            <a:r>
              <a:rPr sz="1875" b="1" dirty="0" err="1">
                <a:solidFill>
                  <a:srgbClr val="213EDB"/>
                </a:solidFill>
                <a:latin typeface="Malgun Gothic"/>
                <a:ea typeface="Malgun Gothic"/>
                <a:cs typeface="Malgun Gothic"/>
              </a:rPr>
              <a:t>외부</a:t>
            </a:r>
            <a:r>
              <a:rPr sz="1875" b="1" dirty="0">
                <a:solidFill>
                  <a:srgbClr val="213EDB"/>
                </a:solidFill>
                <a:latin typeface="Malgun Gothic"/>
                <a:ea typeface="Malgun Gothic"/>
                <a:cs typeface="Malgun Gothic"/>
              </a:rPr>
              <a:t> </a:t>
            </a:r>
            <a:r>
              <a:rPr sz="1875" b="1" dirty="0" err="1">
                <a:solidFill>
                  <a:srgbClr val="213EDB"/>
                </a:solidFill>
                <a:latin typeface="Malgun Gothic"/>
                <a:ea typeface="Malgun Gothic"/>
                <a:cs typeface="Malgun Gothic"/>
              </a:rPr>
              <a:t>문안</a:t>
            </a:r>
            <a:endParaRPr sz="1875" b="1" dirty="0">
              <a:solidFill>
                <a:srgbClr val="213EDB"/>
              </a:solidFill>
              <a:latin typeface="Malgun Gothic"/>
              <a:ea typeface="Malgun Gothic"/>
              <a:cs typeface="Malgun Gothic"/>
            </a:endParaRPr>
          </a:p>
        </p:txBody>
      </p:sp>
      <p:sp>
        <p:nvSpPr>
          <p:cNvPr id="9" name="session1-208">
            <a:extLst>
              <a:ext uri="{FF2B5EF4-FFF2-40B4-BE49-F238E27FC236}">
                <a16:creationId xmlns:a16="http://schemas.microsoft.com/office/drawing/2014/main" id="{96117BAB-9340-409A-B028-55B5B3F03AA5}"/>
              </a:ext>
            </a:extLst>
          </p:cNvPr>
          <p:cNvSpPr>
            <a:spLocks noGrp="1"/>
          </p:cNvSpPr>
          <p:nvPr/>
        </p:nvSpPr>
        <p:spPr>
          <a:xfrm>
            <a:off x="609600" y="6115050"/>
            <a:ext cx="10858500" cy="285750"/>
          </a:xfrm>
          <a:prstGeom prst="rect">
            <a:avLst/>
          </a:prstGeom>
          <a:noFill/>
          <a:ln w="0">
            <a:noFill/>
          </a:ln>
        </p:spPr>
        <p:txBody>
          <a:bodyPr wrap="square" lIns="0" tIns="0" rIns="0" bIns="0" anchor="t">
            <a:noAutofit/>
          </a:bodyPr>
          <a:lstStyle>
            <a:defPPr algn="l">
              <a:defRPr sz="1500" b="0">
                <a:solidFill>
                  <a:srgbClr val="616773"/>
                </a:solidFill>
                <a:latin typeface="Malgun Gothic"/>
                <a:ea typeface="Malgun Gothic"/>
                <a:cs typeface="Malgun Gothic"/>
              </a:defRPr>
            </a:defPPr>
            <a:lvl1pPr algn="l">
              <a:defRPr sz="1500" b="0">
                <a:solidFill>
                  <a:srgbClr val="616773"/>
                </a:solidFill>
                <a:latin typeface="Malgun Gothic"/>
                <a:ea typeface="Malgun Gothic"/>
                <a:cs typeface="Malgun Gothic"/>
              </a:defRPr>
            </a:lvl1pPr>
            <a:lvl2pPr algn="l">
              <a:defRPr sz="1500" b="0">
                <a:solidFill>
                  <a:srgbClr val="616773"/>
                </a:solidFill>
                <a:latin typeface="Malgun Gothic"/>
                <a:ea typeface="Malgun Gothic"/>
                <a:cs typeface="Malgun Gothic"/>
              </a:defRPr>
            </a:lvl2pPr>
            <a:lvl3pPr algn="l">
              <a:defRPr sz="1500" b="0">
                <a:solidFill>
                  <a:srgbClr val="616773"/>
                </a:solidFill>
                <a:latin typeface="Malgun Gothic"/>
                <a:ea typeface="Malgun Gothic"/>
                <a:cs typeface="Malgun Gothic"/>
              </a:defRPr>
            </a:lvl3pPr>
            <a:lvl4pPr algn="l">
              <a:defRPr sz="1500" b="0">
                <a:solidFill>
                  <a:srgbClr val="616773"/>
                </a:solidFill>
                <a:latin typeface="Malgun Gothic"/>
                <a:ea typeface="Malgun Gothic"/>
                <a:cs typeface="Malgun Gothic"/>
              </a:defRPr>
            </a:lvl4pPr>
            <a:lvl5pPr algn="l">
              <a:defRPr sz="1500" b="0">
                <a:solidFill>
                  <a:srgbClr val="616773"/>
                </a:solidFill>
                <a:latin typeface="Malgun Gothic"/>
                <a:ea typeface="Malgun Gothic"/>
                <a:cs typeface="Malgun Gothic"/>
              </a:defRPr>
            </a:lvl5pPr>
            <a:lvl6pPr algn="l">
              <a:defRPr sz="1500" b="0">
                <a:solidFill>
                  <a:srgbClr val="616773"/>
                </a:solidFill>
                <a:latin typeface="Malgun Gothic"/>
                <a:ea typeface="Malgun Gothic"/>
                <a:cs typeface="Malgun Gothic"/>
              </a:defRPr>
            </a:lvl6pPr>
            <a:lvl7pPr algn="l">
              <a:defRPr sz="1500" b="0">
                <a:solidFill>
                  <a:srgbClr val="616773"/>
                </a:solidFill>
                <a:latin typeface="Malgun Gothic"/>
                <a:ea typeface="Malgun Gothic"/>
                <a:cs typeface="Malgun Gothic"/>
              </a:defRPr>
            </a:lvl7pPr>
            <a:lvl8pPr algn="l">
              <a:defRPr sz="1500" b="0">
                <a:solidFill>
                  <a:srgbClr val="616773"/>
                </a:solidFill>
                <a:latin typeface="Malgun Gothic"/>
                <a:ea typeface="Malgun Gothic"/>
                <a:cs typeface="Malgun Gothic"/>
              </a:defRPr>
            </a:lvl8pPr>
            <a:lvl9pPr algn="l">
              <a:defRPr sz="1500" b="0">
                <a:solidFill>
                  <a:srgbClr val="616773"/>
                </a:solidFill>
                <a:latin typeface="Malgun Gothic"/>
                <a:ea typeface="Malgun Gothic"/>
                <a:cs typeface="Malgun Gothic"/>
              </a:defRPr>
            </a:lvl9pPr>
          </a:lstStyle>
          <a:p>
            <a:pPr algn="l">
              <a:defRPr sz="1500" b="0">
                <a:solidFill>
                  <a:srgbClr val="616773"/>
                </a:solidFill>
                <a:latin typeface="Malgun Gothic"/>
                <a:ea typeface="Malgun Gothic"/>
                <a:cs typeface="Malgun Gothic"/>
              </a:defRPr>
            </a:pPr>
            <a:r>
              <a:rPr sz="1500" b="0" dirty="0" err="1">
                <a:solidFill>
                  <a:srgbClr val="616773"/>
                </a:solidFill>
                <a:latin typeface="Malgun Gothic"/>
                <a:ea typeface="Malgun Gothic"/>
                <a:cs typeface="Malgun Gothic"/>
              </a:rPr>
              <a:t>완성</a:t>
            </a:r>
            <a:r>
              <a:rPr sz="1500" b="0" dirty="0">
                <a:solidFill>
                  <a:srgbClr val="616773"/>
                </a:solidFill>
                <a:latin typeface="Malgun Gothic"/>
                <a:ea typeface="Malgun Gothic"/>
                <a:cs typeface="Malgun Gothic"/>
              </a:rPr>
              <a:t> </a:t>
            </a:r>
            <a:r>
              <a:rPr sz="1500" b="0" dirty="0" err="1">
                <a:solidFill>
                  <a:srgbClr val="616773"/>
                </a:solidFill>
                <a:latin typeface="Malgun Gothic"/>
                <a:ea typeface="Malgun Gothic"/>
                <a:cs typeface="Malgun Gothic"/>
              </a:rPr>
              <a:t>디자인과</a:t>
            </a:r>
            <a:r>
              <a:rPr sz="1500" b="0" dirty="0">
                <a:solidFill>
                  <a:srgbClr val="616773"/>
                </a:solidFill>
                <a:latin typeface="Malgun Gothic"/>
                <a:ea typeface="Malgun Gothic"/>
                <a:cs typeface="Malgun Gothic"/>
              </a:rPr>
              <a:t> </a:t>
            </a:r>
            <a:r>
              <a:rPr sz="1500" b="0" dirty="0" err="1">
                <a:solidFill>
                  <a:srgbClr val="616773"/>
                </a:solidFill>
                <a:latin typeface="Malgun Gothic"/>
                <a:ea typeface="Malgun Gothic"/>
                <a:cs typeface="Malgun Gothic"/>
              </a:rPr>
              <a:t>현업</a:t>
            </a:r>
            <a:r>
              <a:rPr sz="1500" b="0" dirty="0">
                <a:solidFill>
                  <a:srgbClr val="616773"/>
                </a:solidFill>
                <a:latin typeface="Malgun Gothic"/>
                <a:ea typeface="Malgun Gothic"/>
                <a:cs typeface="Malgun Gothic"/>
              </a:rPr>
              <a:t> </a:t>
            </a:r>
            <a:r>
              <a:rPr sz="1500" b="0" dirty="0" err="1">
                <a:solidFill>
                  <a:srgbClr val="616773"/>
                </a:solidFill>
                <a:latin typeface="Malgun Gothic"/>
                <a:ea typeface="Malgun Gothic"/>
                <a:cs typeface="Malgun Gothic"/>
              </a:rPr>
              <a:t>확장은</a:t>
            </a:r>
            <a:r>
              <a:rPr sz="1500" b="0" dirty="0">
                <a:solidFill>
                  <a:srgbClr val="616773"/>
                </a:solidFill>
                <a:latin typeface="Malgun Gothic"/>
                <a:ea typeface="Malgun Gothic"/>
                <a:cs typeface="Malgun Gothic"/>
              </a:rPr>
              <a:t> 2회기에서 </a:t>
            </a:r>
            <a:r>
              <a:rPr sz="1500" b="0" dirty="0" err="1">
                <a:solidFill>
                  <a:srgbClr val="616773"/>
                </a:solidFill>
                <a:latin typeface="Malgun Gothic"/>
                <a:ea typeface="Malgun Gothic"/>
                <a:cs typeface="Malgun Gothic"/>
              </a:rPr>
              <a:t>이어갑니다</a:t>
            </a:r>
            <a:r>
              <a:rPr sz="1500" b="0" dirty="0">
                <a:solidFill>
                  <a:srgbClr val="616773"/>
                </a:solidFill>
                <a:latin typeface="Malgun Gothic"/>
                <a:ea typeface="Malgun Gothic"/>
                <a:cs typeface="Malgun Gothic"/>
              </a:rPr>
              <a:t>.</a:t>
            </a:r>
          </a:p>
        </p:txBody>
      </p:sp>
    </p:spTree>
    <p:extLst>
      <p:ext uri="{BB962C8B-B14F-4D97-AF65-F5344CB8AC3E}">
        <p14:creationId xmlns:p14="http://schemas.microsoft.com/office/powerpoint/2010/main" val="19057303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session1-209">
            <a:extLst>
              <a:ext uri="{FF2B5EF4-FFF2-40B4-BE49-F238E27FC236}">
                <a16:creationId xmlns:a16="http://schemas.microsoft.com/office/drawing/2014/main" id="{3F759B7A-E2DB-430A-9636-2FA168789C3E}"/>
              </a:ext>
            </a:extLst>
          </p:cNvPr>
          <p:cNvSpPr>
            <a:spLocks noGrp="1"/>
          </p:cNvSpPr>
          <p:nvPr/>
        </p:nvSpPr>
        <p:spPr>
          <a:xfrm>
            <a:off x="590550" y="295275"/>
            <a:ext cx="9715500" cy="228600"/>
          </a:xfrm>
          <a:prstGeom prst="rect">
            <a:avLst/>
          </a:prstGeom>
          <a:noFill/>
          <a:ln w="0">
            <a:noFill/>
          </a:ln>
        </p:spPr>
        <p:txBody>
          <a:bodyPr wrap="square" lIns="0" tIns="0" rIns="0" bIns="0" anchor="t">
            <a:noAutofit/>
          </a:bodyPr>
          <a:lstStyle>
            <a:defPPr algn="l">
              <a:defRPr sz="1050" b="0">
                <a:solidFill>
                  <a:srgbClr val="616773"/>
                </a:solidFill>
                <a:latin typeface="Malgun Gothic"/>
                <a:ea typeface="Malgun Gothic"/>
                <a:cs typeface="Malgun Gothic"/>
              </a:defRPr>
            </a:defPPr>
            <a:lvl1pPr algn="l">
              <a:defRPr sz="1050" b="0">
                <a:solidFill>
                  <a:srgbClr val="616773"/>
                </a:solidFill>
                <a:latin typeface="Malgun Gothic"/>
                <a:ea typeface="Malgun Gothic"/>
                <a:cs typeface="Malgun Gothic"/>
              </a:defRPr>
            </a:lvl1pPr>
            <a:lvl2pPr algn="l">
              <a:defRPr sz="1050" b="0">
                <a:solidFill>
                  <a:srgbClr val="616773"/>
                </a:solidFill>
                <a:latin typeface="Malgun Gothic"/>
                <a:ea typeface="Malgun Gothic"/>
                <a:cs typeface="Malgun Gothic"/>
              </a:defRPr>
            </a:lvl2pPr>
            <a:lvl3pPr algn="l">
              <a:defRPr sz="1050" b="0">
                <a:solidFill>
                  <a:srgbClr val="616773"/>
                </a:solidFill>
                <a:latin typeface="Malgun Gothic"/>
                <a:ea typeface="Malgun Gothic"/>
                <a:cs typeface="Malgun Gothic"/>
              </a:defRPr>
            </a:lvl3pPr>
            <a:lvl4pPr algn="l">
              <a:defRPr sz="1050" b="0">
                <a:solidFill>
                  <a:srgbClr val="616773"/>
                </a:solidFill>
                <a:latin typeface="Malgun Gothic"/>
                <a:ea typeface="Malgun Gothic"/>
                <a:cs typeface="Malgun Gothic"/>
              </a:defRPr>
            </a:lvl4pPr>
            <a:lvl5pPr algn="l">
              <a:defRPr sz="1050" b="0">
                <a:solidFill>
                  <a:srgbClr val="616773"/>
                </a:solidFill>
                <a:latin typeface="Malgun Gothic"/>
                <a:ea typeface="Malgun Gothic"/>
                <a:cs typeface="Malgun Gothic"/>
              </a:defRPr>
            </a:lvl5pPr>
            <a:lvl6pPr algn="l">
              <a:defRPr sz="1050" b="0">
                <a:solidFill>
                  <a:srgbClr val="616773"/>
                </a:solidFill>
                <a:latin typeface="Malgun Gothic"/>
                <a:ea typeface="Malgun Gothic"/>
                <a:cs typeface="Malgun Gothic"/>
              </a:defRPr>
            </a:lvl6pPr>
            <a:lvl7pPr algn="l">
              <a:defRPr sz="1050" b="0">
                <a:solidFill>
                  <a:srgbClr val="616773"/>
                </a:solidFill>
                <a:latin typeface="Malgun Gothic"/>
                <a:ea typeface="Malgun Gothic"/>
                <a:cs typeface="Malgun Gothic"/>
              </a:defRPr>
            </a:lvl7pPr>
            <a:lvl8pPr algn="l">
              <a:defRPr sz="1050" b="0">
                <a:solidFill>
                  <a:srgbClr val="616773"/>
                </a:solidFill>
                <a:latin typeface="Malgun Gothic"/>
                <a:ea typeface="Malgun Gothic"/>
                <a:cs typeface="Malgun Gothic"/>
              </a:defRPr>
            </a:lvl8pPr>
            <a:lvl9pPr algn="l">
              <a:defRPr sz="1050" b="0">
                <a:solidFill>
                  <a:srgbClr val="616773"/>
                </a:solidFill>
                <a:latin typeface="Malgun Gothic"/>
                <a:ea typeface="Malgun Gothic"/>
                <a:cs typeface="Malgun Gothic"/>
              </a:defRPr>
            </a:lvl9pPr>
          </a:lstStyle>
          <a:p>
            <a:pPr algn="l">
              <a:defRPr sz="1050" b="0">
                <a:solidFill>
                  <a:srgbClr val="616773"/>
                </a:solidFill>
                <a:latin typeface="Malgun Gothic"/>
                <a:ea typeface="Malgun Gothic"/>
                <a:cs typeface="Malgun Gothic"/>
              </a:defRPr>
            </a:pPr>
            <a:r>
              <a:rPr sz="1050" b="0">
                <a:solidFill>
                  <a:srgbClr val="616773"/>
                </a:solidFill>
                <a:latin typeface="Malgun Gothic"/>
                <a:ea typeface="Malgun Gothic"/>
                <a:cs typeface="Malgun Gothic"/>
              </a:rPr>
              <a:t>블록 01 · 무료 Codex 시작</a:t>
            </a:r>
          </a:p>
        </p:txBody>
      </p:sp>
      <p:sp>
        <p:nvSpPr>
          <p:cNvPr id="2" name="session1-210">
            <a:extLst>
              <a:ext uri="{FF2B5EF4-FFF2-40B4-BE49-F238E27FC236}">
                <a16:creationId xmlns:a16="http://schemas.microsoft.com/office/drawing/2014/main" id="{02E31C7B-9553-4CFA-8DA0-FF4C1A54EBC6}"/>
              </a:ext>
            </a:extLst>
          </p:cNvPr>
          <p:cNvSpPr>
            <a:spLocks noGrp="1"/>
          </p:cNvSpPr>
          <p:nvPr/>
        </p:nvSpPr>
        <p:spPr>
          <a:xfrm>
            <a:off x="571500" y="742950"/>
            <a:ext cx="11049000" cy="609600"/>
          </a:xfrm>
          <a:prstGeom prst="rect">
            <a:avLst/>
          </a:prstGeom>
          <a:noFill/>
          <a:ln w="0">
            <a:noFill/>
          </a:ln>
        </p:spPr>
        <p:txBody>
          <a:bodyPr wrap="square" lIns="0" tIns="0" rIns="0" bIns="0" anchor="t">
            <a:noAutofit/>
          </a:bodyPr>
          <a:lstStyle>
            <a:defPPr algn="l">
              <a:defRPr sz="3000" b="1">
                <a:solidFill>
                  <a:srgbClr val="15171C"/>
                </a:solidFill>
                <a:latin typeface="Malgun Gothic"/>
                <a:ea typeface="Malgun Gothic"/>
                <a:cs typeface="Malgun Gothic"/>
              </a:defRPr>
            </a:defPPr>
            <a:lvl1pPr algn="l">
              <a:defRPr sz="3000" b="1">
                <a:solidFill>
                  <a:srgbClr val="15171C"/>
                </a:solidFill>
                <a:latin typeface="Malgun Gothic"/>
                <a:ea typeface="Malgun Gothic"/>
                <a:cs typeface="Malgun Gothic"/>
              </a:defRPr>
            </a:lvl1pPr>
            <a:lvl2pPr algn="l">
              <a:defRPr sz="3000" b="1">
                <a:solidFill>
                  <a:srgbClr val="15171C"/>
                </a:solidFill>
                <a:latin typeface="Malgun Gothic"/>
                <a:ea typeface="Malgun Gothic"/>
                <a:cs typeface="Malgun Gothic"/>
              </a:defRPr>
            </a:lvl2pPr>
            <a:lvl3pPr algn="l">
              <a:defRPr sz="3000" b="1">
                <a:solidFill>
                  <a:srgbClr val="15171C"/>
                </a:solidFill>
                <a:latin typeface="Malgun Gothic"/>
                <a:ea typeface="Malgun Gothic"/>
                <a:cs typeface="Malgun Gothic"/>
              </a:defRPr>
            </a:lvl3pPr>
            <a:lvl4pPr algn="l">
              <a:defRPr sz="3000" b="1">
                <a:solidFill>
                  <a:srgbClr val="15171C"/>
                </a:solidFill>
                <a:latin typeface="Malgun Gothic"/>
                <a:ea typeface="Malgun Gothic"/>
                <a:cs typeface="Malgun Gothic"/>
              </a:defRPr>
            </a:lvl4pPr>
            <a:lvl5pPr algn="l">
              <a:defRPr sz="3000" b="1">
                <a:solidFill>
                  <a:srgbClr val="15171C"/>
                </a:solidFill>
                <a:latin typeface="Malgun Gothic"/>
                <a:ea typeface="Malgun Gothic"/>
                <a:cs typeface="Malgun Gothic"/>
              </a:defRPr>
            </a:lvl5pPr>
            <a:lvl6pPr algn="l">
              <a:defRPr sz="3000" b="1">
                <a:solidFill>
                  <a:srgbClr val="15171C"/>
                </a:solidFill>
                <a:latin typeface="Malgun Gothic"/>
                <a:ea typeface="Malgun Gothic"/>
                <a:cs typeface="Malgun Gothic"/>
              </a:defRPr>
            </a:lvl6pPr>
            <a:lvl7pPr algn="l">
              <a:defRPr sz="3000" b="1">
                <a:solidFill>
                  <a:srgbClr val="15171C"/>
                </a:solidFill>
                <a:latin typeface="Malgun Gothic"/>
                <a:ea typeface="Malgun Gothic"/>
                <a:cs typeface="Malgun Gothic"/>
              </a:defRPr>
            </a:lvl7pPr>
            <a:lvl8pPr algn="l">
              <a:defRPr sz="3000" b="1">
                <a:solidFill>
                  <a:srgbClr val="15171C"/>
                </a:solidFill>
                <a:latin typeface="Malgun Gothic"/>
                <a:ea typeface="Malgun Gothic"/>
                <a:cs typeface="Malgun Gothic"/>
              </a:defRPr>
            </a:lvl8pPr>
            <a:lvl9pPr algn="l">
              <a:defRPr sz="3000" b="1">
                <a:solidFill>
                  <a:srgbClr val="15171C"/>
                </a:solidFill>
                <a:latin typeface="Malgun Gothic"/>
                <a:ea typeface="Malgun Gothic"/>
                <a:cs typeface="Malgun Gothic"/>
              </a:defRPr>
            </a:lvl9pPr>
          </a:lstStyle>
          <a:p>
            <a:pPr algn="l">
              <a:defRPr sz="3000" b="1">
                <a:solidFill>
                  <a:srgbClr val="15171C"/>
                </a:solidFill>
                <a:latin typeface="Malgun Gothic"/>
                <a:ea typeface="Malgun Gothic"/>
                <a:cs typeface="Malgun Gothic"/>
              </a:defRPr>
            </a:pPr>
            <a:r>
              <a:rPr sz="3000" b="1">
                <a:solidFill>
                  <a:srgbClr val="15171C"/>
                </a:solidFill>
                <a:latin typeface="Malgun Gothic"/>
                <a:ea typeface="Malgun Gothic"/>
                <a:cs typeface="Malgun Gothic"/>
              </a:rPr>
              <a:t>직무 폴더와 자료 두 개로 시작합니다</a:t>
            </a:r>
          </a:p>
        </p:txBody>
      </p:sp>
      <p:sp>
        <p:nvSpPr>
          <p:cNvPr id="3" name="session1-211">
            <a:extLst>
              <a:ext uri="{FF2B5EF4-FFF2-40B4-BE49-F238E27FC236}">
                <a16:creationId xmlns:a16="http://schemas.microsoft.com/office/drawing/2014/main" id="{0EF88B9F-042E-48FA-B9AA-136333B26574}"/>
              </a:ext>
            </a:extLst>
          </p:cNvPr>
          <p:cNvSpPr>
            <a:spLocks noGrp="1"/>
          </p:cNvSpPr>
          <p:nvPr/>
        </p:nvSpPr>
        <p:spPr>
          <a:xfrm>
            <a:off x="590550" y="1390650"/>
            <a:ext cx="10953750" cy="409575"/>
          </a:xfrm>
          <a:prstGeom prst="rect">
            <a:avLst/>
          </a:prstGeom>
          <a:noFill/>
          <a:ln w="0">
            <a:noFill/>
          </a:ln>
        </p:spPr>
        <p:txBody>
          <a:bodyPr wrap="square" lIns="0" tIns="0" rIns="0" bIns="0" anchor="t">
            <a:noAutofit/>
          </a:bodyPr>
          <a:lstStyle>
            <a:defPPr algn="l">
              <a:defRPr sz="1575" b="0">
                <a:solidFill>
                  <a:srgbClr val="616773"/>
                </a:solidFill>
                <a:latin typeface="Malgun Gothic"/>
                <a:ea typeface="Malgun Gothic"/>
                <a:cs typeface="Malgun Gothic"/>
              </a:defRPr>
            </a:defPPr>
            <a:lvl1pPr algn="l">
              <a:defRPr sz="1575" b="0">
                <a:solidFill>
                  <a:srgbClr val="616773"/>
                </a:solidFill>
                <a:latin typeface="Malgun Gothic"/>
                <a:ea typeface="Malgun Gothic"/>
                <a:cs typeface="Malgun Gothic"/>
              </a:defRPr>
            </a:lvl1pPr>
            <a:lvl2pPr algn="l">
              <a:defRPr sz="1575" b="0">
                <a:solidFill>
                  <a:srgbClr val="616773"/>
                </a:solidFill>
                <a:latin typeface="Malgun Gothic"/>
                <a:ea typeface="Malgun Gothic"/>
                <a:cs typeface="Malgun Gothic"/>
              </a:defRPr>
            </a:lvl2pPr>
            <a:lvl3pPr algn="l">
              <a:defRPr sz="1575" b="0">
                <a:solidFill>
                  <a:srgbClr val="616773"/>
                </a:solidFill>
                <a:latin typeface="Malgun Gothic"/>
                <a:ea typeface="Malgun Gothic"/>
                <a:cs typeface="Malgun Gothic"/>
              </a:defRPr>
            </a:lvl3pPr>
            <a:lvl4pPr algn="l">
              <a:defRPr sz="1575" b="0">
                <a:solidFill>
                  <a:srgbClr val="616773"/>
                </a:solidFill>
                <a:latin typeface="Malgun Gothic"/>
                <a:ea typeface="Malgun Gothic"/>
                <a:cs typeface="Malgun Gothic"/>
              </a:defRPr>
            </a:lvl4pPr>
            <a:lvl5pPr algn="l">
              <a:defRPr sz="1575" b="0">
                <a:solidFill>
                  <a:srgbClr val="616773"/>
                </a:solidFill>
                <a:latin typeface="Malgun Gothic"/>
                <a:ea typeface="Malgun Gothic"/>
                <a:cs typeface="Malgun Gothic"/>
              </a:defRPr>
            </a:lvl5pPr>
            <a:lvl6pPr algn="l">
              <a:defRPr sz="1575" b="0">
                <a:solidFill>
                  <a:srgbClr val="616773"/>
                </a:solidFill>
                <a:latin typeface="Malgun Gothic"/>
                <a:ea typeface="Malgun Gothic"/>
                <a:cs typeface="Malgun Gothic"/>
              </a:defRPr>
            </a:lvl6pPr>
            <a:lvl7pPr algn="l">
              <a:defRPr sz="1575" b="0">
                <a:solidFill>
                  <a:srgbClr val="616773"/>
                </a:solidFill>
                <a:latin typeface="Malgun Gothic"/>
                <a:ea typeface="Malgun Gothic"/>
                <a:cs typeface="Malgun Gothic"/>
              </a:defRPr>
            </a:lvl7pPr>
            <a:lvl8pPr algn="l">
              <a:defRPr sz="1575" b="0">
                <a:solidFill>
                  <a:srgbClr val="616773"/>
                </a:solidFill>
                <a:latin typeface="Malgun Gothic"/>
                <a:ea typeface="Malgun Gothic"/>
                <a:cs typeface="Malgun Gothic"/>
              </a:defRPr>
            </a:lvl8pPr>
            <a:lvl9pPr algn="l">
              <a:defRPr sz="1575" b="0">
                <a:solidFill>
                  <a:srgbClr val="616773"/>
                </a:solidFill>
                <a:latin typeface="Malgun Gothic"/>
                <a:ea typeface="Malgun Gothic"/>
                <a:cs typeface="Malgun Gothic"/>
              </a:defRPr>
            </a:lvl9pPr>
          </a:lstStyle>
          <a:p>
            <a:pPr algn="l">
              <a:defRPr sz="1575" b="0">
                <a:solidFill>
                  <a:srgbClr val="616773"/>
                </a:solidFill>
                <a:latin typeface="Malgun Gothic"/>
                <a:ea typeface="Malgun Gothic"/>
                <a:cs typeface="Malgun Gothic"/>
              </a:defRPr>
            </a:pPr>
            <a:r>
              <a:rPr sz="1575" b="0">
                <a:solidFill>
                  <a:srgbClr val="616773"/>
                </a:solidFill>
                <a:latin typeface="Malgun Gothic"/>
                <a:ea typeface="Malgun Gothic"/>
                <a:cs typeface="Malgun Gothic"/>
              </a:rPr>
              <a:t>수업 전 준비: 앱 설치 · 본인 계정 로그인 · 실습 ZIP 압축 해제</a:t>
            </a:r>
          </a:p>
        </p:txBody>
      </p:sp>
      <p:sp>
        <p:nvSpPr>
          <p:cNvPr id="4" name="session1-212">
            <a:extLst>
              <a:ext uri="{FF2B5EF4-FFF2-40B4-BE49-F238E27FC236}">
                <a16:creationId xmlns:a16="http://schemas.microsoft.com/office/drawing/2014/main" id="{B8441244-FA5A-4756-91BB-E052BCDB9483}"/>
              </a:ext>
            </a:extLst>
          </p:cNvPr>
          <p:cNvSpPr>
            <a:spLocks noGrp="1"/>
          </p:cNvSpPr>
          <p:nvPr/>
        </p:nvSpPr>
        <p:spPr>
          <a:xfrm>
            <a:off x="590550" y="6477000"/>
            <a:ext cx="2857500" cy="180975"/>
          </a:xfrm>
          <a:prstGeom prst="rect">
            <a:avLst/>
          </a:prstGeom>
          <a:noFill/>
          <a:ln w="0">
            <a:noFill/>
          </a:ln>
        </p:spPr>
        <p:txBody>
          <a:bodyPr wrap="square" lIns="0" tIns="0" rIns="0" bIns="0" anchor="t">
            <a:noAutofit/>
          </a:bodyPr>
          <a:lstStyle>
            <a:defPPr algn="l">
              <a:defRPr sz="900" b="0">
                <a:solidFill>
                  <a:srgbClr val="616773"/>
                </a:solidFill>
                <a:latin typeface="Malgun Gothic"/>
                <a:ea typeface="Malgun Gothic"/>
                <a:cs typeface="Malgun Gothic"/>
              </a:defRPr>
            </a:defPPr>
            <a:lvl1pPr algn="l">
              <a:defRPr sz="900" b="0">
                <a:solidFill>
                  <a:srgbClr val="616773"/>
                </a:solidFill>
                <a:latin typeface="Malgun Gothic"/>
                <a:ea typeface="Malgun Gothic"/>
                <a:cs typeface="Malgun Gothic"/>
              </a:defRPr>
            </a:lvl1pPr>
            <a:lvl2pPr algn="l">
              <a:defRPr sz="900" b="0">
                <a:solidFill>
                  <a:srgbClr val="616773"/>
                </a:solidFill>
                <a:latin typeface="Malgun Gothic"/>
                <a:ea typeface="Malgun Gothic"/>
                <a:cs typeface="Malgun Gothic"/>
              </a:defRPr>
            </a:lvl2pPr>
            <a:lvl3pPr algn="l">
              <a:defRPr sz="900" b="0">
                <a:solidFill>
                  <a:srgbClr val="616773"/>
                </a:solidFill>
                <a:latin typeface="Malgun Gothic"/>
                <a:ea typeface="Malgun Gothic"/>
                <a:cs typeface="Malgun Gothic"/>
              </a:defRPr>
            </a:lvl3pPr>
            <a:lvl4pPr algn="l">
              <a:defRPr sz="900" b="0">
                <a:solidFill>
                  <a:srgbClr val="616773"/>
                </a:solidFill>
                <a:latin typeface="Malgun Gothic"/>
                <a:ea typeface="Malgun Gothic"/>
                <a:cs typeface="Malgun Gothic"/>
              </a:defRPr>
            </a:lvl4pPr>
            <a:lvl5pPr algn="l">
              <a:defRPr sz="900" b="0">
                <a:solidFill>
                  <a:srgbClr val="616773"/>
                </a:solidFill>
                <a:latin typeface="Malgun Gothic"/>
                <a:ea typeface="Malgun Gothic"/>
                <a:cs typeface="Malgun Gothic"/>
              </a:defRPr>
            </a:lvl5pPr>
            <a:lvl6pPr algn="l">
              <a:defRPr sz="900" b="0">
                <a:solidFill>
                  <a:srgbClr val="616773"/>
                </a:solidFill>
                <a:latin typeface="Malgun Gothic"/>
                <a:ea typeface="Malgun Gothic"/>
                <a:cs typeface="Malgun Gothic"/>
              </a:defRPr>
            </a:lvl6pPr>
            <a:lvl7pPr algn="l">
              <a:defRPr sz="900" b="0">
                <a:solidFill>
                  <a:srgbClr val="616773"/>
                </a:solidFill>
                <a:latin typeface="Malgun Gothic"/>
                <a:ea typeface="Malgun Gothic"/>
                <a:cs typeface="Malgun Gothic"/>
              </a:defRPr>
            </a:lvl7pPr>
            <a:lvl8pPr algn="l">
              <a:defRPr sz="900" b="0">
                <a:solidFill>
                  <a:srgbClr val="616773"/>
                </a:solidFill>
                <a:latin typeface="Malgun Gothic"/>
                <a:ea typeface="Malgun Gothic"/>
                <a:cs typeface="Malgun Gothic"/>
              </a:defRPr>
            </a:lvl8pPr>
            <a:lvl9pPr algn="l">
              <a:defRPr sz="900" b="0">
                <a:solidFill>
                  <a:srgbClr val="616773"/>
                </a:solidFill>
                <a:latin typeface="Malgun Gothic"/>
                <a:ea typeface="Malgun Gothic"/>
                <a:cs typeface="Malgun Gothic"/>
              </a:defRPr>
            </a:lvl9pPr>
          </a:lstStyle>
          <a:p>
            <a:pPr algn="l">
              <a:defRPr sz="900" b="0">
                <a:solidFill>
                  <a:srgbClr val="616773"/>
                </a:solidFill>
                <a:latin typeface="Malgun Gothic"/>
                <a:ea typeface="Malgun Gothic"/>
                <a:cs typeface="Malgun Gothic"/>
              </a:defRPr>
            </a:pPr>
            <a:r>
              <a:rPr sz="900" b="0">
                <a:solidFill>
                  <a:srgbClr val="616773"/>
                </a:solidFill>
                <a:latin typeface="Malgun Gothic"/>
                <a:ea typeface="Malgun Gothic"/>
                <a:cs typeface="Malgun Gothic"/>
              </a:rPr>
              <a:t>An Eun Kyoung</a:t>
            </a:r>
          </a:p>
        </p:txBody>
      </p:sp>
      <p:sp>
        <p:nvSpPr>
          <p:cNvPr id="5" name="session1-213">
            <a:extLst>
              <a:ext uri="{FF2B5EF4-FFF2-40B4-BE49-F238E27FC236}">
                <a16:creationId xmlns:a16="http://schemas.microsoft.com/office/drawing/2014/main" id="{32264AC9-04D3-42D9-A783-A3D0762B2DE1}"/>
              </a:ext>
            </a:extLst>
          </p:cNvPr>
          <p:cNvSpPr>
            <a:spLocks noGrp="1"/>
          </p:cNvSpPr>
          <p:nvPr/>
        </p:nvSpPr>
        <p:spPr>
          <a:xfrm>
            <a:off x="11144250" y="6438900"/>
            <a:ext cx="457200" cy="228600"/>
          </a:xfrm>
          <a:prstGeom prst="rect">
            <a:avLst/>
          </a:prstGeom>
          <a:noFill/>
          <a:ln w="0">
            <a:noFill/>
          </a:ln>
        </p:spPr>
        <p:txBody>
          <a:bodyPr wrap="square" lIns="0" tIns="0" rIns="0" bIns="0" anchor="t">
            <a:noAutofit/>
          </a:bodyPr>
          <a:lstStyle>
            <a:defPPr algn="r">
              <a:defRPr sz="1050" b="1">
                <a:solidFill>
                  <a:srgbClr val="101456"/>
                </a:solidFill>
                <a:latin typeface="Malgun Gothic"/>
                <a:ea typeface="Malgun Gothic"/>
                <a:cs typeface="Malgun Gothic"/>
              </a:defRPr>
            </a:defPPr>
            <a:lvl1pPr algn="r">
              <a:defRPr sz="1050" b="1">
                <a:solidFill>
                  <a:srgbClr val="101456"/>
                </a:solidFill>
                <a:latin typeface="Malgun Gothic"/>
                <a:ea typeface="Malgun Gothic"/>
                <a:cs typeface="Malgun Gothic"/>
              </a:defRPr>
            </a:lvl1pPr>
            <a:lvl2pPr algn="r">
              <a:defRPr sz="1050" b="1">
                <a:solidFill>
                  <a:srgbClr val="101456"/>
                </a:solidFill>
                <a:latin typeface="Malgun Gothic"/>
                <a:ea typeface="Malgun Gothic"/>
                <a:cs typeface="Malgun Gothic"/>
              </a:defRPr>
            </a:lvl2pPr>
            <a:lvl3pPr algn="r">
              <a:defRPr sz="1050" b="1">
                <a:solidFill>
                  <a:srgbClr val="101456"/>
                </a:solidFill>
                <a:latin typeface="Malgun Gothic"/>
                <a:ea typeface="Malgun Gothic"/>
                <a:cs typeface="Malgun Gothic"/>
              </a:defRPr>
            </a:lvl3pPr>
            <a:lvl4pPr algn="r">
              <a:defRPr sz="1050" b="1">
                <a:solidFill>
                  <a:srgbClr val="101456"/>
                </a:solidFill>
                <a:latin typeface="Malgun Gothic"/>
                <a:ea typeface="Malgun Gothic"/>
                <a:cs typeface="Malgun Gothic"/>
              </a:defRPr>
            </a:lvl4pPr>
            <a:lvl5pPr algn="r">
              <a:defRPr sz="1050" b="1">
                <a:solidFill>
                  <a:srgbClr val="101456"/>
                </a:solidFill>
                <a:latin typeface="Malgun Gothic"/>
                <a:ea typeface="Malgun Gothic"/>
                <a:cs typeface="Malgun Gothic"/>
              </a:defRPr>
            </a:lvl5pPr>
            <a:lvl6pPr algn="r">
              <a:defRPr sz="1050" b="1">
                <a:solidFill>
                  <a:srgbClr val="101456"/>
                </a:solidFill>
                <a:latin typeface="Malgun Gothic"/>
                <a:ea typeface="Malgun Gothic"/>
                <a:cs typeface="Malgun Gothic"/>
              </a:defRPr>
            </a:lvl6pPr>
            <a:lvl7pPr algn="r">
              <a:defRPr sz="1050" b="1">
                <a:solidFill>
                  <a:srgbClr val="101456"/>
                </a:solidFill>
                <a:latin typeface="Malgun Gothic"/>
                <a:ea typeface="Malgun Gothic"/>
                <a:cs typeface="Malgun Gothic"/>
              </a:defRPr>
            </a:lvl7pPr>
            <a:lvl8pPr algn="r">
              <a:defRPr sz="1050" b="1">
                <a:solidFill>
                  <a:srgbClr val="101456"/>
                </a:solidFill>
                <a:latin typeface="Malgun Gothic"/>
                <a:ea typeface="Malgun Gothic"/>
                <a:cs typeface="Malgun Gothic"/>
              </a:defRPr>
            </a:lvl8pPr>
            <a:lvl9pPr algn="r">
              <a:defRPr sz="1050" b="1">
                <a:solidFill>
                  <a:srgbClr val="101456"/>
                </a:solidFill>
                <a:latin typeface="Malgun Gothic"/>
                <a:ea typeface="Malgun Gothic"/>
                <a:cs typeface="Malgun Gothic"/>
              </a:defRPr>
            </a:lvl9pPr>
          </a:lstStyle>
          <a:p>
            <a:pPr algn="r">
              <a:defRPr sz="1050" b="1">
                <a:solidFill>
                  <a:srgbClr val="101456"/>
                </a:solidFill>
                <a:latin typeface="Malgun Gothic"/>
                <a:ea typeface="Malgun Gothic"/>
                <a:cs typeface="Malgun Gothic"/>
              </a:defRPr>
            </a:pPr>
            <a:r>
              <a:rPr sz="1050" b="1">
                <a:solidFill>
                  <a:srgbClr val="101456"/>
                </a:solidFill>
                <a:latin typeface="Malgun Gothic"/>
                <a:ea typeface="Malgun Gothic"/>
                <a:cs typeface="Malgun Gothic"/>
              </a:rPr>
              <a:t>03</a:t>
            </a:r>
          </a:p>
        </p:txBody>
      </p:sp>
      <p:sp>
        <p:nvSpPr>
          <p:cNvPr id="6" name="session1-214">
            <a:extLst>
              <a:ext uri="{FF2B5EF4-FFF2-40B4-BE49-F238E27FC236}">
                <a16:creationId xmlns:a16="http://schemas.microsoft.com/office/drawing/2014/main" id="{6368F243-F9A5-4D86-A095-FE356C7644B1}"/>
              </a:ext>
            </a:extLst>
          </p:cNvPr>
          <p:cNvSpPr>
            <a:spLocks noGrp="1"/>
          </p:cNvSpPr>
          <p:nvPr/>
        </p:nvSpPr>
        <p:spPr>
          <a:xfrm>
            <a:off x="590550" y="2162175"/>
            <a:ext cx="2381250" cy="533400"/>
          </a:xfrm>
          <a:prstGeom prst="rect">
            <a:avLst/>
          </a:prstGeom>
          <a:noFill/>
          <a:ln w="0">
            <a:noFill/>
          </a:ln>
        </p:spPr>
        <p:txBody>
          <a:bodyPr wrap="square" lIns="0" tIns="0" rIns="0" bIns="0" anchor="t">
            <a:noAutofit/>
          </a:bodyPr>
          <a:lstStyle>
            <a:defPPr algn="l">
              <a:defRPr sz="3300" b="1">
                <a:solidFill>
                  <a:srgbClr val="213EDB"/>
                </a:solidFill>
                <a:latin typeface="Malgun Gothic"/>
                <a:ea typeface="Malgun Gothic"/>
                <a:cs typeface="Malgun Gothic"/>
              </a:defRPr>
            </a:defPPr>
            <a:lvl1pPr algn="l">
              <a:defRPr sz="3300" b="1">
                <a:solidFill>
                  <a:srgbClr val="213EDB"/>
                </a:solidFill>
                <a:latin typeface="Malgun Gothic"/>
                <a:ea typeface="Malgun Gothic"/>
                <a:cs typeface="Malgun Gothic"/>
              </a:defRPr>
            </a:lvl1pPr>
            <a:lvl2pPr algn="l">
              <a:defRPr sz="3300" b="1">
                <a:solidFill>
                  <a:srgbClr val="213EDB"/>
                </a:solidFill>
                <a:latin typeface="Malgun Gothic"/>
                <a:ea typeface="Malgun Gothic"/>
                <a:cs typeface="Malgun Gothic"/>
              </a:defRPr>
            </a:lvl2pPr>
            <a:lvl3pPr algn="l">
              <a:defRPr sz="3300" b="1">
                <a:solidFill>
                  <a:srgbClr val="213EDB"/>
                </a:solidFill>
                <a:latin typeface="Malgun Gothic"/>
                <a:ea typeface="Malgun Gothic"/>
                <a:cs typeface="Malgun Gothic"/>
              </a:defRPr>
            </a:lvl3pPr>
            <a:lvl4pPr algn="l">
              <a:defRPr sz="3300" b="1">
                <a:solidFill>
                  <a:srgbClr val="213EDB"/>
                </a:solidFill>
                <a:latin typeface="Malgun Gothic"/>
                <a:ea typeface="Malgun Gothic"/>
                <a:cs typeface="Malgun Gothic"/>
              </a:defRPr>
            </a:lvl4pPr>
            <a:lvl5pPr algn="l">
              <a:defRPr sz="3300" b="1">
                <a:solidFill>
                  <a:srgbClr val="213EDB"/>
                </a:solidFill>
                <a:latin typeface="Malgun Gothic"/>
                <a:ea typeface="Malgun Gothic"/>
                <a:cs typeface="Malgun Gothic"/>
              </a:defRPr>
            </a:lvl5pPr>
            <a:lvl6pPr algn="l">
              <a:defRPr sz="3300" b="1">
                <a:solidFill>
                  <a:srgbClr val="213EDB"/>
                </a:solidFill>
                <a:latin typeface="Malgun Gothic"/>
                <a:ea typeface="Malgun Gothic"/>
                <a:cs typeface="Malgun Gothic"/>
              </a:defRPr>
            </a:lvl6pPr>
            <a:lvl7pPr algn="l">
              <a:defRPr sz="3300" b="1">
                <a:solidFill>
                  <a:srgbClr val="213EDB"/>
                </a:solidFill>
                <a:latin typeface="Malgun Gothic"/>
                <a:ea typeface="Malgun Gothic"/>
                <a:cs typeface="Malgun Gothic"/>
              </a:defRPr>
            </a:lvl7pPr>
            <a:lvl8pPr algn="l">
              <a:defRPr sz="3300" b="1">
                <a:solidFill>
                  <a:srgbClr val="213EDB"/>
                </a:solidFill>
                <a:latin typeface="Malgun Gothic"/>
                <a:ea typeface="Malgun Gothic"/>
                <a:cs typeface="Malgun Gothic"/>
              </a:defRPr>
            </a:lvl8pPr>
            <a:lvl9pPr algn="l">
              <a:defRPr sz="3300" b="1">
                <a:solidFill>
                  <a:srgbClr val="213EDB"/>
                </a:solidFill>
                <a:latin typeface="Malgun Gothic"/>
                <a:ea typeface="Malgun Gothic"/>
                <a:cs typeface="Malgun Gothic"/>
              </a:defRPr>
            </a:lvl9pPr>
          </a:lstStyle>
          <a:p>
            <a:pPr algn="l">
              <a:defRPr sz="3300" b="1">
                <a:solidFill>
                  <a:srgbClr val="213EDB"/>
                </a:solidFill>
                <a:latin typeface="Malgun Gothic"/>
                <a:ea typeface="Malgun Gothic"/>
                <a:cs typeface="Malgun Gothic"/>
              </a:defRPr>
            </a:pPr>
            <a:r>
              <a:rPr sz="3300" b="1">
                <a:solidFill>
                  <a:srgbClr val="213EDB"/>
                </a:solidFill>
                <a:latin typeface="Malgun Gothic"/>
                <a:ea typeface="Malgun Gothic"/>
                <a:cs typeface="Malgun Gothic"/>
              </a:rPr>
              <a:t>01</a:t>
            </a:r>
          </a:p>
        </p:txBody>
      </p:sp>
      <p:sp>
        <p:nvSpPr>
          <p:cNvPr id="7" name="session1-215">
            <a:extLst>
              <a:ext uri="{FF2B5EF4-FFF2-40B4-BE49-F238E27FC236}">
                <a16:creationId xmlns:a16="http://schemas.microsoft.com/office/drawing/2014/main" id="{F3223E14-82E4-4AFC-A4CC-F974C51DB136}"/>
              </a:ext>
            </a:extLst>
          </p:cNvPr>
          <p:cNvSpPr>
            <a:spLocks noGrp="1"/>
          </p:cNvSpPr>
          <p:nvPr/>
        </p:nvSpPr>
        <p:spPr>
          <a:xfrm>
            <a:off x="590550" y="2876550"/>
            <a:ext cx="2533650" cy="381000"/>
          </a:xfrm>
          <a:prstGeom prst="rect">
            <a:avLst/>
          </a:prstGeom>
          <a:noFill/>
          <a:ln w="0">
            <a:noFill/>
          </a:ln>
        </p:spPr>
        <p:txBody>
          <a:bodyPr wrap="square" lIns="0" tIns="0" rIns="0" bIns="0" anchor="t">
            <a:noAutofit/>
          </a:bodyPr>
          <a:lstStyle>
            <a:defPPr algn="l">
              <a:defRPr sz="2025" b="1">
                <a:solidFill>
                  <a:srgbClr val="15171C"/>
                </a:solidFill>
                <a:latin typeface="Malgun Gothic"/>
                <a:ea typeface="Malgun Gothic"/>
                <a:cs typeface="Malgun Gothic"/>
              </a:defRPr>
            </a:defPPr>
            <a:lvl1pPr algn="l">
              <a:defRPr sz="2025" b="1">
                <a:solidFill>
                  <a:srgbClr val="15171C"/>
                </a:solidFill>
                <a:latin typeface="Malgun Gothic"/>
                <a:ea typeface="Malgun Gothic"/>
                <a:cs typeface="Malgun Gothic"/>
              </a:defRPr>
            </a:lvl1pPr>
            <a:lvl2pPr algn="l">
              <a:defRPr sz="2025" b="1">
                <a:solidFill>
                  <a:srgbClr val="15171C"/>
                </a:solidFill>
                <a:latin typeface="Malgun Gothic"/>
                <a:ea typeface="Malgun Gothic"/>
                <a:cs typeface="Malgun Gothic"/>
              </a:defRPr>
            </a:lvl2pPr>
            <a:lvl3pPr algn="l">
              <a:defRPr sz="2025" b="1">
                <a:solidFill>
                  <a:srgbClr val="15171C"/>
                </a:solidFill>
                <a:latin typeface="Malgun Gothic"/>
                <a:ea typeface="Malgun Gothic"/>
                <a:cs typeface="Malgun Gothic"/>
              </a:defRPr>
            </a:lvl3pPr>
            <a:lvl4pPr algn="l">
              <a:defRPr sz="2025" b="1">
                <a:solidFill>
                  <a:srgbClr val="15171C"/>
                </a:solidFill>
                <a:latin typeface="Malgun Gothic"/>
                <a:ea typeface="Malgun Gothic"/>
                <a:cs typeface="Malgun Gothic"/>
              </a:defRPr>
            </a:lvl4pPr>
            <a:lvl5pPr algn="l">
              <a:defRPr sz="2025" b="1">
                <a:solidFill>
                  <a:srgbClr val="15171C"/>
                </a:solidFill>
                <a:latin typeface="Malgun Gothic"/>
                <a:ea typeface="Malgun Gothic"/>
                <a:cs typeface="Malgun Gothic"/>
              </a:defRPr>
            </a:lvl5pPr>
            <a:lvl6pPr algn="l">
              <a:defRPr sz="2025" b="1">
                <a:solidFill>
                  <a:srgbClr val="15171C"/>
                </a:solidFill>
                <a:latin typeface="Malgun Gothic"/>
                <a:ea typeface="Malgun Gothic"/>
                <a:cs typeface="Malgun Gothic"/>
              </a:defRPr>
            </a:lvl6pPr>
            <a:lvl7pPr algn="l">
              <a:defRPr sz="2025" b="1">
                <a:solidFill>
                  <a:srgbClr val="15171C"/>
                </a:solidFill>
                <a:latin typeface="Malgun Gothic"/>
                <a:ea typeface="Malgun Gothic"/>
                <a:cs typeface="Malgun Gothic"/>
              </a:defRPr>
            </a:lvl7pPr>
            <a:lvl8pPr algn="l">
              <a:defRPr sz="2025" b="1">
                <a:solidFill>
                  <a:srgbClr val="15171C"/>
                </a:solidFill>
                <a:latin typeface="Malgun Gothic"/>
                <a:ea typeface="Malgun Gothic"/>
                <a:cs typeface="Malgun Gothic"/>
              </a:defRPr>
            </a:lvl8pPr>
            <a:lvl9pPr algn="l">
              <a:defRPr sz="2025" b="1">
                <a:solidFill>
                  <a:srgbClr val="15171C"/>
                </a:solidFill>
                <a:latin typeface="Malgun Gothic"/>
                <a:ea typeface="Malgun Gothic"/>
                <a:cs typeface="Malgun Gothic"/>
              </a:defRPr>
            </a:lvl9pPr>
          </a:lstStyle>
          <a:p>
            <a:pPr algn="l">
              <a:defRPr sz="2025" b="1">
                <a:solidFill>
                  <a:srgbClr val="15171C"/>
                </a:solidFill>
                <a:latin typeface="Malgun Gothic"/>
                <a:ea typeface="Malgun Gothic"/>
                <a:cs typeface="Malgun Gothic"/>
              </a:defRPr>
            </a:pPr>
            <a:r>
              <a:rPr sz="2025" b="1">
                <a:solidFill>
                  <a:srgbClr val="15171C"/>
                </a:solidFill>
                <a:latin typeface="Malgun Gothic"/>
                <a:ea typeface="Malgun Gothic"/>
                <a:cs typeface="Malgun Gothic"/>
              </a:rPr>
              <a:t>직무 폴더 선택</a:t>
            </a:r>
          </a:p>
        </p:txBody>
      </p:sp>
      <p:sp>
        <p:nvSpPr>
          <p:cNvPr id="8" name="session1-216">
            <a:extLst>
              <a:ext uri="{FF2B5EF4-FFF2-40B4-BE49-F238E27FC236}">
                <a16:creationId xmlns:a16="http://schemas.microsoft.com/office/drawing/2014/main" id="{8226F6E8-C79D-4518-949F-6630EBBADB95}"/>
              </a:ext>
            </a:extLst>
          </p:cNvPr>
          <p:cNvSpPr>
            <a:spLocks noGrp="1"/>
          </p:cNvSpPr>
          <p:nvPr/>
        </p:nvSpPr>
        <p:spPr>
          <a:xfrm>
            <a:off x="590550" y="3429000"/>
            <a:ext cx="2400300" cy="838200"/>
          </a:xfrm>
          <a:prstGeom prst="rect">
            <a:avLst/>
          </a:prstGeom>
          <a:noFill/>
          <a:ln w="0">
            <a:noFill/>
          </a:ln>
        </p:spPr>
        <p:txBody>
          <a:bodyPr wrap="square" lIns="0" tIns="0" rIns="0" bIns="0" anchor="t">
            <a:noAutofit/>
          </a:bodyPr>
          <a:lstStyle>
            <a:defPPr algn="l">
              <a:defRPr sz="1575" b="0">
                <a:solidFill>
                  <a:srgbClr val="616773"/>
                </a:solidFill>
                <a:latin typeface="Malgun Gothic"/>
                <a:ea typeface="Malgun Gothic"/>
                <a:cs typeface="Malgun Gothic"/>
              </a:defRPr>
            </a:defPPr>
            <a:lvl1pPr algn="l">
              <a:defRPr sz="1575" b="0">
                <a:solidFill>
                  <a:srgbClr val="616773"/>
                </a:solidFill>
                <a:latin typeface="Malgun Gothic"/>
                <a:ea typeface="Malgun Gothic"/>
                <a:cs typeface="Malgun Gothic"/>
              </a:defRPr>
            </a:lvl1pPr>
            <a:lvl2pPr algn="l">
              <a:defRPr sz="1575" b="0">
                <a:solidFill>
                  <a:srgbClr val="616773"/>
                </a:solidFill>
                <a:latin typeface="Malgun Gothic"/>
                <a:ea typeface="Malgun Gothic"/>
                <a:cs typeface="Malgun Gothic"/>
              </a:defRPr>
            </a:lvl2pPr>
            <a:lvl3pPr algn="l">
              <a:defRPr sz="1575" b="0">
                <a:solidFill>
                  <a:srgbClr val="616773"/>
                </a:solidFill>
                <a:latin typeface="Malgun Gothic"/>
                <a:ea typeface="Malgun Gothic"/>
                <a:cs typeface="Malgun Gothic"/>
              </a:defRPr>
            </a:lvl3pPr>
            <a:lvl4pPr algn="l">
              <a:defRPr sz="1575" b="0">
                <a:solidFill>
                  <a:srgbClr val="616773"/>
                </a:solidFill>
                <a:latin typeface="Malgun Gothic"/>
                <a:ea typeface="Malgun Gothic"/>
                <a:cs typeface="Malgun Gothic"/>
              </a:defRPr>
            </a:lvl4pPr>
            <a:lvl5pPr algn="l">
              <a:defRPr sz="1575" b="0">
                <a:solidFill>
                  <a:srgbClr val="616773"/>
                </a:solidFill>
                <a:latin typeface="Malgun Gothic"/>
                <a:ea typeface="Malgun Gothic"/>
                <a:cs typeface="Malgun Gothic"/>
              </a:defRPr>
            </a:lvl5pPr>
            <a:lvl6pPr algn="l">
              <a:defRPr sz="1575" b="0">
                <a:solidFill>
                  <a:srgbClr val="616773"/>
                </a:solidFill>
                <a:latin typeface="Malgun Gothic"/>
                <a:ea typeface="Malgun Gothic"/>
                <a:cs typeface="Malgun Gothic"/>
              </a:defRPr>
            </a:lvl6pPr>
            <a:lvl7pPr algn="l">
              <a:defRPr sz="1575" b="0">
                <a:solidFill>
                  <a:srgbClr val="616773"/>
                </a:solidFill>
                <a:latin typeface="Malgun Gothic"/>
                <a:ea typeface="Malgun Gothic"/>
                <a:cs typeface="Malgun Gothic"/>
              </a:defRPr>
            </a:lvl7pPr>
            <a:lvl8pPr algn="l">
              <a:defRPr sz="1575" b="0">
                <a:solidFill>
                  <a:srgbClr val="616773"/>
                </a:solidFill>
                <a:latin typeface="Malgun Gothic"/>
                <a:ea typeface="Malgun Gothic"/>
                <a:cs typeface="Malgun Gothic"/>
              </a:defRPr>
            </a:lvl8pPr>
            <a:lvl9pPr algn="l">
              <a:defRPr sz="1575" b="0">
                <a:solidFill>
                  <a:srgbClr val="616773"/>
                </a:solidFill>
                <a:latin typeface="Malgun Gothic"/>
                <a:ea typeface="Malgun Gothic"/>
                <a:cs typeface="Malgun Gothic"/>
              </a:defRPr>
            </a:lvl9pPr>
          </a:lstStyle>
          <a:p>
            <a:pPr algn="l">
              <a:defRPr sz="1575" b="0">
                <a:solidFill>
                  <a:srgbClr val="616773"/>
                </a:solidFill>
                <a:latin typeface="Malgun Gothic"/>
                <a:ea typeface="Malgun Gothic"/>
                <a:cs typeface="Malgun Gothic"/>
              </a:defRPr>
            </a:pPr>
            <a:r>
              <a:rPr sz="1575" b="0" dirty="0">
                <a:solidFill>
                  <a:srgbClr val="616773"/>
                </a:solidFill>
                <a:latin typeface="Malgun Gothic"/>
                <a:ea typeface="Malgun Gothic"/>
                <a:cs typeface="Malgun Gothic"/>
              </a:rPr>
              <a:t>market / educator</a:t>
            </a:r>
          </a:p>
          <a:p>
            <a:pPr algn="l">
              <a:defRPr sz="1575" b="0">
                <a:solidFill>
                  <a:srgbClr val="616773"/>
                </a:solidFill>
                <a:latin typeface="Malgun Gothic"/>
                <a:ea typeface="Malgun Gothic"/>
                <a:cs typeface="Malgun Gothic"/>
              </a:defRPr>
            </a:pPr>
            <a:r>
              <a:rPr sz="1575" b="0" dirty="0">
                <a:solidFill>
                  <a:srgbClr val="616773"/>
                </a:solidFill>
                <a:latin typeface="Malgun Gothic"/>
                <a:ea typeface="Malgun Gothic"/>
                <a:cs typeface="Malgun Gothic"/>
              </a:rPr>
              <a:t>wholesale 중 </a:t>
            </a:r>
            <a:r>
              <a:rPr sz="1575" b="0" dirty="0" err="1">
                <a:solidFill>
                  <a:srgbClr val="616773"/>
                </a:solidFill>
                <a:latin typeface="Malgun Gothic"/>
                <a:ea typeface="Malgun Gothic"/>
                <a:cs typeface="Malgun Gothic"/>
              </a:rPr>
              <a:t>하나</a:t>
            </a:r>
            <a:endParaRPr sz="1575" b="0" dirty="0">
              <a:solidFill>
                <a:srgbClr val="616773"/>
              </a:solidFill>
              <a:latin typeface="Malgun Gothic"/>
              <a:ea typeface="Malgun Gothic"/>
              <a:cs typeface="Malgun Gothic"/>
            </a:endParaRPr>
          </a:p>
        </p:txBody>
      </p:sp>
      <p:sp>
        <p:nvSpPr>
          <p:cNvPr id="9" name="session1-217">
            <a:extLst>
              <a:ext uri="{FF2B5EF4-FFF2-40B4-BE49-F238E27FC236}">
                <a16:creationId xmlns:a16="http://schemas.microsoft.com/office/drawing/2014/main" id="{CFFA8C17-0ED1-4F4D-AAFF-1FE4DCE5C992}"/>
              </a:ext>
            </a:extLst>
          </p:cNvPr>
          <p:cNvSpPr>
            <a:spLocks noGrp="1"/>
          </p:cNvSpPr>
          <p:nvPr/>
        </p:nvSpPr>
        <p:spPr>
          <a:xfrm>
            <a:off x="2933700" y="2800350"/>
            <a:ext cx="333375" cy="342900"/>
          </a:xfrm>
          <a:prstGeom prst="rect">
            <a:avLst/>
          </a:prstGeom>
          <a:noFill/>
          <a:ln w="0">
            <a:noFill/>
          </a:ln>
        </p:spPr>
        <p:txBody>
          <a:bodyPr wrap="square" lIns="0" tIns="0" rIns="0" bIns="0" anchor="t">
            <a:noAutofit/>
          </a:bodyPr>
          <a:lstStyle>
            <a:defPPr algn="l">
              <a:defRPr sz="1950" b="0">
                <a:solidFill>
                  <a:srgbClr val="616773"/>
                </a:solidFill>
                <a:latin typeface="Malgun Gothic"/>
                <a:ea typeface="Malgun Gothic"/>
                <a:cs typeface="Malgun Gothic"/>
              </a:defRPr>
            </a:defPPr>
            <a:lvl1pPr algn="l">
              <a:defRPr sz="1950" b="0">
                <a:solidFill>
                  <a:srgbClr val="616773"/>
                </a:solidFill>
                <a:latin typeface="Malgun Gothic"/>
                <a:ea typeface="Malgun Gothic"/>
                <a:cs typeface="Malgun Gothic"/>
              </a:defRPr>
            </a:lvl1pPr>
            <a:lvl2pPr algn="l">
              <a:defRPr sz="1950" b="0">
                <a:solidFill>
                  <a:srgbClr val="616773"/>
                </a:solidFill>
                <a:latin typeface="Malgun Gothic"/>
                <a:ea typeface="Malgun Gothic"/>
                <a:cs typeface="Malgun Gothic"/>
              </a:defRPr>
            </a:lvl2pPr>
            <a:lvl3pPr algn="l">
              <a:defRPr sz="1950" b="0">
                <a:solidFill>
                  <a:srgbClr val="616773"/>
                </a:solidFill>
                <a:latin typeface="Malgun Gothic"/>
                <a:ea typeface="Malgun Gothic"/>
                <a:cs typeface="Malgun Gothic"/>
              </a:defRPr>
            </a:lvl3pPr>
            <a:lvl4pPr algn="l">
              <a:defRPr sz="1950" b="0">
                <a:solidFill>
                  <a:srgbClr val="616773"/>
                </a:solidFill>
                <a:latin typeface="Malgun Gothic"/>
                <a:ea typeface="Malgun Gothic"/>
                <a:cs typeface="Malgun Gothic"/>
              </a:defRPr>
            </a:lvl4pPr>
            <a:lvl5pPr algn="l">
              <a:defRPr sz="1950" b="0">
                <a:solidFill>
                  <a:srgbClr val="616773"/>
                </a:solidFill>
                <a:latin typeface="Malgun Gothic"/>
                <a:ea typeface="Malgun Gothic"/>
                <a:cs typeface="Malgun Gothic"/>
              </a:defRPr>
            </a:lvl5pPr>
            <a:lvl6pPr algn="l">
              <a:defRPr sz="1950" b="0">
                <a:solidFill>
                  <a:srgbClr val="616773"/>
                </a:solidFill>
                <a:latin typeface="Malgun Gothic"/>
                <a:ea typeface="Malgun Gothic"/>
                <a:cs typeface="Malgun Gothic"/>
              </a:defRPr>
            </a:lvl6pPr>
            <a:lvl7pPr algn="l">
              <a:defRPr sz="1950" b="0">
                <a:solidFill>
                  <a:srgbClr val="616773"/>
                </a:solidFill>
                <a:latin typeface="Malgun Gothic"/>
                <a:ea typeface="Malgun Gothic"/>
                <a:cs typeface="Malgun Gothic"/>
              </a:defRPr>
            </a:lvl7pPr>
            <a:lvl8pPr algn="l">
              <a:defRPr sz="1950" b="0">
                <a:solidFill>
                  <a:srgbClr val="616773"/>
                </a:solidFill>
                <a:latin typeface="Malgun Gothic"/>
                <a:ea typeface="Malgun Gothic"/>
                <a:cs typeface="Malgun Gothic"/>
              </a:defRPr>
            </a:lvl8pPr>
            <a:lvl9pPr algn="l">
              <a:defRPr sz="1950" b="0">
                <a:solidFill>
                  <a:srgbClr val="616773"/>
                </a:solidFill>
                <a:latin typeface="Malgun Gothic"/>
                <a:ea typeface="Malgun Gothic"/>
                <a:cs typeface="Malgun Gothic"/>
              </a:defRPr>
            </a:lvl9pPr>
          </a:lstStyle>
          <a:p>
            <a:pPr algn="l">
              <a:defRPr sz="1950" b="0">
                <a:solidFill>
                  <a:srgbClr val="616773"/>
                </a:solidFill>
                <a:latin typeface="Malgun Gothic"/>
                <a:ea typeface="Malgun Gothic"/>
                <a:cs typeface="Malgun Gothic"/>
              </a:defRPr>
            </a:pPr>
            <a:r>
              <a:rPr sz="1950" b="0">
                <a:solidFill>
                  <a:srgbClr val="616773"/>
                </a:solidFill>
                <a:latin typeface="Malgun Gothic"/>
                <a:ea typeface="Malgun Gothic"/>
                <a:cs typeface="Malgun Gothic"/>
              </a:rPr>
              <a:t>→</a:t>
            </a:r>
          </a:p>
        </p:txBody>
      </p:sp>
      <p:sp>
        <p:nvSpPr>
          <p:cNvPr id="10" name="session1-218">
            <a:extLst>
              <a:ext uri="{FF2B5EF4-FFF2-40B4-BE49-F238E27FC236}">
                <a16:creationId xmlns:a16="http://schemas.microsoft.com/office/drawing/2014/main" id="{4EDF412C-DCE8-48C7-B0D3-E7C4E1D4D277}"/>
              </a:ext>
            </a:extLst>
          </p:cNvPr>
          <p:cNvSpPr>
            <a:spLocks noGrp="1"/>
          </p:cNvSpPr>
          <p:nvPr/>
        </p:nvSpPr>
        <p:spPr>
          <a:xfrm>
            <a:off x="3381375" y="2162175"/>
            <a:ext cx="2381250" cy="533400"/>
          </a:xfrm>
          <a:prstGeom prst="rect">
            <a:avLst/>
          </a:prstGeom>
          <a:noFill/>
          <a:ln w="0">
            <a:noFill/>
          </a:ln>
        </p:spPr>
        <p:txBody>
          <a:bodyPr wrap="square" lIns="0" tIns="0" rIns="0" bIns="0" anchor="t">
            <a:noAutofit/>
          </a:bodyPr>
          <a:lstStyle>
            <a:defPPr algn="l">
              <a:defRPr sz="3300" b="1">
                <a:solidFill>
                  <a:srgbClr val="213EDB"/>
                </a:solidFill>
                <a:latin typeface="Malgun Gothic"/>
                <a:ea typeface="Malgun Gothic"/>
                <a:cs typeface="Malgun Gothic"/>
              </a:defRPr>
            </a:defPPr>
            <a:lvl1pPr algn="l">
              <a:defRPr sz="3300" b="1">
                <a:solidFill>
                  <a:srgbClr val="213EDB"/>
                </a:solidFill>
                <a:latin typeface="Malgun Gothic"/>
                <a:ea typeface="Malgun Gothic"/>
                <a:cs typeface="Malgun Gothic"/>
              </a:defRPr>
            </a:lvl1pPr>
            <a:lvl2pPr algn="l">
              <a:defRPr sz="3300" b="1">
                <a:solidFill>
                  <a:srgbClr val="213EDB"/>
                </a:solidFill>
                <a:latin typeface="Malgun Gothic"/>
                <a:ea typeface="Malgun Gothic"/>
                <a:cs typeface="Malgun Gothic"/>
              </a:defRPr>
            </a:lvl2pPr>
            <a:lvl3pPr algn="l">
              <a:defRPr sz="3300" b="1">
                <a:solidFill>
                  <a:srgbClr val="213EDB"/>
                </a:solidFill>
                <a:latin typeface="Malgun Gothic"/>
                <a:ea typeface="Malgun Gothic"/>
                <a:cs typeface="Malgun Gothic"/>
              </a:defRPr>
            </a:lvl3pPr>
            <a:lvl4pPr algn="l">
              <a:defRPr sz="3300" b="1">
                <a:solidFill>
                  <a:srgbClr val="213EDB"/>
                </a:solidFill>
                <a:latin typeface="Malgun Gothic"/>
                <a:ea typeface="Malgun Gothic"/>
                <a:cs typeface="Malgun Gothic"/>
              </a:defRPr>
            </a:lvl4pPr>
            <a:lvl5pPr algn="l">
              <a:defRPr sz="3300" b="1">
                <a:solidFill>
                  <a:srgbClr val="213EDB"/>
                </a:solidFill>
                <a:latin typeface="Malgun Gothic"/>
                <a:ea typeface="Malgun Gothic"/>
                <a:cs typeface="Malgun Gothic"/>
              </a:defRPr>
            </a:lvl5pPr>
            <a:lvl6pPr algn="l">
              <a:defRPr sz="3300" b="1">
                <a:solidFill>
                  <a:srgbClr val="213EDB"/>
                </a:solidFill>
                <a:latin typeface="Malgun Gothic"/>
                <a:ea typeface="Malgun Gothic"/>
                <a:cs typeface="Malgun Gothic"/>
              </a:defRPr>
            </a:lvl6pPr>
            <a:lvl7pPr algn="l">
              <a:defRPr sz="3300" b="1">
                <a:solidFill>
                  <a:srgbClr val="213EDB"/>
                </a:solidFill>
                <a:latin typeface="Malgun Gothic"/>
                <a:ea typeface="Malgun Gothic"/>
                <a:cs typeface="Malgun Gothic"/>
              </a:defRPr>
            </a:lvl7pPr>
            <a:lvl8pPr algn="l">
              <a:defRPr sz="3300" b="1">
                <a:solidFill>
                  <a:srgbClr val="213EDB"/>
                </a:solidFill>
                <a:latin typeface="Malgun Gothic"/>
                <a:ea typeface="Malgun Gothic"/>
                <a:cs typeface="Malgun Gothic"/>
              </a:defRPr>
            </a:lvl8pPr>
            <a:lvl9pPr algn="l">
              <a:defRPr sz="3300" b="1">
                <a:solidFill>
                  <a:srgbClr val="213EDB"/>
                </a:solidFill>
                <a:latin typeface="Malgun Gothic"/>
                <a:ea typeface="Malgun Gothic"/>
                <a:cs typeface="Malgun Gothic"/>
              </a:defRPr>
            </a:lvl9pPr>
          </a:lstStyle>
          <a:p>
            <a:pPr algn="l">
              <a:defRPr sz="3300" b="1">
                <a:solidFill>
                  <a:srgbClr val="213EDB"/>
                </a:solidFill>
                <a:latin typeface="Malgun Gothic"/>
                <a:ea typeface="Malgun Gothic"/>
                <a:cs typeface="Malgun Gothic"/>
              </a:defRPr>
            </a:pPr>
            <a:r>
              <a:rPr sz="3300" b="1">
                <a:solidFill>
                  <a:srgbClr val="213EDB"/>
                </a:solidFill>
                <a:latin typeface="Malgun Gothic"/>
                <a:ea typeface="Malgun Gothic"/>
                <a:cs typeface="Malgun Gothic"/>
              </a:rPr>
              <a:t>02</a:t>
            </a:r>
          </a:p>
        </p:txBody>
      </p:sp>
      <p:sp>
        <p:nvSpPr>
          <p:cNvPr id="11" name="session1-219">
            <a:extLst>
              <a:ext uri="{FF2B5EF4-FFF2-40B4-BE49-F238E27FC236}">
                <a16:creationId xmlns:a16="http://schemas.microsoft.com/office/drawing/2014/main" id="{241DFC9D-DD19-4289-8368-5D50B8568B69}"/>
              </a:ext>
            </a:extLst>
          </p:cNvPr>
          <p:cNvSpPr>
            <a:spLocks noGrp="1"/>
          </p:cNvSpPr>
          <p:nvPr/>
        </p:nvSpPr>
        <p:spPr>
          <a:xfrm>
            <a:off x="3381375" y="2876550"/>
            <a:ext cx="2533650" cy="381000"/>
          </a:xfrm>
          <a:prstGeom prst="rect">
            <a:avLst/>
          </a:prstGeom>
          <a:noFill/>
          <a:ln w="0">
            <a:noFill/>
          </a:ln>
        </p:spPr>
        <p:txBody>
          <a:bodyPr wrap="square" lIns="0" tIns="0" rIns="0" bIns="0" anchor="t">
            <a:noAutofit/>
          </a:bodyPr>
          <a:lstStyle>
            <a:defPPr algn="l">
              <a:defRPr sz="2025" b="1">
                <a:solidFill>
                  <a:srgbClr val="15171C"/>
                </a:solidFill>
                <a:latin typeface="Malgun Gothic"/>
                <a:ea typeface="Malgun Gothic"/>
                <a:cs typeface="Malgun Gothic"/>
              </a:defRPr>
            </a:defPPr>
            <a:lvl1pPr algn="l">
              <a:defRPr sz="2025" b="1">
                <a:solidFill>
                  <a:srgbClr val="15171C"/>
                </a:solidFill>
                <a:latin typeface="Malgun Gothic"/>
                <a:ea typeface="Malgun Gothic"/>
                <a:cs typeface="Malgun Gothic"/>
              </a:defRPr>
            </a:lvl1pPr>
            <a:lvl2pPr algn="l">
              <a:defRPr sz="2025" b="1">
                <a:solidFill>
                  <a:srgbClr val="15171C"/>
                </a:solidFill>
                <a:latin typeface="Malgun Gothic"/>
                <a:ea typeface="Malgun Gothic"/>
                <a:cs typeface="Malgun Gothic"/>
              </a:defRPr>
            </a:lvl2pPr>
            <a:lvl3pPr algn="l">
              <a:defRPr sz="2025" b="1">
                <a:solidFill>
                  <a:srgbClr val="15171C"/>
                </a:solidFill>
                <a:latin typeface="Malgun Gothic"/>
                <a:ea typeface="Malgun Gothic"/>
                <a:cs typeface="Malgun Gothic"/>
              </a:defRPr>
            </a:lvl3pPr>
            <a:lvl4pPr algn="l">
              <a:defRPr sz="2025" b="1">
                <a:solidFill>
                  <a:srgbClr val="15171C"/>
                </a:solidFill>
                <a:latin typeface="Malgun Gothic"/>
                <a:ea typeface="Malgun Gothic"/>
                <a:cs typeface="Malgun Gothic"/>
              </a:defRPr>
            </a:lvl4pPr>
            <a:lvl5pPr algn="l">
              <a:defRPr sz="2025" b="1">
                <a:solidFill>
                  <a:srgbClr val="15171C"/>
                </a:solidFill>
                <a:latin typeface="Malgun Gothic"/>
                <a:ea typeface="Malgun Gothic"/>
                <a:cs typeface="Malgun Gothic"/>
              </a:defRPr>
            </a:lvl5pPr>
            <a:lvl6pPr algn="l">
              <a:defRPr sz="2025" b="1">
                <a:solidFill>
                  <a:srgbClr val="15171C"/>
                </a:solidFill>
                <a:latin typeface="Malgun Gothic"/>
                <a:ea typeface="Malgun Gothic"/>
                <a:cs typeface="Malgun Gothic"/>
              </a:defRPr>
            </a:lvl6pPr>
            <a:lvl7pPr algn="l">
              <a:defRPr sz="2025" b="1">
                <a:solidFill>
                  <a:srgbClr val="15171C"/>
                </a:solidFill>
                <a:latin typeface="Malgun Gothic"/>
                <a:ea typeface="Malgun Gothic"/>
                <a:cs typeface="Malgun Gothic"/>
              </a:defRPr>
            </a:lvl7pPr>
            <a:lvl8pPr algn="l">
              <a:defRPr sz="2025" b="1">
                <a:solidFill>
                  <a:srgbClr val="15171C"/>
                </a:solidFill>
                <a:latin typeface="Malgun Gothic"/>
                <a:ea typeface="Malgun Gothic"/>
                <a:cs typeface="Malgun Gothic"/>
              </a:defRPr>
            </a:lvl8pPr>
            <a:lvl9pPr algn="l">
              <a:defRPr sz="2025" b="1">
                <a:solidFill>
                  <a:srgbClr val="15171C"/>
                </a:solidFill>
                <a:latin typeface="Malgun Gothic"/>
                <a:ea typeface="Malgun Gothic"/>
                <a:cs typeface="Malgun Gothic"/>
              </a:defRPr>
            </a:lvl9pPr>
          </a:lstStyle>
          <a:p>
            <a:pPr algn="l">
              <a:defRPr sz="2025" b="1">
                <a:solidFill>
                  <a:srgbClr val="15171C"/>
                </a:solidFill>
                <a:latin typeface="Malgun Gothic"/>
                <a:ea typeface="Malgun Gothic"/>
                <a:cs typeface="Malgun Gothic"/>
              </a:defRPr>
            </a:pPr>
            <a:r>
              <a:rPr sz="2025" b="1">
                <a:solidFill>
                  <a:srgbClr val="15171C"/>
                </a:solidFill>
                <a:latin typeface="Malgun Gothic"/>
                <a:ea typeface="Malgun Gothic"/>
                <a:cs typeface="Malgun Gothic"/>
              </a:rPr>
              <a:t>컨텍스트 읽기</a:t>
            </a:r>
          </a:p>
        </p:txBody>
      </p:sp>
      <p:sp>
        <p:nvSpPr>
          <p:cNvPr id="12" name="session1-220">
            <a:extLst>
              <a:ext uri="{FF2B5EF4-FFF2-40B4-BE49-F238E27FC236}">
                <a16:creationId xmlns:a16="http://schemas.microsoft.com/office/drawing/2014/main" id="{CB367CB3-4903-4D51-B7E2-C55CE52848A1}"/>
              </a:ext>
            </a:extLst>
          </p:cNvPr>
          <p:cNvSpPr>
            <a:spLocks noGrp="1"/>
          </p:cNvSpPr>
          <p:nvPr/>
        </p:nvSpPr>
        <p:spPr>
          <a:xfrm>
            <a:off x="3381375" y="3429000"/>
            <a:ext cx="2400300" cy="838200"/>
          </a:xfrm>
          <a:prstGeom prst="rect">
            <a:avLst/>
          </a:prstGeom>
          <a:noFill/>
          <a:ln w="0">
            <a:noFill/>
          </a:ln>
        </p:spPr>
        <p:txBody>
          <a:bodyPr wrap="square" lIns="0" tIns="0" rIns="0" bIns="0" anchor="t">
            <a:noAutofit/>
          </a:bodyPr>
          <a:lstStyle>
            <a:defPPr algn="l">
              <a:defRPr sz="1575" b="0">
                <a:solidFill>
                  <a:srgbClr val="616773"/>
                </a:solidFill>
                <a:latin typeface="Malgun Gothic"/>
                <a:ea typeface="Malgun Gothic"/>
                <a:cs typeface="Malgun Gothic"/>
              </a:defRPr>
            </a:defPPr>
            <a:lvl1pPr algn="l">
              <a:defRPr sz="1575" b="0">
                <a:solidFill>
                  <a:srgbClr val="616773"/>
                </a:solidFill>
                <a:latin typeface="Malgun Gothic"/>
                <a:ea typeface="Malgun Gothic"/>
                <a:cs typeface="Malgun Gothic"/>
              </a:defRPr>
            </a:lvl1pPr>
            <a:lvl2pPr algn="l">
              <a:defRPr sz="1575" b="0">
                <a:solidFill>
                  <a:srgbClr val="616773"/>
                </a:solidFill>
                <a:latin typeface="Malgun Gothic"/>
                <a:ea typeface="Malgun Gothic"/>
                <a:cs typeface="Malgun Gothic"/>
              </a:defRPr>
            </a:lvl2pPr>
            <a:lvl3pPr algn="l">
              <a:defRPr sz="1575" b="0">
                <a:solidFill>
                  <a:srgbClr val="616773"/>
                </a:solidFill>
                <a:latin typeface="Malgun Gothic"/>
                <a:ea typeface="Malgun Gothic"/>
                <a:cs typeface="Malgun Gothic"/>
              </a:defRPr>
            </a:lvl3pPr>
            <a:lvl4pPr algn="l">
              <a:defRPr sz="1575" b="0">
                <a:solidFill>
                  <a:srgbClr val="616773"/>
                </a:solidFill>
                <a:latin typeface="Malgun Gothic"/>
                <a:ea typeface="Malgun Gothic"/>
                <a:cs typeface="Malgun Gothic"/>
              </a:defRPr>
            </a:lvl4pPr>
            <a:lvl5pPr algn="l">
              <a:defRPr sz="1575" b="0">
                <a:solidFill>
                  <a:srgbClr val="616773"/>
                </a:solidFill>
                <a:latin typeface="Malgun Gothic"/>
                <a:ea typeface="Malgun Gothic"/>
                <a:cs typeface="Malgun Gothic"/>
              </a:defRPr>
            </a:lvl5pPr>
            <a:lvl6pPr algn="l">
              <a:defRPr sz="1575" b="0">
                <a:solidFill>
                  <a:srgbClr val="616773"/>
                </a:solidFill>
                <a:latin typeface="Malgun Gothic"/>
                <a:ea typeface="Malgun Gothic"/>
                <a:cs typeface="Malgun Gothic"/>
              </a:defRPr>
            </a:lvl6pPr>
            <a:lvl7pPr algn="l">
              <a:defRPr sz="1575" b="0">
                <a:solidFill>
                  <a:srgbClr val="616773"/>
                </a:solidFill>
                <a:latin typeface="Malgun Gothic"/>
                <a:ea typeface="Malgun Gothic"/>
                <a:cs typeface="Malgun Gothic"/>
              </a:defRPr>
            </a:lvl7pPr>
            <a:lvl8pPr algn="l">
              <a:defRPr sz="1575" b="0">
                <a:solidFill>
                  <a:srgbClr val="616773"/>
                </a:solidFill>
                <a:latin typeface="Malgun Gothic"/>
                <a:ea typeface="Malgun Gothic"/>
                <a:cs typeface="Malgun Gothic"/>
              </a:defRPr>
            </a:lvl8pPr>
            <a:lvl9pPr algn="l">
              <a:defRPr sz="1575" b="0">
                <a:solidFill>
                  <a:srgbClr val="616773"/>
                </a:solidFill>
                <a:latin typeface="Malgun Gothic"/>
                <a:ea typeface="Malgun Gothic"/>
                <a:cs typeface="Malgun Gothic"/>
              </a:defRPr>
            </a:lvl9pPr>
          </a:lstStyle>
          <a:p>
            <a:pPr algn="l">
              <a:defRPr sz="1575" b="0">
                <a:solidFill>
                  <a:srgbClr val="616773"/>
                </a:solidFill>
                <a:latin typeface="Malgun Gothic"/>
                <a:ea typeface="Malgun Gothic"/>
                <a:cs typeface="Malgun Gothic"/>
              </a:defRPr>
            </a:pPr>
            <a:r>
              <a:rPr sz="1575" b="0">
                <a:solidFill>
                  <a:srgbClr val="616773"/>
                </a:solidFill>
                <a:latin typeface="Malgun Gothic"/>
                <a:ea typeface="Malgun Gothic"/>
                <a:cs typeface="Malgun Gothic"/>
              </a:rPr>
              <a:t>context.txt</a:t>
            </a:r>
          </a:p>
          <a:p>
            <a:pPr algn="l">
              <a:defRPr sz="1575" b="0">
                <a:solidFill>
                  <a:srgbClr val="616773"/>
                </a:solidFill>
                <a:latin typeface="Malgun Gothic"/>
                <a:ea typeface="Malgun Gothic"/>
                <a:cs typeface="Malgun Gothic"/>
              </a:defRPr>
            </a:pPr>
            <a:r>
              <a:rPr sz="1575" b="0">
                <a:solidFill>
                  <a:srgbClr val="616773"/>
                </a:solidFill>
                <a:latin typeface="Malgun Gothic"/>
                <a:ea typeface="Malgun Gothic"/>
                <a:cs typeface="Malgun Gothic"/>
              </a:rPr>
              <a:t>상황과 기준 읽기</a:t>
            </a:r>
          </a:p>
        </p:txBody>
      </p:sp>
      <p:sp>
        <p:nvSpPr>
          <p:cNvPr id="13" name="session1-221">
            <a:extLst>
              <a:ext uri="{FF2B5EF4-FFF2-40B4-BE49-F238E27FC236}">
                <a16:creationId xmlns:a16="http://schemas.microsoft.com/office/drawing/2014/main" id="{3000D77C-4B48-4F9C-84A3-189D7BAC7D84}"/>
              </a:ext>
            </a:extLst>
          </p:cNvPr>
          <p:cNvSpPr>
            <a:spLocks noGrp="1"/>
          </p:cNvSpPr>
          <p:nvPr/>
        </p:nvSpPr>
        <p:spPr>
          <a:xfrm>
            <a:off x="5724525" y="2800350"/>
            <a:ext cx="333375" cy="342900"/>
          </a:xfrm>
          <a:prstGeom prst="rect">
            <a:avLst/>
          </a:prstGeom>
          <a:noFill/>
          <a:ln w="0">
            <a:noFill/>
          </a:ln>
        </p:spPr>
        <p:txBody>
          <a:bodyPr wrap="square" lIns="0" tIns="0" rIns="0" bIns="0" anchor="t">
            <a:noAutofit/>
          </a:bodyPr>
          <a:lstStyle>
            <a:defPPr algn="l">
              <a:defRPr sz="1950" b="0">
                <a:solidFill>
                  <a:srgbClr val="616773"/>
                </a:solidFill>
                <a:latin typeface="Malgun Gothic"/>
                <a:ea typeface="Malgun Gothic"/>
                <a:cs typeface="Malgun Gothic"/>
              </a:defRPr>
            </a:defPPr>
            <a:lvl1pPr algn="l">
              <a:defRPr sz="1950" b="0">
                <a:solidFill>
                  <a:srgbClr val="616773"/>
                </a:solidFill>
                <a:latin typeface="Malgun Gothic"/>
                <a:ea typeface="Malgun Gothic"/>
                <a:cs typeface="Malgun Gothic"/>
              </a:defRPr>
            </a:lvl1pPr>
            <a:lvl2pPr algn="l">
              <a:defRPr sz="1950" b="0">
                <a:solidFill>
                  <a:srgbClr val="616773"/>
                </a:solidFill>
                <a:latin typeface="Malgun Gothic"/>
                <a:ea typeface="Malgun Gothic"/>
                <a:cs typeface="Malgun Gothic"/>
              </a:defRPr>
            </a:lvl2pPr>
            <a:lvl3pPr algn="l">
              <a:defRPr sz="1950" b="0">
                <a:solidFill>
                  <a:srgbClr val="616773"/>
                </a:solidFill>
                <a:latin typeface="Malgun Gothic"/>
                <a:ea typeface="Malgun Gothic"/>
                <a:cs typeface="Malgun Gothic"/>
              </a:defRPr>
            </a:lvl3pPr>
            <a:lvl4pPr algn="l">
              <a:defRPr sz="1950" b="0">
                <a:solidFill>
                  <a:srgbClr val="616773"/>
                </a:solidFill>
                <a:latin typeface="Malgun Gothic"/>
                <a:ea typeface="Malgun Gothic"/>
                <a:cs typeface="Malgun Gothic"/>
              </a:defRPr>
            </a:lvl4pPr>
            <a:lvl5pPr algn="l">
              <a:defRPr sz="1950" b="0">
                <a:solidFill>
                  <a:srgbClr val="616773"/>
                </a:solidFill>
                <a:latin typeface="Malgun Gothic"/>
                <a:ea typeface="Malgun Gothic"/>
                <a:cs typeface="Malgun Gothic"/>
              </a:defRPr>
            </a:lvl5pPr>
            <a:lvl6pPr algn="l">
              <a:defRPr sz="1950" b="0">
                <a:solidFill>
                  <a:srgbClr val="616773"/>
                </a:solidFill>
                <a:latin typeface="Malgun Gothic"/>
                <a:ea typeface="Malgun Gothic"/>
                <a:cs typeface="Malgun Gothic"/>
              </a:defRPr>
            </a:lvl6pPr>
            <a:lvl7pPr algn="l">
              <a:defRPr sz="1950" b="0">
                <a:solidFill>
                  <a:srgbClr val="616773"/>
                </a:solidFill>
                <a:latin typeface="Malgun Gothic"/>
                <a:ea typeface="Malgun Gothic"/>
                <a:cs typeface="Malgun Gothic"/>
              </a:defRPr>
            </a:lvl7pPr>
            <a:lvl8pPr algn="l">
              <a:defRPr sz="1950" b="0">
                <a:solidFill>
                  <a:srgbClr val="616773"/>
                </a:solidFill>
                <a:latin typeface="Malgun Gothic"/>
                <a:ea typeface="Malgun Gothic"/>
                <a:cs typeface="Malgun Gothic"/>
              </a:defRPr>
            </a:lvl8pPr>
            <a:lvl9pPr algn="l">
              <a:defRPr sz="1950" b="0">
                <a:solidFill>
                  <a:srgbClr val="616773"/>
                </a:solidFill>
                <a:latin typeface="Malgun Gothic"/>
                <a:ea typeface="Malgun Gothic"/>
                <a:cs typeface="Malgun Gothic"/>
              </a:defRPr>
            </a:lvl9pPr>
          </a:lstStyle>
          <a:p>
            <a:pPr algn="l">
              <a:defRPr sz="1950" b="0">
                <a:solidFill>
                  <a:srgbClr val="616773"/>
                </a:solidFill>
                <a:latin typeface="Malgun Gothic"/>
                <a:ea typeface="Malgun Gothic"/>
                <a:cs typeface="Malgun Gothic"/>
              </a:defRPr>
            </a:pPr>
            <a:r>
              <a:rPr sz="1950" b="0">
                <a:solidFill>
                  <a:srgbClr val="616773"/>
                </a:solidFill>
                <a:latin typeface="Malgun Gothic"/>
                <a:ea typeface="Malgun Gothic"/>
                <a:cs typeface="Malgun Gothic"/>
              </a:rPr>
              <a:t>→</a:t>
            </a:r>
          </a:p>
        </p:txBody>
      </p:sp>
      <p:sp>
        <p:nvSpPr>
          <p:cNvPr id="14" name="session1-222">
            <a:extLst>
              <a:ext uri="{FF2B5EF4-FFF2-40B4-BE49-F238E27FC236}">
                <a16:creationId xmlns:a16="http://schemas.microsoft.com/office/drawing/2014/main" id="{BE6035C6-66BD-4812-AABC-04EA2B9C7EF1}"/>
              </a:ext>
            </a:extLst>
          </p:cNvPr>
          <p:cNvSpPr>
            <a:spLocks noGrp="1"/>
          </p:cNvSpPr>
          <p:nvPr/>
        </p:nvSpPr>
        <p:spPr>
          <a:xfrm>
            <a:off x="6172200" y="2162175"/>
            <a:ext cx="2381250" cy="533400"/>
          </a:xfrm>
          <a:prstGeom prst="rect">
            <a:avLst/>
          </a:prstGeom>
          <a:noFill/>
          <a:ln w="0">
            <a:noFill/>
          </a:ln>
        </p:spPr>
        <p:txBody>
          <a:bodyPr wrap="square" lIns="0" tIns="0" rIns="0" bIns="0" anchor="t">
            <a:noAutofit/>
          </a:bodyPr>
          <a:lstStyle>
            <a:defPPr algn="l">
              <a:defRPr sz="3300" b="1">
                <a:solidFill>
                  <a:srgbClr val="213EDB"/>
                </a:solidFill>
                <a:latin typeface="Malgun Gothic"/>
                <a:ea typeface="Malgun Gothic"/>
                <a:cs typeface="Malgun Gothic"/>
              </a:defRPr>
            </a:defPPr>
            <a:lvl1pPr algn="l">
              <a:defRPr sz="3300" b="1">
                <a:solidFill>
                  <a:srgbClr val="213EDB"/>
                </a:solidFill>
                <a:latin typeface="Malgun Gothic"/>
                <a:ea typeface="Malgun Gothic"/>
                <a:cs typeface="Malgun Gothic"/>
              </a:defRPr>
            </a:lvl1pPr>
            <a:lvl2pPr algn="l">
              <a:defRPr sz="3300" b="1">
                <a:solidFill>
                  <a:srgbClr val="213EDB"/>
                </a:solidFill>
                <a:latin typeface="Malgun Gothic"/>
                <a:ea typeface="Malgun Gothic"/>
                <a:cs typeface="Malgun Gothic"/>
              </a:defRPr>
            </a:lvl2pPr>
            <a:lvl3pPr algn="l">
              <a:defRPr sz="3300" b="1">
                <a:solidFill>
                  <a:srgbClr val="213EDB"/>
                </a:solidFill>
                <a:latin typeface="Malgun Gothic"/>
                <a:ea typeface="Malgun Gothic"/>
                <a:cs typeface="Malgun Gothic"/>
              </a:defRPr>
            </a:lvl3pPr>
            <a:lvl4pPr algn="l">
              <a:defRPr sz="3300" b="1">
                <a:solidFill>
                  <a:srgbClr val="213EDB"/>
                </a:solidFill>
                <a:latin typeface="Malgun Gothic"/>
                <a:ea typeface="Malgun Gothic"/>
                <a:cs typeface="Malgun Gothic"/>
              </a:defRPr>
            </a:lvl4pPr>
            <a:lvl5pPr algn="l">
              <a:defRPr sz="3300" b="1">
                <a:solidFill>
                  <a:srgbClr val="213EDB"/>
                </a:solidFill>
                <a:latin typeface="Malgun Gothic"/>
                <a:ea typeface="Malgun Gothic"/>
                <a:cs typeface="Malgun Gothic"/>
              </a:defRPr>
            </a:lvl5pPr>
            <a:lvl6pPr algn="l">
              <a:defRPr sz="3300" b="1">
                <a:solidFill>
                  <a:srgbClr val="213EDB"/>
                </a:solidFill>
                <a:latin typeface="Malgun Gothic"/>
                <a:ea typeface="Malgun Gothic"/>
                <a:cs typeface="Malgun Gothic"/>
              </a:defRPr>
            </a:lvl6pPr>
            <a:lvl7pPr algn="l">
              <a:defRPr sz="3300" b="1">
                <a:solidFill>
                  <a:srgbClr val="213EDB"/>
                </a:solidFill>
                <a:latin typeface="Malgun Gothic"/>
                <a:ea typeface="Malgun Gothic"/>
                <a:cs typeface="Malgun Gothic"/>
              </a:defRPr>
            </a:lvl7pPr>
            <a:lvl8pPr algn="l">
              <a:defRPr sz="3300" b="1">
                <a:solidFill>
                  <a:srgbClr val="213EDB"/>
                </a:solidFill>
                <a:latin typeface="Malgun Gothic"/>
                <a:ea typeface="Malgun Gothic"/>
                <a:cs typeface="Malgun Gothic"/>
              </a:defRPr>
            </a:lvl8pPr>
            <a:lvl9pPr algn="l">
              <a:defRPr sz="3300" b="1">
                <a:solidFill>
                  <a:srgbClr val="213EDB"/>
                </a:solidFill>
                <a:latin typeface="Malgun Gothic"/>
                <a:ea typeface="Malgun Gothic"/>
                <a:cs typeface="Malgun Gothic"/>
              </a:defRPr>
            </a:lvl9pPr>
          </a:lstStyle>
          <a:p>
            <a:pPr algn="l">
              <a:defRPr sz="3300" b="1">
                <a:solidFill>
                  <a:srgbClr val="213EDB"/>
                </a:solidFill>
                <a:latin typeface="Malgun Gothic"/>
                <a:ea typeface="Malgun Gothic"/>
                <a:cs typeface="Malgun Gothic"/>
              </a:defRPr>
            </a:pPr>
            <a:r>
              <a:rPr sz="3300" b="1">
                <a:solidFill>
                  <a:srgbClr val="213EDB"/>
                </a:solidFill>
                <a:latin typeface="Malgun Gothic"/>
                <a:ea typeface="Malgun Gothic"/>
                <a:cs typeface="Malgun Gothic"/>
              </a:rPr>
              <a:t>03</a:t>
            </a:r>
          </a:p>
        </p:txBody>
      </p:sp>
      <p:sp>
        <p:nvSpPr>
          <p:cNvPr id="15" name="session1-223">
            <a:extLst>
              <a:ext uri="{FF2B5EF4-FFF2-40B4-BE49-F238E27FC236}">
                <a16:creationId xmlns:a16="http://schemas.microsoft.com/office/drawing/2014/main" id="{DD31B323-662A-4744-8A0F-7DF0E361E240}"/>
              </a:ext>
            </a:extLst>
          </p:cNvPr>
          <p:cNvSpPr>
            <a:spLocks noGrp="1"/>
          </p:cNvSpPr>
          <p:nvPr/>
        </p:nvSpPr>
        <p:spPr>
          <a:xfrm>
            <a:off x="6172200" y="2876550"/>
            <a:ext cx="2533650" cy="381000"/>
          </a:xfrm>
          <a:prstGeom prst="rect">
            <a:avLst/>
          </a:prstGeom>
          <a:noFill/>
          <a:ln w="0">
            <a:noFill/>
          </a:ln>
        </p:spPr>
        <p:txBody>
          <a:bodyPr wrap="square" lIns="0" tIns="0" rIns="0" bIns="0" anchor="t">
            <a:noAutofit/>
          </a:bodyPr>
          <a:lstStyle>
            <a:defPPr algn="l">
              <a:defRPr sz="2025" b="1">
                <a:solidFill>
                  <a:srgbClr val="15171C"/>
                </a:solidFill>
                <a:latin typeface="Malgun Gothic"/>
                <a:ea typeface="Malgun Gothic"/>
                <a:cs typeface="Malgun Gothic"/>
              </a:defRPr>
            </a:defPPr>
            <a:lvl1pPr algn="l">
              <a:defRPr sz="2025" b="1">
                <a:solidFill>
                  <a:srgbClr val="15171C"/>
                </a:solidFill>
                <a:latin typeface="Malgun Gothic"/>
                <a:ea typeface="Malgun Gothic"/>
                <a:cs typeface="Malgun Gothic"/>
              </a:defRPr>
            </a:lvl1pPr>
            <a:lvl2pPr algn="l">
              <a:defRPr sz="2025" b="1">
                <a:solidFill>
                  <a:srgbClr val="15171C"/>
                </a:solidFill>
                <a:latin typeface="Malgun Gothic"/>
                <a:ea typeface="Malgun Gothic"/>
                <a:cs typeface="Malgun Gothic"/>
              </a:defRPr>
            </a:lvl2pPr>
            <a:lvl3pPr algn="l">
              <a:defRPr sz="2025" b="1">
                <a:solidFill>
                  <a:srgbClr val="15171C"/>
                </a:solidFill>
                <a:latin typeface="Malgun Gothic"/>
                <a:ea typeface="Malgun Gothic"/>
                <a:cs typeface="Malgun Gothic"/>
              </a:defRPr>
            </a:lvl3pPr>
            <a:lvl4pPr algn="l">
              <a:defRPr sz="2025" b="1">
                <a:solidFill>
                  <a:srgbClr val="15171C"/>
                </a:solidFill>
                <a:latin typeface="Malgun Gothic"/>
                <a:ea typeface="Malgun Gothic"/>
                <a:cs typeface="Malgun Gothic"/>
              </a:defRPr>
            </a:lvl4pPr>
            <a:lvl5pPr algn="l">
              <a:defRPr sz="2025" b="1">
                <a:solidFill>
                  <a:srgbClr val="15171C"/>
                </a:solidFill>
                <a:latin typeface="Malgun Gothic"/>
                <a:ea typeface="Malgun Gothic"/>
                <a:cs typeface="Malgun Gothic"/>
              </a:defRPr>
            </a:lvl5pPr>
            <a:lvl6pPr algn="l">
              <a:defRPr sz="2025" b="1">
                <a:solidFill>
                  <a:srgbClr val="15171C"/>
                </a:solidFill>
                <a:latin typeface="Malgun Gothic"/>
                <a:ea typeface="Malgun Gothic"/>
                <a:cs typeface="Malgun Gothic"/>
              </a:defRPr>
            </a:lvl6pPr>
            <a:lvl7pPr algn="l">
              <a:defRPr sz="2025" b="1">
                <a:solidFill>
                  <a:srgbClr val="15171C"/>
                </a:solidFill>
                <a:latin typeface="Malgun Gothic"/>
                <a:ea typeface="Malgun Gothic"/>
                <a:cs typeface="Malgun Gothic"/>
              </a:defRPr>
            </a:lvl7pPr>
            <a:lvl8pPr algn="l">
              <a:defRPr sz="2025" b="1">
                <a:solidFill>
                  <a:srgbClr val="15171C"/>
                </a:solidFill>
                <a:latin typeface="Malgun Gothic"/>
                <a:ea typeface="Malgun Gothic"/>
                <a:cs typeface="Malgun Gothic"/>
              </a:defRPr>
            </a:lvl8pPr>
            <a:lvl9pPr algn="l">
              <a:defRPr sz="2025" b="1">
                <a:solidFill>
                  <a:srgbClr val="15171C"/>
                </a:solidFill>
                <a:latin typeface="Malgun Gothic"/>
                <a:ea typeface="Malgun Gothic"/>
                <a:cs typeface="Malgun Gothic"/>
              </a:defRPr>
            </a:lvl9pPr>
          </a:lstStyle>
          <a:p>
            <a:pPr algn="l">
              <a:defRPr sz="2025" b="1">
                <a:solidFill>
                  <a:srgbClr val="15171C"/>
                </a:solidFill>
                <a:latin typeface="Malgun Gothic"/>
                <a:ea typeface="Malgun Gothic"/>
                <a:cs typeface="Malgun Gothic"/>
              </a:defRPr>
            </a:pPr>
            <a:r>
              <a:rPr sz="2025" b="1">
                <a:solidFill>
                  <a:srgbClr val="15171C"/>
                </a:solidFill>
                <a:latin typeface="Malgun Gothic"/>
                <a:ea typeface="Malgun Gothic"/>
                <a:cs typeface="Malgun Gothic"/>
              </a:rPr>
              <a:t>원본 점검</a:t>
            </a:r>
          </a:p>
        </p:txBody>
      </p:sp>
      <p:sp>
        <p:nvSpPr>
          <p:cNvPr id="16" name="session1-224">
            <a:extLst>
              <a:ext uri="{FF2B5EF4-FFF2-40B4-BE49-F238E27FC236}">
                <a16:creationId xmlns:a16="http://schemas.microsoft.com/office/drawing/2014/main" id="{F015832B-DA9F-4F46-A42A-71012FF4DDE9}"/>
              </a:ext>
            </a:extLst>
          </p:cNvPr>
          <p:cNvSpPr>
            <a:spLocks noGrp="1"/>
          </p:cNvSpPr>
          <p:nvPr/>
        </p:nvSpPr>
        <p:spPr>
          <a:xfrm>
            <a:off x="6172200" y="3429000"/>
            <a:ext cx="2400300" cy="838200"/>
          </a:xfrm>
          <a:prstGeom prst="rect">
            <a:avLst/>
          </a:prstGeom>
          <a:noFill/>
          <a:ln w="0">
            <a:noFill/>
          </a:ln>
        </p:spPr>
        <p:txBody>
          <a:bodyPr wrap="square" lIns="0" tIns="0" rIns="0" bIns="0" anchor="t">
            <a:noAutofit/>
          </a:bodyPr>
          <a:lstStyle>
            <a:defPPr algn="l">
              <a:defRPr sz="1575" b="0">
                <a:solidFill>
                  <a:srgbClr val="616773"/>
                </a:solidFill>
                <a:latin typeface="Malgun Gothic"/>
                <a:ea typeface="Malgun Gothic"/>
                <a:cs typeface="Malgun Gothic"/>
              </a:defRPr>
            </a:defPPr>
            <a:lvl1pPr algn="l">
              <a:defRPr sz="1575" b="0">
                <a:solidFill>
                  <a:srgbClr val="616773"/>
                </a:solidFill>
                <a:latin typeface="Malgun Gothic"/>
                <a:ea typeface="Malgun Gothic"/>
                <a:cs typeface="Malgun Gothic"/>
              </a:defRPr>
            </a:lvl1pPr>
            <a:lvl2pPr algn="l">
              <a:defRPr sz="1575" b="0">
                <a:solidFill>
                  <a:srgbClr val="616773"/>
                </a:solidFill>
                <a:latin typeface="Malgun Gothic"/>
                <a:ea typeface="Malgun Gothic"/>
                <a:cs typeface="Malgun Gothic"/>
              </a:defRPr>
            </a:lvl2pPr>
            <a:lvl3pPr algn="l">
              <a:defRPr sz="1575" b="0">
                <a:solidFill>
                  <a:srgbClr val="616773"/>
                </a:solidFill>
                <a:latin typeface="Malgun Gothic"/>
                <a:ea typeface="Malgun Gothic"/>
                <a:cs typeface="Malgun Gothic"/>
              </a:defRPr>
            </a:lvl3pPr>
            <a:lvl4pPr algn="l">
              <a:defRPr sz="1575" b="0">
                <a:solidFill>
                  <a:srgbClr val="616773"/>
                </a:solidFill>
                <a:latin typeface="Malgun Gothic"/>
                <a:ea typeface="Malgun Gothic"/>
                <a:cs typeface="Malgun Gothic"/>
              </a:defRPr>
            </a:lvl4pPr>
            <a:lvl5pPr algn="l">
              <a:defRPr sz="1575" b="0">
                <a:solidFill>
                  <a:srgbClr val="616773"/>
                </a:solidFill>
                <a:latin typeface="Malgun Gothic"/>
                <a:ea typeface="Malgun Gothic"/>
                <a:cs typeface="Malgun Gothic"/>
              </a:defRPr>
            </a:lvl5pPr>
            <a:lvl6pPr algn="l">
              <a:defRPr sz="1575" b="0">
                <a:solidFill>
                  <a:srgbClr val="616773"/>
                </a:solidFill>
                <a:latin typeface="Malgun Gothic"/>
                <a:ea typeface="Malgun Gothic"/>
                <a:cs typeface="Malgun Gothic"/>
              </a:defRPr>
            </a:lvl6pPr>
            <a:lvl7pPr algn="l">
              <a:defRPr sz="1575" b="0">
                <a:solidFill>
                  <a:srgbClr val="616773"/>
                </a:solidFill>
                <a:latin typeface="Malgun Gothic"/>
                <a:ea typeface="Malgun Gothic"/>
                <a:cs typeface="Malgun Gothic"/>
              </a:defRPr>
            </a:lvl7pPr>
            <a:lvl8pPr algn="l">
              <a:defRPr sz="1575" b="0">
                <a:solidFill>
                  <a:srgbClr val="616773"/>
                </a:solidFill>
                <a:latin typeface="Malgun Gothic"/>
                <a:ea typeface="Malgun Gothic"/>
                <a:cs typeface="Malgun Gothic"/>
              </a:defRPr>
            </a:lvl8pPr>
            <a:lvl9pPr algn="l">
              <a:defRPr sz="1575" b="0">
                <a:solidFill>
                  <a:srgbClr val="616773"/>
                </a:solidFill>
                <a:latin typeface="Malgun Gothic"/>
                <a:ea typeface="Malgun Gothic"/>
                <a:cs typeface="Malgun Gothic"/>
              </a:defRPr>
            </a:lvl9pPr>
          </a:lstStyle>
          <a:p>
            <a:pPr algn="l">
              <a:defRPr sz="1575" b="0">
                <a:solidFill>
                  <a:srgbClr val="616773"/>
                </a:solidFill>
                <a:latin typeface="Malgun Gothic"/>
                <a:ea typeface="Malgun Gothic"/>
                <a:cs typeface="Malgun Gothic"/>
              </a:defRPr>
            </a:pPr>
            <a:r>
              <a:rPr sz="1575" b="0">
                <a:solidFill>
                  <a:srgbClr val="616773"/>
                </a:solidFill>
                <a:latin typeface="Malgun Gothic"/>
                <a:ea typeface="Malgun Gothic"/>
                <a:cs typeface="Malgun Gothic"/>
              </a:rPr>
              <a:t>raw.csv</a:t>
            </a:r>
          </a:p>
          <a:p>
            <a:pPr algn="l">
              <a:defRPr sz="1575" b="0">
                <a:solidFill>
                  <a:srgbClr val="616773"/>
                </a:solidFill>
                <a:latin typeface="Malgun Gothic"/>
                <a:ea typeface="Malgun Gothic"/>
                <a:cs typeface="Malgun Gothic"/>
              </a:defRPr>
            </a:pPr>
            <a:r>
              <a:rPr sz="1575" b="0">
                <a:solidFill>
                  <a:srgbClr val="616773"/>
                </a:solidFill>
                <a:latin typeface="Malgun Gothic"/>
                <a:ea typeface="Malgun Gothic"/>
                <a:cs typeface="Malgun Gothic"/>
              </a:rPr>
              <a:t>오류와 보류 구분</a:t>
            </a:r>
          </a:p>
        </p:txBody>
      </p:sp>
      <p:sp>
        <p:nvSpPr>
          <p:cNvPr id="17" name="session1-225">
            <a:extLst>
              <a:ext uri="{FF2B5EF4-FFF2-40B4-BE49-F238E27FC236}">
                <a16:creationId xmlns:a16="http://schemas.microsoft.com/office/drawing/2014/main" id="{1264397E-E9E8-41D9-BF6F-2A109ACB5EEF}"/>
              </a:ext>
            </a:extLst>
          </p:cNvPr>
          <p:cNvSpPr>
            <a:spLocks noGrp="1"/>
          </p:cNvSpPr>
          <p:nvPr/>
        </p:nvSpPr>
        <p:spPr>
          <a:xfrm>
            <a:off x="8515350" y="2800350"/>
            <a:ext cx="333375" cy="342900"/>
          </a:xfrm>
          <a:prstGeom prst="rect">
            <a:avLst/>
          </a:prstGeom>
          <a:noFill/>
          <a:ln w="0">
            <a:noFill/>
          </a:ln>
        </p:spPr>
        <p:txBody>
          <a:bodyPr wrap="square" lIns="0" tIns="0" rIns="0" bIns="0" anchor="t">
            <a:noAutofit/>
          </a:bodyPr>
          <a:lstStyle>
            <a:defPPr algn="l">
              <a:defRPr sz="1950" b="0">
                <a:solidFill>
                  <a:srgbClr val="616773"/>
                </a:solidFill>
                <a:latin typeface="Malgun Gothic"/>
                <a:ea typeface="Malgun Gothic"/>
                <a:cs typeface="Malgun Gothic"/>
              </a:defRPr>
            </a:defPPr>
            <a:lvl1pPr algn="l">
              <a:defRPr sz="1950" b="0">
                <a:solidFill>
                  <a:srgbClr val="616773"/>
                </a:solidFill>
                <a:latin typeface="Malgun Gothic"/>
                <a:ea typeface="Malgun Gothic"/>
                <a:cs typeface="Malgun Gothic"/>
              </a:defRPr>
            </a:lvl1pPr>
            <a:lvl2pPr algn="l">
              <a:defRPr sz="1950" b="0">
                <a:solidFill>
                  <a:srgbClr val="616773"/>
                </a:solidFill>
                <a:latin typeface="Malgun Gothic"/>
                <a:ea typeface="Malgun Gothic"/>
                <a:cs typeface="Malgun Gothic"/>
              </a:defRPr>
            </a:lvl2pPr>
            <a:lvl3pPr algn="l">
              <a:defRPr sz="1950" b="0">
                <a:solidFill>
                  <a:srgbClr val="616773"/>
                </a:solidFill>
                <a:latin typeface="Malgun Gothic"/>
                <a:ea typeface="Malgun Gothic"/>
                <a:cs typeface="Malgun Gothic"/>
              </a:defRPr>
            </a:lvl3pPr>
            <a:lvl4pPr algn="l">
              <a:defRPr sz="1950" b="0">
                <a:solidFill>
                  <a:srgbClr val="616773"/>
                </a:solidFill>
                <a:latin typeface="Malgun Gothic"/>
                <a:ea typeface="Malgun Gothic"/>
                <a:cs typeface="Malgun Gothic"/>
              </a:defRPr>
            </a:lvl4pPr>
            <a:lvl5pPr algn="l">
              <a:defRPr sz="1950" b="0">
                <a:solidFill>
                  <a:srgbClr val="616773"/>
                </a:solidFill>
                <a:latin typeface="Malgun Gothic"/>
                <a:ea typeface="Malgun Gothic"/>
                <a:cs typeface="Malgun Gothic"/>
              </a:defRPr>
            </a:lvl5pPr>
            <a:lvl6pPr algn="l">
              <a:defRPr sz="1950" b="0">
                <a:solidFill>
                  <a:srgbClr val="616773"/>
                </a:solidFill>
                <a:latin typeface="Malgun Gothic"/>
                <a:ea typeface="Malgun Gothic"/>
                <a:cs typeface="Malgun Gothic"/>
              </a:defRPr>
            </a:lvl6pPr>
            <a:lvl7pPr algn="l">
              <a:defRPr sz="1950" b="0">
                <a:solidFill>
                  <a:srgbClr val="616773"/>
                </a:solidFill>
                <a:latin typeface="Malgun Gothic"/>
                <a:ea typeface="Malgun Gothic"/>
                <a:cs typeface="Malgun Gothic"/>
              </a:defRPr>
            </a:lvl7pPr>
            <a:lvl8pPr algn="l">
              <a:defRPr sz="1950" b="0">
                <a:solidFill>
                  <a:srgbClr val="616773"/>
                </a:solidFill>
                <a:latin typeface="Malgun Gothic"/>
                <a:ea typeface="Malgun Gothic"/>
                <a:cs typeface="Malgun Gothic"/>
              </a:defRPr>
            </a:lvl8pPr>
            <a:lvl9pPr algn="l">
              <a:defRPr sz="1950" b="0">
                <a:solidFill>
                  <a:srgbClr val="616773"/>
                </a:solidFill>
                <a:latin typeface="Malgun Gothic"/>
                <a:ea typeface="Malgun Gothic"/>
                <a:cs typeface="Malgun Gothic"/>
              </a:defRPr>
            </a:lvl9pPr>
          </a:lstStyle>
          <a:p>
            <a:pPr algn="l">
              <a:defRPr sz="1950" b="0">
                <a:solidFill>
                  <a:srgbClr val="616773"/>
                </a:solidFill>
                <a:latin typeface="Malgun Gothic"/>
                <a:ea typeface="Malgun Gothic"/>
                <a:cs typeface="Malgun Gothic"/>
              </a:defRPr>
            </a:pPr>
            <a:r>
              <a:rPr sz="1950" b="0">
                <a:solidFill>
                  <a:srgbClr val="616773"/>
                </a:solidFill>
                <a:latin typeface="Malgun Gothic"/>
                <a:ea typeface="Malgun Gothic"/>
                <a:cs typeface="Malgun Gothic"/>
              </a:rPr>
              <a:t>→</a:t>
            </a:r>
          </a:p>
        </p:txBody>
      </p:sp>
      <p:sp>
        <p:nvSpPr>
          <p:cNvPr id="18" name="session1-226">
            <a:extLst>
              <a:ext uri="{FF2B5EF4-FFF2-40B4-BE49-F238E27FC236}">
                <a16:creationId xmlns:a16="http://schemas.microsoft.com/office/drawing/2014/main" id="{F80A3727-7F23-4319-AAF1-3D5F958950C6}"/>
              </a:ext>
            </a:extLst>
          </p:cNvPr>
          <p:cNvSpPr>
            <a:spLocks noGrp="1"/>
          </p:cNvSpPr>
          <p:nvPr/>
        </p:nvSpPr>
        <p:spPr>
          <a:xfrm>
            <a:off x="8963025" y="2162175"/>
            <a:ext cx="2381250" cy="533400"/>
          </a:xfrm>
          <a:prstGeom prst="rect">
            <a:avLst/>
          </a:prstGeom>
          <a:noFill/>
          <a:ln w="0">
            <a:noFill/>
          </a:ln>
        </p:spPr>
        <p:txBody>
          <a:bodyPr wrap="square" lIns="0" tIns="0" rIns="0" bIns="0" anchor="t">
            <a:noAutofit/>
          </a:bodyPr>
          <a:lstStyle>
            <a:defPPr algn="l">
              <a:defRPr sz="3300" b="1">
                <a:solidFill>
                  <a:srgbClr val="213EDB"/>
                </a:solidFill>
                <a:latin typeface="Malgun Gothic"/>
                <a:ea typeface="Malgun Gothic"/>
                <a:cs typeface="Malgun Gothic"/>
              </a:defRPr>
            </a:defPPr>
            <a:lvl1pPr algn="l">
              <a:defRPr sz="3300" b="1">
                <a:solidFill>
                  <a:srgbClr val="213EDB"/>
                </a:solidFill>
                <a:latin typeface="Malgun Gothic"/>
                <a:ea typeface="Malgun Gothic"/>
                <a:cs typeface="Malgun Gothic"/>
              </a:defRPr>
            </a:lvl1pPr>
            <a:lvl2pPr algn="l">
              <a:defRPr sz="3300" b="1">
                <a:solidFill>
                  <a:srgbClr val="213EDB"/>
                </a:solidFill>
                <a:latin typeface="Malgun Gothic"/>
                <a:ea typeface="Malgun Gothic"/>
                <a:cs typeface="Malgun Gothic"/>
              </a:defRPr>
            </a:lvl2pPr>
            <a:lvl3pPr algn="l">
              <a:defRPr sz="3300" b="1">
                <a:solidFill>
                  <a:srgbClr val="213EDB"/>
                </a:solidFill>
                <a:latin typeface="Malgun Gothic"/>
                <a:ea typeface="Malgun Gothic"/>
                <a:cs typeface="Malgun Gothic"/>
              </a:defRPr>
            </a:lvl3pPr>
            <a:lvl4pPr algn="l">
              <a:defRPr sz="3300" b="1">
                <a:solidFill>
                  <a:srgbClr val="213EDB"/>
                </a:solidFill>
                <a:latin typeface="Malgun Gothic"/>
                <a:ea typeface="Malgun Gothic"/>
                <a:cs typeface="Malgun Gothic"/>
              </a:defRPr>
            </a:lvl4pPr>
            <a:lvl5pPr algn="l">
              <a:defRPr sz="3300" b="1">
                <a:solidFill>
                  <a:srgbClr val="213EDB"/>
                </a:solidFill>
                <a:latin typeface="Malgun Gothic"/>
                <a:ea typeface="Malgun Gothic"/>
                <a:cs typeface="Malgun Gothic"/>
              </a:defRPr>
            </a:lvl5pPr>
            <a:lvl6pPr algn="l">
              <a:defRPr sz="3300" b="1">
                <a:solidFill>
                  <a:srgbClr val="213EDB"/>
                </a:solidFill>
                <a:latin typeface="Malgun Gothic"/>
                <a:ea typeface="Malgun Gothic"/>
                <a:cs typeface="Malgun Gothic"/>
              </a:defRPr>
            </a:lvl6pPr>
            <a:lvl7pPr algn="l">
              <a:defRPr sz="3300" b="1">
                <a:solidFill>
                  <a:srgbClr val="213EDB"/>
                </a:solidFill>
                <a:latin typeface="Malgun Gothic"/>
                <a:ea typeface="Malgun Gothic"/>
                <a:cs typeface="Malgun Gothic"/>
              </a:defRPr>
            </a:lvl7pPr>
            <a:lvl8pPr algn="l">
              <a:defRPr sz="3300" b="1">
                <a:solidFill>
                  <a:srgbClr val="213EDB"/>
                </a:solidFill>
                <a:latin typeface="Malgun Gothic"/>
                <a:ea typeface="Malgun Gothic"/>
                <a:cs typeface="Malgun Gothic"/>
              </a:defRPr>
            </a:lvl8pPr>
            <a:lvl9pPr algn="l">
              <a:defRPr sz="3300" b="1">
                <a:solidFill>
                  <a:srgbClr val="213EDB"/>
                </a:solidFill>
                <a:latin typeface="Malgun Gothic"/>
                <a:ea typeface="Malgun Gothic"/>
                <a:cs typeface="Malgun Gothic"/>
              </a:defRPr>
            </a:lvl9pPr>
          </a:lstStyle>
          <a:p>
            <a:pPr algn="l">
              <a:defRPr sz="3300" b="1">
                <a:solidFill>
                  <a:srgbClr val="213EDB"/>
                </a:solidFill>
                <a:latin typeface="Malgun Gothic"/>
                <a:ea typeface="Malgun Gothic"/>
                <a:cs typeface="Malgun Gothic"/>
              </a:defRPr>
            </a:pPr>
            <a:r>
              <a:rPr sz="3300" b="1">
                <a:solidFill>
                  <a:srgbClr val="213EDB"/>
                </a:solidFill>
                <a:latin typeface="Malgun Gothic"/>
                <a:ea typeface="Malgun Gothic"/>
                <a:cs typeface="Malgun Gothic"/>
              </a:rPr>
              <a:t>04</a:t>
            </a:r>
          </a:p>
        </p:txBody>
      </p:sp>
      <p:sp>
        <p:nvSpPr>
          <p:cNvPr id="19" name="session1-227">
            <a:extLst>
              <a:ext uri="{FF2B5EF4-FFF2-40B4-BE49-F238E27FC236}">
                <a16:creationId xmlns:a16="http://schemas.microsoft.com/office/drawing/2014/main" id="{2962D6C6-E3DF-4007-892D-1B5CB95EFAB8}"/>
              </a:ext>
            </a:extLst>
          </p:cNvPr>
          <p:cNvSpPr>
            <a:spLocks noGrp="1"/>
          </p:cNvSpPr>
          <p:nvPr/>
        </p:nvSpPr>
        <p:spPr>
          <a:xfrm>
            <a:off x="8963025" y="2876550"/>
            <a:ext cx="2533650" cy="381000"/>
          </a:xfrm>
          <a:prstGeom prst="rect">
            <a:avLst/>
          </a:prstGeom>
          <a:noFill/>
          <a:ln w="0">
            <a:noFill/>
          </a:ln>
        </p:spPr>
        <p:txBody>
          <a:bodyPr wrap="square" lIns="0" tIns="0" rIns="0" bIns="0" anchor="t">
            <a:noAutofit/>
          </a:bodyPr>
          <a:lstStyle>
            <a:defPPr algn="l">
              <a:defRPr sz="2025" b="1">
                <a:solidFill>
                  <a:srgbClr val="15171C"/>
                </a:solidFill>
                <a:latin typeface="Malgun Gothic"/>
                <a:ea typeface="Malgun Gothic"/>
                <a:cs typeface="Malgun Gothic"/>
              </a:defRPr>
            </a:defPPr>
            <a:lvl1pPr algn="l">
              <a:defRPr sz="2025" b="1">
                <a:solidFill>
                  <a:srgbClr val="15171C"/>
                </a:solidFill>
                <a:latin typeface="Malgun Gothic"/>
                <a:ea typeface="Malgun Gothic"/>
                <a:cs typeface="Malgun Gothic"/>
              </a:defRPr>
            </a:lvl1pPr>
            <a:lvl2pPr algn="l">
              <a:defRPr sz="2025" b="1">
                <a:solidFill>
                  <a:srgbClr val="15171C"/>
                </a:solidFill>
                <a:latin typeface="Malgun Gothic"/>
                <a:ea typeface="Malgun Gothic"/>
                <a:cs typeface="Malgun Gothic"/>
              </a:defRPr>
            </a:lvl2pPr>
            <a:lvl3pPr algn="l">
              <a:defRPr sz="2025" b="1">
                <a:solidFill>
                  <a:srgbClr val="15171C"/>
                </a:solidFill>
                <a:latin typeface="Malgun Gothic"/>
                <a:ea typeface="Malgun Gothic"/>
                <a:cs typeface="Malgun Gothic"/>
              </a:defRPr>
            </a:lvl3pPr>
            <a:lvl4pPr algn="l">
              <a:defRPr sz="2025" b="1">
                <a:solidFill>
                  <a:srgbClr val="15171C"/>
                </a:solidFill>
                <a:latin typeface="Malgun Gothic"/>
                <a:ea typeface="Malgun Gothic"/>
                <a:cs typeface="Malgun Gothic"/>
              </a:defRPr>
            </a:lvl4pPr>
            <a:lvl5pPr algn="l">
              <a:defRPr sz="2025" b="1">
                <a:solidFill>
                  <a:srgbClr val="15171C"/>
                </a:solidFill>
                <a:latin typeface="Malgun Gothic"/>
                <a:ea typeface="Malgun Gothic"/>
                <a:cs typeface="Malgun Gothic"/>
              </a:defRPr>
            </a:lvl5pPr>
            <a:lvl6pPr algn="l">
              <a:defRPr sz="2025" b="1">
                <a:solidFill>
                  <a:srgbClr val="15171C"/>
                </a:solidFill>
                <a:latin typeface="Malgun Gothic"/>
                <a:ea typeface="Malgun Gothic"/>
                <a:cs typeface="Malgun Gothic"/>
              </a:defRPr>
            </a:lvl6pPr>
            <a:lvl7pPr algn="l">
              <a:defRPr sz="2025" b="1">
                <a:solidFill>
                  <a:srgbClr val="15171C"/>
                </a:solidFill>
                <a:latin typeface="Malgun Gothic"/>
                <a:ea typeface="Malgun Gothic"/>
                <a:cs typeface="Malgun Gothic"/>
              </a:defRPr>
            </a:lvl7pPr>
            <a:lvl8pPr algn="l">
              <a:defRPr sz="2025" b="1">
                <a:solidFill>
                  <a:srgbClr val="15171C"/>
                </a:solidFill>
                <a:latin typeface="Malgun Gothic"/>
                <a:ea typeface="Malgun Gothic"/>
                <a:cs typeface="Malgun Gothic"/>
              </a:defRPr>
            </a:lvl8pPr>
            <a:lvl9pPr algn="l">
              <a:defRPr sz="2025" b="1">
                <a:solidFill>
                  <a:srgbClr val="15171C"/>
                </a:solidFill>
                <a:latin typeface="Malgun Gothic"/>
                <a:ea typeface="Malgun Gothic"/>
                <a:cs typeface="Malgun Gothic"/>
              </a:defRPr>
            </a:lvl9pPr>
          </a:lstStyle>
          <a:p>
            <a:pPr algn="l">
              <a:defRPr sz="2025" b="1">
                <a:solidFill>
                  <a:srgbClr val="15171C"/>
                </a:solidFill>
                <a:latin typeface="Malgun Gothic"/>
                <a:ea typeface="Malgun Gothic"/>
                <a:cs typeface="Malgun Gothic"/>
              </a:defRPr>
            </a:pPr>
            <a:r>
              <a:rPr sz="2025" b="1">
                <a:solidFill>
                  <a:srgbClr val="15171C"/>
                </a:solidFill>
                <a:latin typeface="Malgun Gothic"/>
                <a:ea typeface="Malgun Gothic"/>
                <a:cs typeface="Malgun Gothic"/>
              </a:rPr>
              <a:t>결과 확인</a:t>
            </a:r>
          </a:p>
        </p:txBody>
      </p:sp>
      <p:sp>
        <p:nvSpPr>
          <p:cNvPr id="20" name="session1-228">
            <a:extLst>
              <a:ext uri="{FF2B5EF4-FFF2-40B4-BE49-F238E27FC236}">
                <a16:creationId xmlns:a16="http://schemas.microsoft.com/office/drawing/2014/main" id="{A0DF8A4B-D638-4E4E-BFA8-136AFED8A99C}"/>
              </a:ext>
            </a:extLst>
          </p:cNvPr>
          <p:cNvSpPr>
            <a:spLocks noGrp="1"/>
          </p:cNvSpPr>
          <p:nvPr/>
        </p:nvSpPr>
        <p:spPr>
          <a:xfrm>
            <a:off x="8963025" y="3429000"/>
            <a:ext cx="2400300" cy="838200"/>
          </a:xfrm>
          <a:prstGeom prst="rect">
            <a:avLst/>
          </a:prstGeom>
          <a:noFill/>
          <a:ln w="0">
            <a:noFill/>
          </a:ln>
        </p:spPr>
        <p:txBody>
          <a:bodyPr wrap="square" lIns="0" tIns="0" rIns="0" bIns="0" anchor="t">
            <a:noAutofit/>
          </a:bodyPr>
          <a:lstStyle>
            <a:defPPr algn="l">
              <a:defRPr sz="1575" b="0">
                <a:solidFill>
                  <a:srgbClr val="616773"/>
                </a:solidFill>
                <a:latin typeface="Malgun Gothic"/>
                <a:ea typeface="Malgun Gothic"/>
                <a:cs typeface="Malgun Gothic"/>
              </a:defRPr>
            </a:defPPr>
            <a:lvl1pPr algn="l">
              <a:defRPr sz="1575" b="0">
                <a:solidFill>
                  <a:srgbClr val="616773"/>
                </a:solidFill>
                <a:latin typeface="Malgun Gothic"/>
                <a:ea typeface="Malgun Gothic"/>
                <a:cs typeface="Malgun Gothic"/>
              </a:defRPr>
            </a:lvl1pPr>
            <a:lvl2pPr algn="l">
              <a:defRPr sz="1575" b="0">
                <a:solidFill>
                  <a:srgbClr val="616773"/>
                </a:solidFill>
                <a:latin typeface="Malgun Gothic"/>
                <a:ea typeface="Malgun Gothic"/>
                <a:cs typeface="Malgun Gothic"/>
              </a:defRPr>
            </a:lvl2pPr>
            <a:lvl3pPr algn="l">
              <a:defRPr sz="1575" b="0">
                <a:solidFill>
                  <a:srgbClr val="616773"/>
                </a:solidFill>
                <a:latin typeface="Malgun Gothic"/>
                <a:ea typeface="Malgun Gothic"/>
                <a:cs typeface="Malgun Gothic"/>
              </a:defRPr>
            </a:lvl3pPr>
            <a:lvl4pPr algn="l">
              <a:defRPr sz="1575" b="0">
                <a:solidFill>
                  <a:srgbClr val="616773"/>
                </a:solidFill>
                <a:latin typeface="Malgun Gothic"/>
                <a:ea typeface="Malgun Gothic"/>
                <a:cs typeface="Malgun Gothic"/>
              </a:defRPr>
            </a:lvl4pPr>
            <a:lvl5pPr algn="l">
              <a:defRPr sz="1575" b="0">
                <a:solidFill>
                  <a:srgbClr val="616773"/>
                </a:solidFill>
                <a:latin typeface="Malgun Gothic"/>
                <a:ea typeface="Malgun Gothic"/>
                <a:cs typeface="Malgun Gothic"/>
              </a:defRPr>
            </a:lvl5pPr>
            <a:lvl6pPr algn="l">
              <a:defRPr sz="1575" b="0">
                <a:solidFill>
                  <a:srgbClr val="616773"/>
                </a:solidFill>
                <a:latin typeface="Malgun Gothic"/>
                <a:ea typeface="Malgun Gothic"/>
                <a:cs typeface="Malgun Gothic"/>
              </a:defRPr>
            </a:lvl6pPr>
            <a:lvl7pPr algn="l">
              <a:defRPr sz="1575" b="0">
                <a:solidFill>
                  <a:srgbClr val="616773"/>
                </a:solidFill>
                <a:latin typeface="Malgun Gothic"/>
                <a:ea typeface="Malgun Gothic"/>
                <a:cs typeface="Malgun Gothic"/>
              </a:defRPr>
            </a:lvl7pPr>
            <a:lvl8pPr algn="l">
              <a:defRPr sz="1575" b="0">
                <a:solidFill>
                  <a:srgbClr val="616773"/>
                </a:solidFill>
                <a:latin typeface="Malgun Gothic"/>
                <a:ea typeface="Malgun Gothic"/>
                <a:cs typeface="Malgun Gothic"/>
              </a:defRPr>
            </a:lvl8pPr>
            <a:lvl9pPr algn="l">
              <a:defRPr sz="1575" b="0">
                <a:solidFill>
                  <a:srgbClr val="616773"/>
                </a:solidFill>
                <a:latin typeface="Malgun Gothic"/>
                <a:ea typeface="Malgun Gothic"/>
                <a:cs typeface="Malgun Gothic"/>
              </a:defRPr>
            </a:lvl9pPr>
          </a:lstStyle>
          <a:p>
            <a:pPr algn="l">
              <a:defRPr sz="1575" b="0">
                <a:solidFill>
                  <a:srgbClr val="616773"/>
                </a:solidFill>
                <a:latin typeface="Malgun Gothic"/>
                <a:ea typeface="Malgun Gothic"/>
                <a:cs typeface="Malgun Gothic"/>
              </a:defRPr>
            </a:pPr>
            <a:r>
              <a:rPr sz="1575" b="0">
                <a:solidFill>
                  <a:srgbClr val="616773"/>
                </a:solidFill>
                <a:latin typeface="Malgun Gothic"/>
                <a:ea typeface="Malgun Gothic"/>
                <a:cs typeface="Malgun Gothic"/>
              </a:rPr>
              <a:t>example.html</a:t>
            </a:r>
          </a:p>
          <a:p>
            <a:pPr algn="l">
              <a:defRPr sz="1575" b="0">
                <a:solidFill>
                  <a:srgbClr val="616773"/>
                </a:solidFill>
                <a:latin typeface="Malgun Gothic"/>
                <a:ea typeface="Malgun Gothic"/>
                <a:cs typeface="Malgun Gothic"/>
              </a:defRPr>
            </a:pPr>
            <a:r>
              <a:rPr sz="1575" b="0">
                <a:solidFill>
                  <a:srgbClr val="616773"/>
                </a:solidFill>
                <a:latin typeface="Malgun Gothic"/>
                <a:ea typeface="Malgun Gothic"/>
                <a:cs typeface="Malgun Gothic"/>
              </a:rPr>
              <a:t>또는 학생 파일</a:t>
            </a:r>
          </a:p>
        </p:txBody>
      </p:sp>
      <p:graphicFrame>
        <p:nvGraphicFramePr>
          <p:cNvPr id="21" name="표 20">
            <a:extLst>
              <a:ext uri="{FF2B5EF4-FFF2-40B4-BE49-F238E27FC236}">
                <a16:creationId xmlns:a16="http://schemas.microsoft.com/office/drawing/2014/main" id="{99FB0DAB-B639-49F7-8AC6-0EEC454E2BBC}"/>
              </a:ext>
            </a:extLst>
          </p:cNvPr>
          <p:cNvGraphicFramePr/>
          <p:nvPr/>
        </p:nvGraphicFramePr>
        <p:xfrm>
          <a:off x="590550" y="4543425"/>
          <a:ext cx="11010900" cy="1571624"/>
        </p:xfrm>
        <a:graphic>
          <a:graphicData uri="http://schemas.openxmlformats.org/drawingml/2006/table">
            <a:tbl>
              <a:tblPr/>
              <a:tblGrid>
                <a:gridCol w="3524250">
                  <a:extLst>
                    <a:ext uri="{9D8B030D-6E8A-4147-A177-3AD203B41FA5}">
                      <a16:colId xmlns:a16="http://schemas.microsoft.com/office/drawing/2014/main" val="20000"/>
                    </a:ext>
                  </a:extLst>
                </a:gridCol>
                <a:gridCol w="7486650">
                  <a:extLst>
                    <a:ext uri="{9D8B030D-6E8A-4147-A177-3AD203B41FA5}">
                      <a16:colId xmlns:a16="http://schemas.microsoft.com/office/drawing/2014/main" val="20001"/>
                    </a:ext>
                  </a:extLst>
                </a:gridCol>
              </a:tblGrid>
              <a:tr h="392906">
                <a:tc>
                  <a:txBody>
                    <a:bodyPr/>
                    <a:lstStyle/>
                    <a:p>
                      <a:pPr algn="l"/>
                      <a:r>
                        <a:rPr sz="1575" b="1">
                          <a:solidFill>
                            <a:srgbClr val="FFFFFF"/>
                          </a:solidFill>
                          <a:latin typeface="Malgun Gothic"/>
                          <a:ea typeface="Malgun Gothic"/>
                          <a:cs typeface="Malgun Gothic"/>
                        </a:rPr>
                        <a:t>파일</a:t>
                      </a:r>
                    </a:p>
                  </a:txBody>
                  <a:tcPr anchor="ctr">
                    <a:lnL w="6668">
                      <a:solidFill>
                        <a:srgbClr val="DADDE5"/>
                      </a:solidFill>
                      <a:prstDash val="soli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575" b="1">
                          <a:solidFill>
                            <a:srgbClr val="FFFFFF"/>
                          </a:solidFill>
                          <a:latin typeface="Malgun Gothic"/>
                          <a:ea typeface="Malgun Gothic"/>
                          <a:cs typeface="Malgun Gothic"/>
                        </a:rPr>
                        <a:t>사용 방법</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extLst>
                  <a:ext uri="{0D108BD9-81ED-4DB2-BD59-A6C34878D82A}">
                    <a16:rowId xmlns:a16="http://schemas.microsoft.com/office/drawing/2014/main" val="10000"/>
                  </a:ext>
                </a:extLst>
              </a:tr>
              <a:tr h="392906">
                <a:tc>
                  <a:txBody>
                    <a:bodyPr/>
                    <a:lstStyle/>
                    <a:p>
                      <a:pPr algn="l"/>
                      <a:r>
                        <a:rPr sz="1575" b="0">
                          <a:solidFill>
                            <a:srgbClr val="15171C"/>
                          </a:solidFill>
                          <a:latin typeface="Malgun Gothic"/>
                          <a:ea typeface="Malgun Gothic"/>
                          <a:cs typeface="Malgun Gothic"/>
                        </a:rPr>
                        <a:t>context.txt + raw.csv</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Codex에서 선택한 폴더를 열고 이 두 파일을 지정</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extLst>
                  <a:ext uri="{0D108BD9-81ED-4DB2-BD59-A6C34878D82A}">
                    <a16:rowId xmlns:a16="http://schemas.microsoft.com/office/drawing/2014/main" val="10001"/>
                  </a:ext>
                </a:extLst>
              </a:tr>
              <a:tr h="392906">
                <a:tc>
                  <a:txBody>
                    <a:bodyPr/>
                    <a:lstStyle/>
                    <a:p>
                      <a:pPr algn="l"/>
                      <a:r>
                        <a:rPr sz="1575" b="0">
                          <a:solidFill>
                            <a:srgbClr val="15171C"/>
                          </a:solidFill>
                          <a:latin typeface="Malgun Gothic"/>
                          <a:ea typeface="Malgun Gothic"/>
                          <a:cs typeface="Malgun Gothic"/>
                        </a:rPr>
                        <a:t>prompts.txt</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dirty="0">
                          <a:solidFill>
                            <a:srgbClr val="15171C"/>
                          </a:solidFill>
                          <a:latin typeface="Malgun Gothic"/>
                          <a:ea typeface="Malgun Gothic"/>
                          <a:cs typeface="Malgun Gothic"/>
                        </a:rPr>
                        <a:t>0 </a:t>
                      </a:r>
                      <a:r>
                        <a:rPr sz="1575" b="0" dirty="0" err="1">
                          <a:solidFill>
                            <a:srgbClr val="15171C"/>
                          </a:solidFill>
                          <a:latin typeface="Malgun Gothic"/>
                          <a:ea typeface="Malgun Gothic"/>
                          <a:cs typeface="Malgun Gothic"/>
                        </a:rPr>
                        <a:t>자료</a:t>
                      </a:r>
                      <a:r>
                        <a:rPr sz="1575" b="0" dirty="0">
                          <a:solidFill>
                            <a:srgbClr val="15171C"/>
                          </a:solidFill>
                          <a:latin typeface="Malgun Gothic"/>
                          <a:ea typeface="Malgun Gothic"/>
                          <a:cs typeface="Malgun Gothic"/>
                        </a:rPr>
                        <a:t> </a:t>
                      </a:r>
                      <a:r>
                        <a:rPr sz="1575" b="0" dirty="0" err="1">
                          <a:solidFill>
                            <a:srgbClr val="15171C"/>
                          </a:solidFill>
                          <a:latin typeface="Malgun Gothic"/>
                          <a:ea typeface="Malgun Gothic"/>
                          <a:cs typeface="Malgun Gothic"/>
                        </a:rPr>
                        <a:t>점검부터</a:t>
                      </a:r>
                      <a:r>
                        <a:rPr sz="1575" b="0" dirty="0">
                          <a:solidFill>
                            <a:srgbClr val="15171C"/>
                          </a:solidFill>
                          <a:latin typeface="Malgun Gothic"/>
                          <a:ea typeface="Malgun Gothic"/>
                          <a:cs typeface="Malgun Gothic"/>
                        </a:rPr>
                        <a:t> </a:t>
                      </a:r>
                      <a:r>
                        <a:rPr sz="1575" b="0" dirty="0" err="1">
                          <a:solidFill>
                            <a:srgbClr val="15171C"/>
                          </a:solidFill>
                          <a:latin typeface="Malgun Gothic"/>
                          <a:ea typeface="Malgun Gothic"/>
                          <a:cs typeface="Malgun Gothic"/>
                        </a:rPr>
                        <a:t>요청을</a:t>
                      </a:r>
                      <a:r>
                        <a:rPr sz="1575" b="0" dirty="0">
                          <a:solidFill>
                            <a:srgbClr val="15171C"/>
                          </a:solidFill>
                          <a:latin typeface="Malgun Gothic"/>
                          <a:ea typeface="Malgun Gothic"/>
                          <a:cs typeface="Malgun Gothic"/>
                        </a:rPr>
                        <a:t> 한 </a:t>
                      </a:r>
                      <a:r>
                        <a:rPr sz="1575" b="0" dirty="0" err="1">
                          <a:solidFill>
                            <a:srgbClr val="15171C"/>
                          </a:solidFill>
                          <a:latin typeface="Malgun Gothic"/>
                          <a:ea typeface="Malgun Gothic"/>
                          <a:cs typeface="Malgun Gothic"/>
                        </a:rPr>
                        <a:t>단계씩</a:t>
                      </a:r>
                      <a:r>
                        <a:rPr sz="1575" b="0" dirty="0">
                          <a:solidFill>
                            <a:srgbClr val="15171C"/>
                          </a:solidFill>
                          <a:latin typeface="Malgun Gothic"/>
                          <a:ea typeface="Malgun Gothic"/>
                          <a:cs typeface="Malgun Gothic"/>
                        </a:rPr>
                        <a:t> </a:t>
                      </a:r>
                      <a:r>
                        <a:rPr sz="1575" b="0" dirty="0" err="1">
                          <a:solidFill>
                            <a:srgbClr val="15171C"/>
                          </a:solidFill>
                          <a:latin typeface="Malgun Gothic"/>
                          <a:ea typeface="Malgun Gothic"/>
                          <a:cs typeface="Malgun Gothic"/>
                        </a:rPr>
                        <a:t>붙여</a:t>
                      </a:r>
                      <a:r>
                        <a:rPr sz="1575" b="0" dirty="0">
                          <a:solidFill>
                            <a:srgbClr val="15171C"/>
                          </a:solidFill>
                          <a:latin typeface="Malgun Gothic"/>
                          <a:ea typeface="Malgun Gothic"/>
                          <a:cs typeface="Malgun Gothic"/>
                        </a:rPr>
                        <a:t> </a:t>
                      </a:r>
                      <a:r>
                        <a:rPr sz="1575" b="0" dirty="0" err="1">
                          <a:solidFill>
                            <a:srgbClr val="15171C"/>
                          </a:solidFill>
                          <a:latin typeface="Malgun Gothic"/>
                          <a:ea typeface="Malgun Gothic"/>
                          <a:cs typeface="Malgun Gothic"/>
                        </a:rPr>
                        <a:t>넣기</a:t>
                      </a:r>
                      <a:endParaRPr sz="1575" b="0" dirty="0">
                        <a:solidFill>
                          <a:srgbClr val="15171C"/>
                        </a:solidFill>
                        <a:latin typeface="Malgun Gothic"/>
                        <a:ea typeface="Malgun Gothic"/>
                        <a:cs typeface="Malgun Gothic"/>
                      </a:endParaRP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extLst>
                  <a:ext uri="{0D108BD9-81ED-4DB2-BD59-A6C34878D82A}">
                    <a16:rowId xmlns:a16="http://schemas.microsoft.com/office/drawing/2014/main" val="10002"/>
                  </a:ext>
                </a:extLst>
              </a:tr>
              <a:tr h="392906">
                <a:tc>
                  <a:txBody>
                    <a:bodyPr/>
                    <a:lstStyle/>
                    <a:p>
                      <a:pPr algn="l"/>
                      <a:r>
                        <a:rPr sz="1575" b="0">
                          <a:solidFill>
                            <a:srgbClr val="15171C"/>
                          </a:solidFill>
                          <a:latin typeface="Malgun Gothic"/>
                          <a:ea typeface="Malgun Gothic"/>
                          <a:cs typeface="Malgun Gothic"/>
                        </a:rPr>
                        <a:t>example.html</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dirty="0" err="1">
                          <a:solidFill>
                            <a:srgbClr val="15171C"/>
                          </a:solidFill>
                          <a:latin typeface="Malgun Gothic"/>
                          <a:ea typeface="Malgun Gothic"/>
                          <a:cs typeface="Malgun Gothic"/>
                        </a:rPr>
                        <a:t>브라우저로</a:t>
                      </a:r>
                      <a:r>
                        <a:rPr sz="1575" b="0" dirty="0">
                          <a:solidFill>
                            <a:srgbClr val="15171C"/>
                          </a:solidFill>
                          <a:latin typeface="Malgun Gothic"/>
                          <a:ea typeface="Malgun Gothic"/>
                          <a:cs typeface="Malgun Gothic"/>
                        </a:rPr>
                        <a:t> </a:t>
                      </a:r>
                      <a:r>
                        <a:rPr sz="1575" b="0" dirty="0" err="1">
                          <a:solidFill>
                            <a:srgbClr val="15171C"/>
                          </a:solidFill>
                          <a:latin typeface="Malgun Gothic"/>
                          <a:ea typeface="Malgun Gothic"/>
                          <a:cs typeface="Malgun Gothic"/>
                        </a:rPr>
                        <a:t>먼저</a:t>
                      </a:r>
                      <a:r>
                        <a:rPr sz="1575" b="0" dirty="0">
                          <a:solidFill>
                            <a:srgbClr val="15171C"/>
                          </a:solidFill>
                          <a:latin typeface="Malgun Gothic"/>
                          <a:ea typeface="Malgun Gothic"/>
                          <a:cs typeface="Malgun Gothic"/>
                        </a:rPr>
                        <a:t> </a:t>
                      </a:r>
                      <a:r>
                        <a:rPr sz="1575" b="0" dirty="0" err="1">
                          <a:solidFill>
                            <a:srgbClr val="15171C"/>
                          </a:solidFill>
                          <a:latin typeface="Malgun Gothic"/>
                          <a:ea typeface="Malgun Gothic"/>
                          <a:cs typeface="Malgun Gothic"/>
                        </a:rPr>
                        <a:t>확인하고</a:t>
                      </a:r>
                      <a:r>
                        <a:rPr sz="1575" b="0" dirty="0">
                          <a:solidFill>
                            <a:srgbClr val="15171C"/>
                          </a:solidFill>
                          <a:latin typeface="Malgun Gothic"/>
                          <a:ea typeface="Malgun Gothic"/>
                          <a:cs typeface="Malgun Gothic"/>
                        </a:rPr>
                        <a:t> </a:t>
                      </a:r>
                      <a:r>
                        <a:rPr sz="1575" b="0" dirty="0" err="1">
                          <a:solidFill>
                            <a:srgbClr val="15171C"/>
                          </a:solidFill>
                          <a:latin typeface="Malgun Gothic"/>
                          <a:ea typeface="Malgun Gothic"/>
                          <a:cs typeface="Malgun Gothic"/>
                        </a:rPr>
                        <a:t>숫자·문안을</a:t>
                      </a:r>
                      <a:r>
                        <a:rPr sz="1575" b="0" dirty="0">
                          <a:solidFill>
                            <a:srgbClr val="15171C"/>
                          </a:solidFill>
                          <a:latin typeface="Malgun Gothic"/>
                          <a:ea typeface="Malgun Gothic"/>
                          <a:cs typeface="Malgun Gothic"/>
                        </a:rPr>
                        <a:t> </a:t>
                      </a:r>
                      <a:r>
                        <a:rPr sz="1575" b="0" dirty="0" err="1">
                          <a:solidFill>
                            <a:srgbClr val="15171C"/>
                          </a:solidFill>
                          <a:latin typeface="Malgun Gothic"/>
                          <a:ea typeface="Malgun Gothic"/>
                          <a:cs typeface="Malgun Gothic"/>
                        </a:rPr>
                        <a:t>바꾸기</a:t>
                      </a:r>
                      <a:endParaRPr sz="1575" b="0" dirty="0">
                        <a:solidFill>
                          <a:srgbClr val="15171C"/>
                        </a:solidFill>
                        <a:latin typeface="Malgun Gothic"/>
                        <a:ea typeface="Malgun Gothic"/>
                        <a:cs typeface="Malgun Gothic"/>
                      </a:endParaRP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715546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session1-229">
            <a:extLst>
              <a:ext uri="{FF2B5EF4-FFF2-40B4-BE49-F238E27FC236}">
                <a16:creationId xmlns:a16="http://schemas.microsoft.com/office/drawing/2014/main" id="{ACEC8B29-8E78-4B9B-9BE1-C09241E49052}"/>
              </a:ext>
            </a:extLst>
          </p:cNvPr>
          <p:cNvSpPr>
            <a:spLocks noGrp="1"/>
          </p:cNvSpPr>
          <p:nvPr/>
        </p:nvSpPr>
        <p:spPr>
          <a:xfrm>
            <a:off x="590550" y="295275"/>
            <a:ext cx="9715500" cy="228600"/>
          </a:xfrm>
          <a:prstGeom prst="rect">
            <a:avLst/>
          </a:prstGeom>
          <a:noFill/>
          <a:ln w="0">
            <a:noFill/>
          </a:ln>
        </p:spPr>
        <p:txBody>
          <a:bodyPr wrap="square" lIns="0" tIns="0" rIns="0" bIns="0" anchor="t">
            <a:noAutofit/>
          </a:bodyPr>
          <a:lstStyle>
            <a:defPPr algn="l">
              <a:defRPr sz="1050" b="0">
                <a:solidFill>
                  <a:srgbClr val="616773"/>
                </a:solidFill>
                <a:latin typeface="Malgun Gothic"/>
                <a:ea typeface="Malgun Gothic"/>
                <a:cs typeface="Malgun Gothic"/>
              </a:defRPr>
            </a:defPPr>
            <a:lvl1pPr algn="l">
              <a:defRPr sz="1050" b="0">
                <a:solidFill>
                  <a:srgbClr val="616773"/>
                </a:solidFill>
                <a:latin typeface="Malgun Gothic"/>
                <a:ea typeface="Malgun Gothic"/>
                <a:cs typeface="Malgun Gothic"/>
              </a:defRPr>
            </a:lvl1pPr>
            <a:lvl2pPr algn="l">
              <a:defRPr sz="1050" b="0">
                <a:solidFill>
                  <a:srgbClr val="616773"/>
                </a:solidFill>
                <a:latin typeface="Malgun Gothic"/>
                <a:ea typeface="Malgun Gothic"/>
                <a:cs typeface="Malgun Gothic"/>
              </a:defRPr>
            </a:lvl2pPr>
            <a:lvl3pPr algn="l">
              <a:defRPr sz="1050" b="0">
                <a:solidFill>
                  <a:srgbClr val="616773"/>
                </a:solidFill>
                <a:latin typeface="Malgun Gothic"/>
                <a:ea typeface="Malgun Gothic"/>
                <a:cs typeface="Malgun Gothic"/>
              </a:defRPr>
            </a:lvl3pPr>
            <a:lvl4pPr algn="l">
              <a:defRPr sz="1050" b="0">
                <a:solidFill>
                  <a:srgbClr val="616773"/>
                </a:solidFill>
                <a:latin typeface="Malgun Gothic"/>
                <a:ea typeface="Malgun Gothic"/>
                <a:cs typeface="Malgun Gothic"/>
              </a:defRPr>
            </a:lvl4pPr>
            <a:lvl5pPr algn="l">
              <a:defRPr sz="1050" b="0">
                <a:solidFill>
                  <a:srgbClr val="616773"/>
                </a:solidFill>
                <a:latin typeface="Malgun Gothic"/>
                <a:ea typeface="Malgun Gothic"/>
                <a:cs typeface="Malgun Gothic"/>
              </a:defRPr>
            </a:lvl5pPr>
            <a:lvl6pPr algn="l">
              <a:defRPr sz="1050" b="0">
                <a:solidFill>
                  <a:srgbClr val="616773"/>
                </a:solidFill>
                <a:latin typeface="Malgun Gothic"/>
                <a:ea typeface="Malgun Gothic"/>
                <a:cs typeface="Malgun Gothic"/>
              </a:defRPr>
            </a:lvl6pPr>
            <a:lvl7pPr algn="l">
              <a:defRPr sz="1050" b="0">
                <a:solidFill>
                  <a:srgbClr val="616773"/>
                </a:solidFill>
                <a:latin typeface="Malgun Gothic"/>
                <a:ea typeface="Malgun Gothic"/>
                <a:cs typeface="Malgun Gothic"/>
              </a:defRPr>
            </a:lvl7pPr>
            <a:lvl8pPr algn="l">
              <a:defRPr sz="1050" b="0">
                <a:solidFill>
                  <a:srgbClr val="616773"/>
                </a:solidFill>
                <a:latin typeface="Malgun Gothic"/>
                <a:ea typeface="Malgun Gothic"/>
                <a:cs typeface="Malgun Gothic"/>
              </a:defRPr>
            </a:lvl8pPr>
            <a:lvl9pPr algn="l">
              <a:defRPr sz="1050" b="0">
                <a:solidFill>
                  <a:srgbClr val="616773"/>
                </a:solidFill>
                <a:latin typeface="Malgun Gothic"/>
                <a:ea typeface="Malgun Gothic"/>
                <a:cs typeface="Malgun Gothic"/>
              </a:defRPr>
            </a:lvl9pPr>
          </a:lstStyle>
          <a:p>
            <a:pPr algn="l">
              <a:defRPr sz="1050" b="0">
                <a:solidFill>
                  <a:srgbClr val="616773"/>
                </a:solidFill>
                <a:latin typeface="Malgun Gothic"/>
                <a:ea typeface="Malgun Gothic"/>
                <a:cs typeface="Malgun Gothic"/>
              </a:defRPr>
            </a:pPr>
            <a:r>
              <a:rPr sz="1050" b="0">
                <a:solidFill>
                  <a:srgbClr val="616773"/>
                </a:solidFill>
                <a:latin typeface="Malgun Gothic"/>
                <a:ea typeface="Malgun Gothic"/>
                <a:cs typeface="Malgun Gothic"/>
              </a:rPr>
              <a:t>블록 01 · 무료 이용 범위</a:t>
            </a:r>
          </a:p>
        </p:txBody>
      </p:sp>
      <p:sp>
        <p:nvSpPr>
          <p:cNvPr id="2" name="session1-230">
            <a:extLst>
              <a:ext uri="{FF2B5EF4-FFF2-40B4-BE49-F238E27FC236}">
                <a16:creationId xmlns:a16="http://schemas.microsoft.com/office/drawing/2014/main" id="{7806D680-C3A2-46AD-BB37-D9DF1C10FEBE}"/>
              </a:ext>
            </a:extLst>
          </p:cNvPr>
          <p:cNvSpPr>
            <a:spLocks noGrp="1"/>
          </p:cNvSpPr>
          <p:nvPr/>
        </p:nvSpPr>
        <p:spPr>
          <a:xfrm>
            <a:off x="571500" y="742950"/>
            <a:ext cx="11049000" cy="609600"/>
          </a:xfrm>
          <a:prstGeom prst="rect">
            <a:avLst/>
          </a:prstGeom>
          <a:noFill/>
          <a:ln w="0">
            <a:noFill/>
          </a:ln>
        </p:spPr>
        <p:txBody>
          <a:bodyPr wrap="square" lIns="0" tIns="0" rIns="0" bIns="0" anchor="t">
            <a:noAutofit/>
          </a:bodyPr>
          <a:lstStyle>
            <a:defPPr algn="l">
              <a:defRPr sz="3000" b="1">
                <a:solidFill>
                  <a:srgbClr val="15171C"/>
                </a:solidFill>
                <a:latin typeface="Malgun Gothic"/>
                <a:ea typeface="Malgun Gothic"/>
                <a:cs typeface="Malgun Gothic"/>
              </a:defRPr>
            </a:defPPr>
            <a:lvl1pPr algn="l">
              <a:defRPr sz="3000" b="1">
                <a:solidFill>
                  <a:srgbClr val="15171C"/>
                </a:solidFill>
                <a:latin typeface="Malgun Gothic"/>
                <a:ea typeface="Malgun Gothic"/>
                <a:cs typeface="Malgun Gothic"/>
              </a:defRPr>
            </a:lvl1pPr>
            <a:lvl2pPr algn="l">
              <a:defRPr sz="3000" b="1">
                <a:solidFill>
                  <a:srgbClr val="15171C"/>
                </a:solidFill>
                <a:latin typeface="Malgun Gothic"/>
                <a:ea typeface="Malgun Gothic"/>
                <a:cs typeface="Malgun Gothic"/>
              </a:defRPr>
            </a:lvl2pPr>
            <a:lvl3pPr algn="l">
              <a:defRPr sz="3000" b="1">
                <a:solidFill>
                  <a:srgbClr val="15171C"/>
                </a:solidFill>
                <a:latin typeface="Malgun Gothic"/>
                <a:ea typeface="Malgun Gothic"/>
                <a:cs typeface="Malgun Gothic"/>
              </a:defRPr>
            </a:lvl3pPr>
            <a:lvl4pPr algn="l">
              <a:defRPr sz="3000" b="1">
                <a:solidFill>
                  <a:srgbClr val="15171C"/>
                </a:solidFill>
                <a:latin typeface="Malgun Gothic"/>
                <a:ea typeface="Malgun Gothic"/>
                <a:cs typeface="Malgun Gothic"/>
              </a:defRPr>
            </a:lvl4pPr>
            <a:lvl5pPr algn="l">
              <a:defRPr sz="3000" b="1">
                <a:solidFill>
                  <a:srgbClr val="15171C"/>
                </a:solidFill>
                <a:latin typeface="Malgun Gothic"/>
                <a:ea typeface="Malgun Gothic"/>
                <a:cs typeface="Malgun Gothic"/>
              </a:defRPr>
            </a:lvl5pPr>
            <a:lvl6pPr algn="l">
              <a:defRPr sz="3000" b="1">
                <a:solidFill>
                  <a:srgbClr val="15171C"/>
                </a:solidFill>
                <a:latin typeface="Malgun Gothic"/>
                <a:ea typeface="Malgun Gothic"/>
                <a:cs typeface="Malgun Gothic"/>
              </a:defRPr>
            </a:lvl6pPr>
            <a:lvl7pPr algn="l">
              <a:defRPr sz="3000" b="1">
                <a:solidFill>
                  <a:srgbClr val="15171C"/>
                </a:solidFill>
                <a:latin typeface="Malgun Gothic"/>
                <a:ea typeface="Malgun Gothic"/>
                <a:cs typeface="Malgun Gothic"/>
              </a:defRPr>
            </a:lvl7pPr>
            <a:lvl8pPr algn="l">
              <a:defRPr sz="3000" b="1">
                <a:solidFill>
                  <a:srgbClr val="15171C"/>
                </a:solidFill>
                <a:latin typeface="Malgun Gothic"/>
                <a:ea typeface="Malgun Gothic"/>
                <a:cs typeface="Malgun Gothic"/>
              </a:defRPr>
            </a:lvl8pPr>
            <a:lvl9pPr algn="l">
              <a:defRPr sz="3000" b="1">
                <a:solidFill>
                  <a:srgbClr val="15171C"/>
                </a:solidFill>
                <a:latin typeface="Malgun Gothic"/>
                <a:ea typeface="Malgun Gothic"/>
                <a:cs typeface="Malgun Gothic"/>
              </a:defRPr>
            </a:lvl9pPr>
          </a:lstStyle>
          <a:p>
            <a:pPr algn="l">
              <a:defRPr sz="3000" b="1">
                <a:solidFill>
                  <a:srgbClr val="15171C"/>
                </a:solidFill>
                <a:latin typeface="Malgun Gothic"/>
                <a:ea typeface="Malgun Gothic"/>
                <a:cs typeface="Malgun Gothic"/>
              </a:defRPr>
            </a:pPr>
            <a:r>
              <a:rPr sz="3000" b="1" dirty="0" err="1">
                <a:solidFill>
                  <a:srgbClr val="15171C"/>
                </a:solidFill>
                <a:latin typeface="Malgun Gothic"/>
                <a:ea typeface="Malgun Gothic"/>
                <a:cs typeface="Malgun Gothic"/>
              </a:rPr>
              <a:t>무료</a:t>
            </a:r>
            <a:r>
              <a:rPr sz="3000" b="1" dirty="0">
                <a:solidFill>
                  <a:srgbClr val="15171C"/>
                </a:solidFill>
                <a:latin typeface="Malgun Gothic"/>
                <a:ea typeface="Malgun Gothic"/>
                <a:cs typeface="Malgun Gothic"/>
              </a:rPr>
              <a:t> </a:t>
            </a:r>
            <a:r>
              <a:rPr sz="3000" b="1" dirty="0" err="1">
                <a:solidFill>
                  <a:srgbClr val="15171C"/>
                </a:solidFill>
                <a:latin typeface="Malgun Gothic"/>
                <a:ea typeface="Malgun Gothic"/>
                <a:cs typeface="Malgun Gothic"/>
              </a:rPr>
              <a:t>Codex에서는</a:t>
            </a:r>
            <a:r>
              <a:rPr sz="3000" b="1" dirty="0">
                <a:solidFill>
                  <a:srgbClr val="15171C"/>
                </a:solidFill>
                <a:latin typeface="Malgun Gothic"/>
                <a:ea typeface="Malgun Gothic"/>
                <a:cs typeface="Malgun Gothic"/>
              </a:rPr>
              <a:t> </a:t>
            </a:r>
            <a:r>
              <a:rPr sz="3000" b="1" dirty="0" err="1">
                <a:solidFill>
                  <a:srgbClr val="15171C"/>
                </a:solidFill>
                <a:latin typeface="Malgun Gothic"/>
                <a:ea typeface="Malgun Gothic"/>
                <a:cs typeface="Malgun Gothic"/>
              </a:rPr>
              <a:t>작은</a:t>
            </a:r>
            <a:r>
              <a:rPr sz="3000" b="1" dirty="0">
                <a:solidFill>
                  <a:srgbClr val="15171C"/>
                </a:solidFill>
                <a:latin typeface="Malgun Gothic"/>
                <a:ea typeface="Malgun Gothic"/>
                <a:cs typeface="Malgun Gothic"/>
              </a:rPr>
              <a:t> </a:t>
            </a:r>
            <a:r>
              <a:rPr sz="3000" b="1" dirty="0" err="1">
                <a:solidFill>
                  <a:srgbClr val="15171C"/>
                </a:solidFill>
                <a:latin typeface="Malgun Gothic"/>
                <a:ea typeface="Malgun Gothic"/>
                <a:cs typeface="Malgun Gothic"/>
              </a:rPr>
              <a:t>파일</a:t>
            </a:r>
            <a:r>
              <a:rPr sz="3000" b="1" dirty="0">
                <a:solidFill>
                  <a:srgbClr val="15171C"/>
                </a:solidFill>
                <a:latin typeface="Malgun Gothic"/>
                <a:ea typeface="Malgun Gothic"/>
                <a:cs typeface="Malgun Gothic"/>
              </a:rPr>
              <a:t> </a:t>
            </a:r>
            <a:r>
              <a:rPr sz="3000" b="1" dirty="0" err="1">
                <a:solidFill>
                  <a:srgbClr val="15171C"/>
                </a:solidFill>
                <a:latin typeface="Malgun Gothic"/>
                <a:ea typeface="Malgun Gothic"/>
                <a:cs typeface="Malgun Gothic"/>
              </a:rPr>
              <a:t>작업부터</a:t>
            </a:r>
            <a:r>
              <a:rPr sz="3000" b="1" dirty="0">
                <a:solidFill>
                  <a:srgbClr val="15171C"/>
                </a:solidFill>
                <a:latin typeface="Malgun Gothic"/>
                <a:ea typeface="Malgun Gothic"/>
                <a:cs typeface="Malgun Gothic"/>
              </a:rPr>
              <a:t> </a:t>
            </a:r>
            <a:r>
              <a:rPr sz="3000" b="1" dirty="0" err="1">
                <a:solidFill>
                  <a:srgbClr val="15171C"/>
                </a:solidFill>
                <a:latin typeface="Malgun Gothic"/>
                <a:ea typeface="Malgun Gothic"/>
                <a:cs typeface="Malgun Gothic"/>
              </a:rPr>
              <a:t>진행합니다</a:t>
            </a:r>
            <a:endParaRPr sz="3000" b="1" dirty="0">
              <a:solidFill>
                <a:srgbClr val="15171C"/>
              </a:solidFill>
              <a:latin typeface="Malgun Gothic"/>
              <a:ea typeface="Malgun Gothic"/>
              <a:cs typeface="Malgun Gothic"/>
            </a:endParaRPr>
          </a:p>
        </p:txBody>
      </p:sp>
      <p:sp>
        <p:nvSpPr>
          <p:cNvPr id="3" name="session1-231">
            <a:extLst>
              <a:ext uri="{FF2B5EF4-FFF2-40B4-BE49-F238E27FC236}">
                <a16:creationId xmlns:a16="http://schemas.microsoft.com/office/drawing/2014/main" id="{1782915B-A5AE-44A2-9B1B-D8149722CC8B}"/>
              </a:ext>
            </a:extLst>
          </p:cNvPr>
          <p:cNvSpPr>
            <a:spLocks noGrp="1"/>
          </p:cNvSpPr>
          <p:nvPr/>
        </p:nvSpPr>
        <p:spPr>
          <a:xfrm>
            <a:off x="590550" y="1390650"/>
            <a:ext cx="10953750" cy="409575"/>
          </a:xfrm>
          <a:prstGeom prst="rect">
            <a:avLst/>
          </a:prstGeom>
          <a:noFill/>
          <a:ln w="0">
            <a:noFill/>
          </a:ln>
        </p:spPr>
        <p:txBody>
          <a:bodyPr wrap="square" lIns="0" tIns="0" rIns="0" bIns="0" anchor="t">
            <a:noAutofit/>
          </a:bodyPr>
          <a:lstStyle>
            <a:defPPr algn="l">
              <a:defRPr sz="1575" b="0">
                <a:solidFill>
                  <a:srgbClr val="616773"/>
                </a:solidFill>
                <a:latin typeface="Malgun Gothic"/>
                <a:ea typeface="Malgun Gothic"/>
                <a:cs typeface="Malgun Gothic"/>
              </a:defRPr>
            </a:defPPr>
            <a:lvl1pPr algn="l">
              <a:defRPr sz="1575" b="0">
                <a:solidFill>
                  <a:srgbClr val="616773"/>
                </a:solidFill>
                <a:latin typeface="Malgun Gothic"/>
                <a:ea typeface="Malgun Gothic"/>
                <a:cs typeface="Malgun Gothic"/>
              </a:defRPr>
            </a:lvl1pPr>
            <a:lvl2pPr algn="l">
              <a:defRPr sz="1575" b="0">
                <a:solidFill>
                  <a:srgbClr val="616773"/>
                </a:solidFill>
                <a:latin typeface="Malgun Gothic"/>
                <a:ea typeface="Malgun Gothic"/>
                <a:cs typeface="Malgun Gothic"/>
              </a:defRPr>
            </a:lvl2pPr>
            <a:lvl3pPr algn="l">
              <a:defRPr sz="1575" b="0">
                <a:solidFill>
                  <a:srgbClr val="616773"/>
                </a:solidFill>
                <a:latin typeface="Malgun Gothic"/>
                <a:ea typeface="Malgun Gothic"/>
                <a:cs typeface="Malgun Gothic"/>
              </a:defRPr>
            </a:lvl3pPr>
            <a:lvl4pPr algn="l">
              <a:defRPr sz="1575" b="0">
                <a:solidFill>
                  <a:srgbClr val="616773"/>
                </a:solidFill>
                <a:latin typeface="Malgun Gothic"/>
                <a:ea typeface="Malgun Gothic"/>
                <a:cs typeface="Malgun Gothic"/>
              </a:defRPr>
            </a:lvl4pPr>
            <a:lvl5pPr algn="l">
              <a:defRPr sz="1575" b="0">
                <a:solidFill>
                  <a:srgbClr val="616773"/>
                </a:solidFill>
                <a:latin typeface="Malgun Gothic"/>
                <a:ea typeface="Malgun Gothic"/>
                <a:cs typeface="Malgun Gothic"/>
              </a:defRPr>
            </a:lvl5pPr>
            <a:lvl6pPr algn="l">
              <a:defRPr sz="1575" b="0">
                <a:solidFill>
                  <a:srgbClr val="616773"/>
                </a:solidFill>
                <a:latin typeface="Malgun Gothic"/>
                <a:ea typeface="Malgun Gothic"/>
                <a:cs typeface="Malgun Gothic"/>
              </a:defRPr>
            </a:lvl6pPr>
            <a:lvl7pPr algn="l">
              <a:defRPr sz="1575" b="0">
                <a:solidFill>
                  <a:srgbClr val="616773"/>
                </a:solidFill>
                <a:latin typeface="Malgun Gothic"/>
                <a:ea typeface="Malgun Gothic"/>
                <a:cs typeface="Malgun Gothic"/>
              </a:defRPr>
            </a:lvl7pPr>
            <a:lvl8pPr algn="l">
              <a:defRPr sz="1575" b="0">
                <a:solidFill>
                  <a:srgbClr val="616773"/>
                </a:solidFill>
                <a:latin typeface="Malgun Gothic"/>
                <a:ea typeface="Malgun Gothic"/>
                <a:cs typeface="Malgun Gothic"/>
              </a:defRPr>
            </a:lvl8pPr>
            <a:lvl9pPr algn="l">
              <a:defRPr sz="1575" b="0">
                <a:solidFill>
                  <a:srgbClr val="616773"/>
                </a:solidFill>
                <a:latin typeface="Malgun Gothic"/>
                <a:ea typeface="Malgun Gothic"/>
                <a:cs typeface="Malgun Gothic"/>
              </a:defRPr>
            </a:lvl9pPr>
          </a:lstStyle>
          <a:p>
            <a:pPr algn="l">
              <a:defRPr sz="1575" b="0">
                <a:solidFill>
                  <a:srgbClr val="616773"/>
                </a:solidFill>
                <a:latin typeface="Malgun Gothic"/>
                <a:ea typeface="Malgun Gothic"/>
                <a:cs typeface="Malgun Gothic"/>
              </a:defRPr>
            </a:pPr>
            <a:r>
              <a:rPr sz="1575" b="0">
                <a:solidFill>
                  <a:srgbClr val="616773"/>
                </a:solidFill>
                <a:latin typeface="Malgun Gothic"/>
                <a:ea typeface="Malgun Gothic"/>
                <a:cs typeface="Malgun Gothic"/>
              </a:rPr>
              <a:t>공식 안내 확인 2026.10.22  |  실제 계정의 제공 상태와 사용량을 수업 전에 확인</a:t>
            </a:r>
          </a:p>
        </p:txBody>
      </p:sp>
      <p:sp>
        <p:nvSpPr>
          <p:cNvPr id="4" name="session1-232">
            <a:extLst>
              <a:ext uri="{FF2B5EF4-FFF2-40B4-BE49-F238E27FC236}">
                <a16:creationId xmlns:a16="http://schemas.microsoft.com/office/drawing/2014/main" id="{67E3D763-8A88-4FBD-957D-798EE96C4193}"/>
              </a:ext>
            </a:extLst>
          </p:cNvPr>
          <p:cNvSpPr>
            <a:spLocks noGrp="1"/>
          </p:cNvSpPr>
          <p:nvPr/>
        </p:nvSpPr>
        <p:spPr>
          <a:xfrm>
            <a:off x="590550" y="6477000"/>
            <a:ext cx="2857500" cy="180975"/>
          </a:xfrm>
          <a:prstGeom prst="rect">
            <a:avLst/>
          </a:prstGeom>
          <a:noFill/>
          <a:ln w="0">
            <a:noFill/>
          </a:ln>
        </p:spPr>
        <p:txBody>
          <a:bodyPr wrap="square" lIns="0" tIns="0" rIns="0" bIns="0" anchor="t">
            <a:noAutofit/>
          </a:bodyPr>
          <a:lstStyle>
            <a:defPPr algn="l">
              <a:defRPr sz="900" b="0">
                <a:solidFill>
                  <a:srgbClr val="616773"/>
                </a:solidFill>
                <a:latin typeface="Malgun Gothic"/>
                <a:ea typeface="Malgun Gothic"/>
                <a:cs typeface="Malgun Gothic"/>
              </a:defRPr>
            </a:defPPr>
            <a:lvl1pPr algn="l">
              <a:defRPr sz="900" b="0">
                <a:solidFill>
                  <a:srgbClr val="616773"/>
                </a:solidFill>
                <a:latin typeface="Malgun Gothic"/>
                <a:ea typeface="Malgun Gothic"/>
                <a:cs typeface="Malgun Gothic"/>
              </a:defRPr>
            </a:lvl1pPr>
            <a:lvl2pPr algn="l">
              <a:defRPr sz="900" b="0">
                <a:solidFill>
                  <a:srgbClr val="616773"/>
                </a:solidFill>
                <a:latin typeface="Malgun Gothic"/>
                <a:ea typeface="Malgun Gothic"/>
                <a:cs typeface="Malgun Gothic"/>
              </a:defRPr>
            </a:lvl2pPr>
            <a:lvl3pPr algn="l">
              <a:defRPr sz="900" b="0">
                <a:solidFill>
                  <a:srgbClr val="616773"/>
                </a:solidFill>
                <a:latin typeface="Malgun Gothic"/>
                <a:ea typeface="Malgun Gothic"/>
                <a:cs typeface="Malgun Gothic"/>
              </a:defRPr>
            </a:lvl3pPr>
            <a:lvl4pPr algn="l">
              <a:defRPr sz="900" b="0">
                <a:solidFill>
                  <a:srgbClr val="616773"/>
                </a:solidFill>
                <a:latin typeface="Malgun Gothic"/>
                <a:ea typeface="Malgun Gothic"/>
                <a:cs typeface="Malgun Gothic"/>
              </a:defRPr>
            </a:lvl4pPr>
            <a:lvl5pPr algn="l">
              <a:defRPr sz="900" b="0">
                <a:solidFill>
                  <a:srgbClr val="616773"/>
                </a:solidFill>
                <a:latin typeface="Malgun Gothic"/>
                <a:ea typeface="Malgun Gothic"/>
                <a:cs typeface="Malgun Gothic"/>
              </a:defRPr>
            </a:lvl5pPr>
            <a:lvl6pPr algn="l">
              <a:defRPr sz="900" b="0">
                <a:solidFill>
                  <a:srgbClr val="616773"/>
                </a:solidFill>
                <a:latin typeface="Malgun Gothic"/>
                <a:ea typeface="Malgun Gothic"/>
                <a:cs typeface="Malgun Gothic"/>
              </a:defRPr>
            </a:lvl6pPr>
            <a:lvl7pPr algn="l">
              <a:defRPr sz="900" b="0">
                <a:solidFill>
                  <a:srgbClr val="616773"/>
                </a:solidFill>
                <a:latin typeface="Malgun Gothic"/>
                <a:ea typeface="Malgun Gothic"/>
                <a:cs typeface="Malgun Gothic"/>
              </a:defRPr>
            </a:lvl7pPr>
            <a:lvl8pPr algn="l">
              <a:defRPr sz="900" b="0">
                <a:solidFill>
                  <a:srgbClr val="616773"/>
                </a:solidFill>
                <a:latin typeface="Malgun Gothic"/>
                <a:ea typeface="Malgun Gothic"/>
                <a:cs typeface="Malgun Gothic"/>
              </a:defRPr>
            </a:lvl8pPr>
            <a:lvl9pPr algn="l">
              <a:defRPr sz="900" b="0">
                <a:solidFill>
                  <a:srgbClr val="616773"/>
                </a:solidFill>
                <a:latin typeface="Malgun Gothic"/>
                <a:ea typeface="Malgun Gothic"/>
                <a:cs typeface="Malgun Gothic"/>
              </a:defRPr>
            </a:lvl9pPr>
          </a:lstStyle>
          <a:p>
            <a:pPr algn="l">
              <a:defRPr sz="900" b="0">
                <a:solidFill>
                  <a:srgbClr val="616773"/>
                </a:solidFill>
                <a:latin typeface="Malgun Gothic"/>
                <a:ea typeface="Malgun Gothic"/>
                <a:cs typeface="Malgun Gothic"/>
              </a:defRPr>
            </a:pPr>
            <a:r>
              <a:rPr sz="900" b="0">
                <a:solidFill>
                  <a:srgbClr val="616773"/>
                </a:solidFill>
                <a:latin typeface="Malgun Gothic"/>
                <a:ea typeface="Malgun Gothic"/>
                <a:cs typeface="Malgun Gothic"/>
              </a:rPr>
              <a:t>An Eun Kyoung</a:t>
            </a:r>
          </a:p>
        </p:txBody>
      </p:sp>
      <p:sp>
        <p:nvSpPr>
          <p:cNvPr id="5" name="session1-233">
            <a:extLst>
              <a:ext uri="{FF2B5EF4-FFF2-40B4-BE49-F238E27FC236}">
                <a16:creationId xmlns:a16="http://schemas.microsoft.com/office/drawing/2014/main" id="{EA65C76D-2C68-4420-BE3E-BFE49F3363F1}"/>
              </a:ext>
            </a:extLst>
          </p:cNvPr>
          <p:cNvSpPr>
            <a:spLocks noGrp="1"/>
          </p:cNvSpPr>
          <p:nvPr/>
        </p:nvSpPr>
        <p:spPr>
          <a:xfrm>
            <a:off x="11144250" y="6438900"/>
            <a:ext cx="457200" cy="228600"/>
          </a:xfrm>
          <a:prstGeom prst="rect">
            <a:avLst/>
          </a:prstGeom>
          <a:noFill/>
          <a:ln w="0">
            <a:noFill/>
          </a:ln>
        </p:spPr>
        <p:txBody>
          <a:bodyPr wrap="square" lIns="0" tIns="0" rIns="0" bIns="0" anchor="t">
            <a:noAutofit/>
          </a:bodyPr>
          <a:lstStyle>
            <a:defPPr algn="r">
              <a:defRPr sz="1050" b="1">
                <a:solidFill>
                  <a:srgbClr val="101456"/>
                </a:solidFill>
                <a:latin typeface="Malgun Gothic"/>
                <a:ea typeface="Malgun Gothic"/>
                <a:cs typeface="Malgun Gothic"/>
              </a:defRPr>
            </a:defPPr>
            <a:lvl1pPr algn="r">
              <a:defRPr sz="1050" b="1">
                <a:solidFill>
                  <a:srgbClr val="101456"/>
                </a:solidFill>
                <a:latin typeface="Malgun Gothic"/>
                <a:ea typeface="Malgun Gothic"/>
                <a:cs typeface="Malgun Gothic"/>
              </a:defRPr>
            </a:lvl1pPr>
            <a:lvl2pPr algn="r">
              <a:defRPr sz="1050" b="1">
                <a:solidFill>
                  <a:srgbClr val="101456"/>
                </a:solidFill>
                <a:latin typeface="Malgun Gothic"/>
                <a:ea typeface="Malgun Gothic"/>
                <a:cs typeface="Malgun Gothic"/>
              </a:defRPr>
            </a:lvl2pPr>
            <a:lvl3pPr algn="r">
              <a:defRPr sz="1050" b="1">
                <a:solidFill>
                  <a:srgbClr val="101456"/>
                </a:solidFill>
                <a:latin typeface="Malgun Gothic"/>
                <a:ea typeface="Malgun Gothic"/>
                <a:cs typeface="Malgun Gothic"/>
              </a:defRPr>
            </a:lvl3pPr>
            <a:lvl4pPr algn="r">
              <a:defRPr sz="1050" b="1">
                <a:solidFill>
                  <a:srgbClr val="101456"/>
                </a:solidFill>
                <a:latin typeface="Malgun Gothic"/>
                <a:ea typeface="Malgun Gothic"/>
                <a:cs typeface="Malgun Gothic"/>
              </a:defRPr>
            </a:lvl4pPr>
            <a:lvl5pPr algn="r">
              <a:defRPr sz="1050" b="1">
                <a:solidFill>
                  <a:srgbClr val="101456"/>
                </a:solidFill>
                <a:latin typeface="Malgun Gothic"/>
                <a:ea typeface="Malgun Gothic"/>
                <a:cs typeface="Malgun Gothic"/>
              </a:defRPr>
            </a:lvl5pPr>
            <a:lvl6pPr algn="r">
              <a:defRPr sz="1050" b="1">
                <a:solidFill>
                  <a:srgbClr val="101456"/>
                </a:solidFill>
                <a:latin typeface="Malgun Gothic"/>
                <a:ea typeface="Malgun Gothic"/>
                <a:cs typeface="Malgun Gothic"/>
              </a:defRPr>
            </a:lvl6pPr>
            <a:lvl7pPr algn="r">
              <a:defRPr sz="1050" b="1">
                <a:solidFill>
                  <a:srgbClr val="101456"/>
                </a:solidFill>
                <a:latin typeface="Malgun Gothic"/>
                <a:ea typeface="Malgun Gothic"/>
                <a:cs typeface="Malgun Gothic"/>
              </a:defRPr>
            </a:lvl7pPr>
            <a:lvl8pPr algn="r">
              <a:defRPr sz="1050" b="1">
                <a:solidFill>
                  <a:srgbClr val="101456"/>
                </a:solidFill>
                <a:latin typeface="Malgun Gothic"/>
                <a:ea typeface="Malgun Gothic"/>
                <a:cs typeface="Malgun Gothic"/>
              </a:defRPr>
            </a:lvl8pPr>
            <a:lvl9pPr algn="r">
              <a:defRPr sz="1050" b="1">
                <a:solidFill>
                  <a:srgbClr val="101456"/>
                </a:solidFill>
                <a:latin typeface="Malgun Gothic"/>
                <a:ea typeface="Malgun Gothic"/>
                <a:cs typeface="Malgun Gothic"/>
              </a:defRPr>
            </a:lvl9pPr>
          </a:lstStyle>
          <a:p>
            <a:pPr algn="r">
              <a:defRPr sz="1050" b="1">
                <a:solidFill>
                  <a:srgbClr val="101456"/>
                </a:solidFill>
                <a:latin typeface="Malgun Gothic"/>
                <a:ea typeface="Malgun Gothic"/>
                <a:cs typeface="Malgun Gothic"/>
              </a:defRPr>
            </a:pPr>
            <a:r>
              <a:rPr sz="1050" b="1">
                <a:solidFill>
                  <a:srgbClr val="101456"/>
                </a:solidFill>
                <a:latin typeface="Malgun Gothic"/>
                <a:ea typeface="Malgun Gothic"/>
                <a:cs typeface="Malgun Gothic"/>
              </a:rPr>
              <a:t>04</a:t>
            </a:r>
          </a:p>
        </p:txBody>
      </p:sp>
      <p:graphicFrame>
        <p:nvGraphicFramePr>
          <p:cNvPr id="6" name="표 5">
            <a:extLst>
              <a:ext uri="{FF2B5EF4-FFF2-40B4-BE49-F238E27FC236}">
                <a16:creationId xmlns:a16="http://schemas.microsoft.com/office/drawing/2014/main" id="{89BAF862-366C-4457-B4E9-1142984E9DD0}"/>
              </a:ext>
            </a:extLst>
          </p:cNvPr>
          <p:cNvGraphicFramePr/>
          <p:nvPr/>
        </p:nvGraphicFramePr>
        <p:xfrm>
          <a:off x="590550" y="2057400"/>
          <a:ext cx="11010900" cy="3276600"/>
        </p:xfrm>
        <a:graphic>
          <a:graphicData uri="http://schemas.openxmlformats.org/drawingml/2006/table">
            <a:tbl>
              <a:tblPr/>
              <a:tblGrid>
                <a:gridCol w="2190750">
                  <a:extLst>
                    <a:ext uri="{9D8B030D-6E8A-4147-A177-3AD203B41FA5}">
                      <a16:colId xmlns:a16="http://schemas.microsoft.com/office/drawing/2014/main" val="20000"/>
                    </a:ext>
                  </a:extLst>
                </a:gridCol>
                <a:gridCol w="8820150">
                  <a:extLst>
                    <a:ext uri="{9D8B030D-6E8A-4147-A177-3AD203B41FA5}">
                      <a16:colId xmlns:a16="http://schemas.microsoft.com/office/drawing/2014/main" val="20001"/>
                    </a:ext>
                  </a:extLst>
                </a:gridCol>
              </a:tblGrid>
              <a:tr h="655320">
                <a:tc>
                  <a:txBody>
                    <a:bodyPr/>
                    <a:lstStyle/>
                    <a:p>
                      <a:pPr algn="l"/>
                      <a:r>
                        <a:rPr sz="1725" b="1">
                          <a:solidFill>
                            <a:srgbClr val="FFFFFF"/>
                          </a:solidFill>
                          <a:latin typeface="Malgun Gothic"/>
                          <a:ea typeface="Malgun Gothic"/>
                          <a:cs typeface="Malgun Gothic"/>
                        </a:rPr>
                        <a:t>확인할 점</a:t>
                      </a:r>
                    </a:p>
                  </a:txBody>
                  <a:tcPr anchor="ctr">
                    <a:lnL w="6668">
                      <a:solidFill>
                        <a:srgbClr val="DADDE5"/>
                      </a:solidFill>
                      <a:prstDash val="soli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725" b="1">
                          <a:solidFill>
                            <a:srgbClr val="FFFFFF"/>
                          </a:solidFill>
                          <a:latin typeface="Malgun Gothic"/>
                          <a:ea typeface="Malgun Gothic"/>
                          <a:cs typeface="Malgun Gothic"/>
                        </a:rPr>
                        <a:t>이번 수업의 진행 방법</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extLst>
                  <a:ext uri="{0D108BD9-81ED-4DB2-BD59-A6C34878D82A}">
                    <a16:rowId xmlns:a16="http://schemas.microsoft.com/office/drawing/2014/main" val="10000"/>
                  </a:ext>
                </a:extLst>
              </a:tr>
              <a:tr h="655320">
                <a:tc>
                  <a:txBody>
                    <a:bodyPr/>
                    <a:lstStyle/>
                    <a:p>
                      <a:pPr algn="l"/>
                      <a:r>
                        <a:rPr sz="1725" b="0">
                          <a:solidFill>
                            <a:srgbClr val="15171C"/>
                          </a:solidFill>
                          <a:latin typeface="Malgun Gothic"/>
                          <a:ea typeface="Malgun Gothic"/>
                          <a:cs typeface="Malgun Gothic"/>
                        </a:rPr>
                        <a:t>접근과 모델</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725" b="0">
                          <a:solidFill>
                            <a:srgbClr val="15171C"/>
                          </a:solidFill>
                          <a:latin typeface="Malgun Gothic"/>
                          <a:ea typeface="Malgun Gothic"/>
                          <a:cs typeface="Malgun Gothic"/>
                        </a:rPr>
                        <a:t>Free 데스크톱 접근은 순차 제공</a:t>
                      </a:r>
                    </a:p>
                    <a:p>
                      <a:pPr algn="l"/>
                      <a:r>
                        <a:rPr sz="1725" b="0">
                          <a:solidFill>
                            <a:srgbClr val="15171C"/>
                          </a:solidFill>
                          <a:latin typeface="Malgun Gothic"/>
                          <a:ea typeface="Malgun Gothic"/>
                          <a:cs typeface="Malgun Gothic"/>
                        </a:rPr>
                        <a:t>계정에서 실제 사용 가능한 Codex·모델 확인</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extLst>
                  <a:ext uri="{0D108BD9-81ED-4DB2-BD59-A6C34878D82A}">
                    <a16:rowId xmlns:a16="http://schemas.microsoft.com/office/drawing/2014/main" val="10001"/>
                  </a:ext>
                </a:extLst>
              </a:tr>
              <a:tr h="655320">
                <a:tc>
                  <a:txBody>
                    <a:bodyPr/>
                    <a:lstStyle/>
                    <a:p>
                      <a:pPr algn="l"/>
                      <a:r>
                        <a:rPr sz="1725" b="0">
                          <a:solidFill>
                            <a:srgbClr val="15171C"/>
                          </a:solidFill>
                          <a:latin typeface="Malgun Gothic"/>
                          <a:ea typeface="Malgun Gothic"/>
                          <a:cs typeface="Malgun Gothic"/>
                        </a:rPr>
                        <a:t>사용량 한도</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725" b="0">
                          <a:solidFill>
                            <a:srgbClr val="15171C"/>
                          </a:solidFill>
                          <a:latin typeface="Malgun Gothic"/>
                          <a:ea typeface="Malgun Gothic"/>
                          <a:cs typeface="Malgun Gothic"/>
                        </a:rPr>
                        <a:t>고정 요청 횟수나 3시간 연속 생성을 보장하지 않음</a:t>
                      </a:r>
                    </a:p>
                    <a:p>
                      <a:pPr algn="l"/>
                      <a:r>
                        <a:rPr sz="1725" b="0">
                          <a:solidFill>
                            <a:srgbClr val="15171C"/>
                          </a:solidFill>
                          <a:latin typeface="Malgun Gothic"/>
                          <a:ea typeface="Malgun Gothic"/>
                          <a:cs typeface="Malgun Gothic"/>
                        </a:rPr>
                        <a:t>짧게 요청하고 결과 확인 후 다음 단계 진행</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extLst>
                  <a:ext uri="{0D108BD9-81ED-4DB2-BD59-A6C34878D82A}">
                    <a16:rowId xmlns:a16="http://schemas.microsoft.com/office/drawing/2014/main" val="10002"/>
                  </a:ext>
                </a:extLst>
              </a:tr>
              <a:tr h="655320">
                <a:tc>
                  <a:txBody>
                    <a:bodyPr/>
                    <a:lstStyle/>
                    <a:p>
                      <a:pPr algn="l"/>
                      <a:r>
                        <a:rPr sz="1725" b="0">
                          <a:solidFill>
                            <a:srgbClr val="15171C"/>
                          </a:solidFill>
                          <a:latin typeface="Malgun Gothic"/>
                          <a:ea typeface="Malgun Gothic"/>
                          <a:cs typeface="Malgun Gothic"/>
                        </a:rPr>
                        <a:t>이미지 생성</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725" b="0">
                          <a:solidFill>
                            <a:srgbClr val="15171C"/>
                          </a:solidFill>
                          <a:latin typeface="Malgun Gothic"/>
                          <a:ea typeface="Malgun Gothic"/>
                          <a:cs typeface="Malgun Gothic"/>
                        </a:rPr>
                        <a:t>무료 플랜에서 이미지 생성 미제공</a:t>
                      </a:r>
                    </a:p>
                    <a:p>
                      <a:pPr algn="l"/>
                      <a:r>
                        <a:rPr sz="1725" b="0">
                          <a:solidFill>
                            <a:srgbClr val="15171C"/>
                          </a:solidFill>
                          <a:latin typeface="Malgun Gothic"/>
                          <a:ea typeface="Malgun Gothic"/>
                          <a:cs typeface="Malgun Gothic"/>
                        </a:rPr>
                        <a:t>글자·도형 카드뉴스와 PDF 인쇄로 구성</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extLst>
                  <a:ext uri="{0D108BD9-81ED-4DB2-BD59-A6C34878D82A}">
                    <a16:rowId xmlns:a16="http://schemas.microsoft.com/office/drawing/2014/main" val="10003"/>
                  </a:ext>
                </a:extLst>
              </a:tr>
              <a:tr h="655320">
                <a:tc>
                  <a:txBody>
                    <a:bodyPr/>
                    <a:lstStyle/>
                    <a:p>
                      <a:pPr algn="l"/>
                      <a:r>
                        <a:rPr sz="1725" b="0">
                          <a:solidFill>
                            <a:srgbClr val="15171C"/>
                          </a:solidFill>
                          <a:latin typeface="Malgun Gothic"/>
                          <a:ea typeface="Malgun Gothic"/>
                          <a:cs typeface="Malgun Gothic"/>
                        </a:rPr>
                        <a:t>비용과 연결</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725" b="0">
                          <a:solidFill>
                            <a:srgbClr val="15171C"/>
                          </a:solidFill>
                          <a:latin typeface="Malgun Gothic"/>
                          <a:ea typeface="Malgun Gothic"/>
                          <a:cs typeface="Malgun Gothic"/>
                        </a:rPr>
                        <a:t>API 키·유료 플러그인 없이 로컬 HTML·TXT 사용</a:t>
                      </a:r>
                    </a:p>
                    <a:p>
                      <a:pPr algn="l"/>
                      <a:r>
                        <a:rPr sz="1725" b="0">
                          <a:solidFill>
                            <a:srgbClr val="15171C"/>
                          </a:solidFill>
                          <a:latin typeface="Malgun Gothic"/>
                          <a:ea typeface="Malgun Gothic"/>
                          <a:cs typeface="Malgun Gothic"/>
                        </a:rPr>
                        <a:t>실시간 판매·ERP 연동은 이번 실습 범위에서 제외</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extLst>
                  <a:ext uri="{0D108BD9-81ED-4DB2-BD59-A6C34878D82A}">
                    <a16:rowId xmlns:a16="http://schemas.microsoft.com/office/drawing/2014/main" val="10004"/>
                  </a:ext>
                </a:extLst>
              </a:tr>
            </a:tbl>
          </a:graphicData>
        </a:graphic>
      </p:graphicFrame>
      <p:sp>
        <p:nvSpPr>
          <p:cNvPr id="7" name="session1-234">
            <a:extLst>
              <a:ext uri="{FF2B5EF4-FFF2-40B4-BE49-F238E27FC236}">
                <a16:creationId xmlns:a16="http://schemas.microsoft.com/office/drawing/2014/main" id="{A8E3957C-65EB-4F0D-ACD7-86905D3431E7}"/>
              </a:ext>
            </a:extLst>
          </p:cNvPr>
          <p:cNvSpPr>
            <a:spLocks noGrp="1"/>
          </p:cNvSpPr>
          <p:nvPr/>
        </p:nvSpPr>
        <p:spPr>
          <a:xfrm>
            <a:off x="609600" y="5648325"/>
            <a:ext cx="10839450" cy="419100"/>
          </a:xfrm>
          <a:prstGeom prst="rect">
            <a:avLst/>
          </a:prstGeom>
          <a:noFill/>
          <a:ln w="0">
            <a:noFill/>
          </a:ln>
        </p:spPr>
        <p:txBody>
          <a:bodyPr wrap="square" lIns="0" tIns="0" rIns="0" bIns="0" anchor="t">
            <a:noAutofit/>
          </a:bodyPr>
          <a:lstStyle>
            <a:defPPr algn="l">
              <a:defRPr sz="1725" b="1">
                <a:solidFill>
                  <a:srgbClr val="213EDB"/>
                </a:solidFill>
                <a:latin typeface="Malgun Gothic"/>
                <a:ea typeface="Malgun Gothic"/>
                <a:cs typeface="Malgun Gothic"/>
              </a:defRPr>
            </a:defPPr>
            <a:lvl1pPr algn="l">
              <a:defRPr sz="1725" b="1">
                <a:solidFill>
                  <a:srgbClr val="213EDB"/>
                </a:solidFill>
                <a:latin typeface="Malgun Gothic"/>
                <a:ea typeface="Malgun Gothic"/>
                <a:cs typeface="Malgun Gothic"/>
              </a:defRPr>
            </a:lvl1pPr>
            <a:lvl2pPr algn="l">
              <a:defRPr sz="1725" b="1">
                <a:solidFill>
                  <a:srgbClr val="213EDB"/>
                </a:solidFill>
                <a:latin typeface="Malgun Gothic"/>
                <a:ea typeface="Malgun Gothic"/>
                <a:cs typeface="Malgun Gothic"/>
              </a:defRPr>
            </a:lvl2pPr>
            <a:lvl3pPr algn="l">
              <a:defRPr sz="1725" b="1">
                <a:solidFill>
                  <a:srgbClr val="213EDB"/>
                </a:solidFill>
                <a:latin typeface="Malgun Gothic"/>
                <a:ea typeface="Malgun Gothic"/>
                <a:cs typeface="Malgun Gothic"/>
              </a:defRPr>
            </a:lvl3pPr>
            <a:lvl4pPr algn="l">
              <a:defRPr sz="1725" b="1">
                <a:solidFill>
                  <a:srgbClr val="213EDB"/>
                </a:solidFill>
                <a:latin typeface="Malgun Gothic"/>
                <a:ea typeface="Malgun Gothic"/>
                <a:cs typeface="Malgun Gothic"/>
              </a:defRPr>
            </a:lvl4pPr>
            <a:lvl5pPr algn="l">
              <a:defRPr sz="1725" b="1">
                <a:solidFill>
                  <a:srgbClr val="213EDB"/>
                </a:solidFill>
                <a:latin typeface="Malgun Gothic"/>
                <a:ea typeface="Malgun Gothic"/>
                <a:cs typeface="Malgun Gothic"/>
              </a:defRPr>
            </a:lvl5pPr>
            <a:lvl6pPr algn="l">
              <a:defRPr sz="1725" b="1">
                <a:solidFill>
                  <a:srgbClr val="213EDB"/>
                </a:solidFill>
                <a:latin typeface="Malgun Gothic"/>
                <a:ea typeface="Malgun Gothic"/>
                <a:cs typeface="Malgun Gothic"/>
              </a:defRPr>
            </a:lvl6pPr>
            <a:lvl7pPr algn="l">
              <a:defRPr sz="1725" b="1">
                <a:solidFill>
                  <a:srgbClr val="213EDB"/>
                </a:solidFill>
                <a:latin typeface="Malgun Gothic"/>
                <a:ea typeface="Malgun Gothic"/>
                <a:cs typeface="Malgun Gothic"/>
              </a:defRPr>
            </a:lvl7pPr>
            <a:lvl8pPr algn="l">
              <a:defRPr sz="1725" b="1">
                <a:solidFill>
                  <a:srgbClr val="213EDB"/>
                </a:solidFill>
                <a:latin typeface="Malgun Gothic"/>
                <a:ea typeface="Malgun Gothic"/>
                <a:cs typeface="Malgun Gothic"/>
              </a:defRPr>
            </a:lvl8pPr>
            <a:lvl9pPr algn="l">
              <a:defRPr sz="1725" b="1">
                <a:solidFill>
                  <a:srgbClr val="213EDB"/>
                </a:solidFill>
                <a:latin typeface="Malgun Gothic"/>
                <a:ea typeface="Malgun Gothic"/>
                <a:cs typeface="Malgun Gothic"/>
              </a:defRPr>
            </a:lvl9pPr>
          </a:lstStyle>
          <a:p>
            <a:pPr algn="l">
              <a:defRPr sz="1725" b="1">
                <a:solidFill>
                  <a:srgbClr val="213EDB"/>
                </a:solidFill>
                <a:latin typeface="Malgun Gothic"/>
                <a:ea typeface="Malgun Gothic"/>
                <a:cs typeface="Malgun Gothic"/>
              </a:defRPr>
            </a:pPr>
            <a:r>
              <a:rPr sz="1725" b="1">
                <a:solidFill>
                  <a:srgbClr val="213EDB"/>
                </a:solidFill>
                <a:latin typeface="Malgun Gothic"/>
                <a:ea typeface="Malgun Gothic"/>
                <a:cs typeface="Malgun Gothic"/>
              </a:rPr>
              <a:t>한도에 도달하면  배포된 example.html로 검산·문안 수정·짝 피드백을 이어갑니다.</a:t>
            </a:r>
          </a:p>
        </p:txBody>
      </p:sp>
      <p:sp>
        <p:nvSpPr>
          <p:cNvPr id="8" name="session1-235">
            <a:extLst>
              <a:ext uri="{FF2B5EF4-FFF2-40B4-BE49-F238E27FC236}">
                <a16:creationId xmlns:a16="http://schemas.microsoft.com/office/drawing/2014/main" id="{AA6ED27E-F0E3-4F0E-8DED-E47651AC720B}"/>
              </a:ext>
            </a:extLst>
          </p:cNvPr>
          <p:cNvSpPr>
            <a:spLocks noGrp="1"/>
          </p:cNvSpPr>
          <p:nvPr/>
        </p:nvSpPr>
        <p:spPr>
          <a:xfrm>
            <a:off x="609600" y="6124575"/>
            <a:ext cx="10858500" cy="266700"/>
          </a:xfrm>
          <a:prstGeom prst="rect">
            <a:avLst/>
          </a:prstGeom>
          <a:noFill/>
          <a:ln w="0">
            <a:noFill/>
          </a:ln>
        </p:spPr>
        <p:txBody>
          <a:bodyPr wrap="square" lIns="0" tIns="0" rIns="0" bIns="0" anchor="t">
            <a:noAutofit/>
          </a:bodyPr>
          <a:lstStyle>
            <a:defPPr algn="l">
              <a:defRPr sz="1350" b="0">
                <a:solidFill>
                  <a:srgbClr val="616773"/>
                </a:solidFill>
                <a:latin typeface="Malgun Gothic"/>
                <a:ea typeface="Malgun Gothic"/>
                <a:cs typeface="Malgun Gothic"/>
              </a:defRPr>
            </a:defPPr>
            <a:lvl1pPr algn="l">
              <a:defRPr sz="1350" b="0">
                <a:solidFill>
                  <a:srgbClr val="616773"/>
                </a:solidFill>
                <a:latin typeface="Malgun Gothic"/>
                <a:ea typeface="Malgun Gothic"/>
                <a:cs typeface="Malgun Gothic"/>
              </a:defRPr>
            </a:lvl1pPr>
            <a:lvl2pPr algn="l">
              <a:defRPr sz="1350" b="0">
                <a:solidFill>
                  <a:srgbClr val="616773"/>
                </a:solidFill>
                <a:latin typeface="Malgun Gothic"/>
                <a:ea typeface="Malgun Gothic"/>
                <a:cs typeface="Malgun Gothic"/>
              </a:defRPr>
            </a:lvl2pPr>
            <a:lvl3pPr algn="l">
              <a:defRPr sz="1350" b="0">
                <a:solidFill>
                  <a:srgbClr val="616773"/>
                </a:solidFill>
                <a:latin typeface="Malgun Gothic"/>
                <a:ea typeface="Malgun Gothic"/>
                <a:cs typeface="Malgun Gothic"/>
              </a:defRPr>
            </a:lvl3pPr>
            <a:lvl4pPr algn="l">
              <a:defRPr sz="1350" b="0">
                <a:solidFill>
                  <a:srgbClr val="616773"/>
                </a:solidFill>
                <a:latin typeface="Malgun Gothic"/>
                <a:ea typeface="Malgun Gothic"/>
                <a:cs typeface="Malgun Gothic"/>
              </a:defRPr>
            </a:lvl4pPr>
            <a:lvl5pPr algn="l">
              <a:defRPr sz="1350" b="0">
                <a:solidFill>
                  <a:srgbClr val="616773"/>
                </a:solidFill>
                <a:latin typeface="Malgun Gothic"/>
                <a:ea typeface="Malgun Gothic"/>
                <a:cs typeface="Malgun Gothic"/>
              </a:defRPr>
            </a:lvl5pPr>
            <a:lvl6pPr algn="l">
              <a:defRPr sz="1350" b="0">
                <a:solidFill>
                  <a:srgbClr val="616773"/>
                </a:solidFill>
                <a:latin typeface="Malgun Gothic"/>
                <a:ea typeface="Malgun Gothic"/>
                <a:cs typeface="Malgun Gothic"/>
              </a:defRPr>
            </a:lvl6pPr>
            <a:lvl7pPr algn="l">
              <a:defRPr sz="1350" b="0">
                <a:solidFill>
                  <a:srgbClr val="616773"/>
                </a:solidFill>
                <a:latin typeface="Malgun Gothic"/>
                <a:ea typeface="Malgun Gothic"/>
                <a:cs typeface="Malgun Gothic"/>
              </a:defRPr>
            </a:lvl7pPr>
            <a:lvl8pPr algn="l">
              <a:defRPr sz="1350" b="0">
                <a:solidFill>
                  <a:srgbClr val="616773"/>
                </a:solidFill>
                <a:latin typeface="Malgun Gothic"/>
                <a:ea typeface="Malgun Gothic"/>
                <a:cs typeface="Malgun Gothic"/>
              </a:defRPr>
            </a:lvl8pPr>
            <a:lvl9pPr algn="l">
              <a:defRPr sz="1350" b="0">
                <a:solidFill>
                  <a:srgbClr val="616773"/>
                </a:solidFill>
                <a:latin typeface="Malgun Gothic"/>
                <a:ea typeface="Malgun Gothic"/>
                <a:cs typeface="Malgun Gothic"/>
              </a:defRPr>
            </a:lvl9pPr>
          </a:lstStyle>
          <a:p>
            <a:pPr algn="l">
              <a:defRPr sz="1350" b="0">
                <a:solidFill>
                  <a:srgbClr val="616773"/>
                </a:solidFill>
                <a:latin typeface="Malgun Gothic"/>
                <a:ea typeface="Malgun Gothic"/>
                <a:cs typeface="Malgun Gothic"/>
              </a:defRPr>
            </a:pPr>
            <a:r>
              <a:rPr sz="1350" b="0">
                <a:solidFill>
                  <a:srgbClr val="616773"/>
                </a:solidFill>
                <a:latin typeface="Malgun Gothic"/>
                <a:ea typeface="Malgun Gothic"/>
                <a:cs typeface="Malgun Gothic"/>
              </a:rPr>
              <a:t>수업 전 계정 로그인·작은 파일 수정·남은 사용량을 직접 확인하세요.</a:t>
            </a:r>
          </a:p>
        </p:txBody>
      </p:sp>
    </p:spTree>
    <p:extLst>
      <p:ext uri="{BB962C8B-B14F-4D97-AF65-F5344CB8AC3E}">
        <p14:creationId xmlns:p14="http://schemas.microsoft.com/office/powerpoint/2010/main" val="247782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session1-236">
            <a:extLst>
              <a:ext uri="{FF2B5EF4-FFF2-40B4-BE49-F238E27FC236}">
                <a16:creationId xmlns:a16="http://schemas.microsoft.com/office/drawing/2014/main" id="{E22B7043-1731-45B9-852B-5E2B868D61FE}"/>
              </a:ext>
            </a:extLst>
          </p:cNvPr>
          <p:cNvSpPr>
            <a:spLocks noGrp="1"/>
          </p:cNvSpPr>
          <p:nvPr/>
        </p:nvSpPr>
        <p:spPr>
          <a:xfrm>
            <a:off x="590550" y="295275"/>
            <a:ext cx="9715500" cy="228600"/>
          </a:xfrm>
          <a:prstGeom prst="rect">
            <a:avLst/>
          </a:prstGeom>
          <a:noFill/>
          <a:ln w="0">
            <a:noFill/>
          </a:ln>
        </p:spPr>
        <p:txBody>
          <a:bodyPr wrap="square" lIns="0" tIns="0" rIns="0" bIns="0" anchor="t">
            <a:noAutofit/>
          </a:bodyPr>
          <a:lstStyle>
            <a:defPPr algn="l">
              <a:defRPr sz="1050" b="0">
                <a:solidFill>
                  <a:srgbClr val="616773"/>
                </a:solidFill>
                <a:latin typeface="Malgun Gothic"/>
                <a:ea typeface="Malgun Gothic"/>
                <a:cs typeface="Malgun Gothic"/>
              </a:defRPr>
            </a:defPPr>
            <a:lvl1pPr algn="l">
              <a:defRPr sz="1050" b="0">
                <a:solidFill>
                  <a:srgbClr val="616773"/>
                </a:solidFill>
                <a:latin typeface="Malgun Gothic"/>
                <a:ea typeface="Malgun Gothic"/>
                <a:cs typeface="Malgun Gothic"/>
              </a:defRPr>
            </a:lvl1pPr>
            <a:lvl2pPr algn="l">
              <a:defRPr sz="1050" b="0">
                <a:solidFill>
                  <a:srgbClr val="616773"/>
                </a:solidFill>
                <a:latin typeface="Malgun Gothic"/>
                <a:ea typeface="Malgun Gothic"/>
                <a:cs typeface="Malgun Gothic"/>
              </a:defRPr>
            </a:lvl2pPr>
            <a:lvl3pPr algn="l">
              <a:defRPr sz="1050" b="0">
                <a:solidFill>
                  <a:srgbClr val="616773"/>
                </a:solidFill>
                <a:latin typeface="Malgun Gothic"/>
                <a:ea typeface="Malgun Gothic"/>
                <a:cs typeface="Malgun Gothic"/>
              </a:defRPr>
            </a:lvl3pPr>
            <a:lvl4pPr algn="l">
              <a:defRPr sz="1050" b="0">
                <a:solidFill>
                  <a:srgbClr val="616773"/>
                </a:solidFill>
                <a:latin typeface="Malgun Gothic"/>
                <a:ea typeface="Malgun Gothic"/>
                <a:cs typeface="Malgun Gothic"/>
              </a:defRPr>
            </a:lvl4pPr>
            <a:lvl5pPr algn="l">
              <a:defRPr sz="1050" b="0">
                <a:solidFill>
                  <a:srgbClr val="616773"/>
                </a:solidFill>
                <a:latin typeface="Malgun Gothic"/>
                <a:ea typeface="Malgun Gothic"/>
                <a:cs typeface="Malgun Gothic"/>
              </a:defRPr>
            </a:lvl5pPr>
            <a:lvl6pPr algn="l">
              <a:defRPr sz="1050" b="0">
                <a:solidFill>
                  <a:srgbClr val="616773"/>
                </a:solidFill>
                <a:latin typeface="Malgun Gothic"/>
                <a:ea typeface="Malgun Gothic"/>
                <a:cs typeface="Malgun Gothic"/>
              </a:defRPr>
            </a:lvl6pPr>
            <a:lvl7pPr algn="l">
              <a:defRPr sz="1050" b="0">
                <a:solidFill>
                  <a:srgbClr val="616773"/>
                </a:solidFill>
                <a:latin typeface="Malgun Gothic"/>
                <a:ea typeface="Malgun Gothic"/>
                <a:cs typeface="Malgun Gothic"/>
              </a:defRPr>
            </a:lvl7pPr>
            <a:lvl8pPr algn="l">
              <a:defRPr sz="1050" b="0">
                <a:solidFill>
                  <a:srgbClr val="616773"/>
                </a:solidFill>
                <a:latin typeface="Malgun Gothic"/>
                <a:ea typeface="Malgun Gothic"/>
                <a:cs typeface="Malgun Gothic"/>
              </a:defRPr>
            </a:lvl8pPr>
            <a:lvl9pPr algn="l">
              <a:defRPr sz="1050" b="0">
                <a:solidFill>
                  <a:srgbClr val="616773"/>
                </a:solidFill>
                <a:latin typeface="Malgun Gothic"/>
                <a:ea typeface="Malgun Gothic"/>
                <a:cs typeface="Malgun Gothic"/>
              </a:defRPr>
            </a:lvl9pPr>
          </a:lstStyle>
          <a:p>
            <a:pPr algn="l">
              <a:defRPr sz="1050" b="0">
                <a:solidFill>
                  <a:srgbClr val="616773"/>
                </a:solidFill>
                <a:latin typeface="Malgun Gothic"/>
                <a:ea typeface="Malgun Gothic"/>
                <a:cs typeface="Malgun Gothic"/>
              </a:defRPr>
            </a:pPr>
            <a:r>
              <a:rPr sz="1050" b="0">
                <a:solidFill>
                  <a:srgbClr val="616773"/>
                </a:solidFill>
                <a:latin typeface="Malgun Gothic"/>
                <a:ea typeface="Malgun Gothic"/>
                <a:cs typeface="Malgun Gothic"/>
              </a:rPr>
              <a:t>블록 01 · 학습자 작성 양식</a:t>
            </a:r>
          </a:p>
        </p:txBody>
      </p:sp>
      <p:sp>
        <p:nvSpPr>
          <p:cNvPr id="2" name="session1-237">
            <a:extLst>
              <a:ext uri="{FF2B5EF4-FFF2-40B4-BE49-F238E27FC236}">
                <a16:creationId xmlns:a16="http://schemas.microsoft.com/office/drawing/2014/main" id="{02A30B23-21AB-44F1-A5DC-973752A458A6}"/>
              </a:ext>
            </a:extLst>
          </p:cNvPr>
          <p:cNvSpPr>
            <a:spLocks noGrp="1"/>
          </p:cNvSpPr>
          <p:nvPr/>
        </p:nvSpPr>
        <p:spPr>
          <a:xfrm>
            <a:off x="571500" y="742950"/>
            <a:ext cx="11049000" cy="609600"/>
          </a:xfrm>
          <a:prstGeom prst="rect">
            <a:avLst/>
          </a:prstGeom>
          <a:noFill/>
          <a:ln w="0">
            <a:noFill/>
          </a:ln>
        </p:spPr>
        <p:txBody>
          <a:bodyPr wrap="square" lIns="0" tIns="0" rIns="0" bIns="0" anchor="t">
            <a:noAutofit/>
          </a:bodyPr>
          <a:lstStyle>
            <a:defPPr algn="l">
              <a:defRPr sz="3000" b="1">
                <a:solidFill>
                  <a:srgbClr val="15171C"/>
                </a:solidFill>
                <a:latin typeface="Malgun Gothic"/>
                <a:ea typeface="Malgun Gothic"/>
                <a:cs typeface="Malgun Gothic"/>
              </a:defRPr>
            </a:defPPr>
            <a:lvl1pPr algn="l">
              <a:defRPr sz="3000" b="1">
                <a:solidFill>
                  <a:srgbClr val="15171C"/>
                </a:solidFill>
                <a:latin typeface="Malgun Gothic"/>
                <a:ea typeface="Malgun Gothic"/>
                <a:cs typeface="Malgun Gothic"/>
              </a:defRPr>
            </a:lvl1pPr>
            <a:lvl2pPr algn="l">
              <a:defRPr sz="3000" b="1">
                <a:solidFill>
                  <a:srgbClr val="15171C"/>
                </a:solidFill>
                <a:latin typeface="Malgun Gothic"/>
                <a:ea typeface="Malgun Gothic"/>
                <a:cs typeface="Malgun Gothic"/>
              </a:defRPr>
            </a:lvl2pPr>
            <a:lvl3pPr algn="l">
              <a:defRPr sz="3000" b="1">
                <a:solidFill>
                  <a:srgbClr val="15171C"/>
                </a:solidFill>
                <a:latin typeface="Malgun Gothic"/>
                <a:ea typeface="Malgun Gothic"/>
                <a:cs typeface="Malgun Gothic"/>
              </a:defRPr>
            </a:lvl3pPr>
            <a:lvl4pPr algn="l">
              <a:defRPr sz="3000" b="1">
                <a:solidFill>
                  <a:srgbClr val="15171C"/>
                </a:solidFill>
                <a:latin typeface="Malgun Gothic"/>
                <a:ea typeface="Malgun Gothic"/>
                <a:cs typeface="Malgun Gothic"/>
              </a:defRPr>
            </a:lvl4pPr>
            <a:lvl5pPr algn="l">
              <a:defRPr sz="3000" b="1">
                <a:solidFill>
                  <a:srgbClr val="15171C"/>
                </a:solidFill>
                <a:latin typeface="Malgun Gothic"/>
                <a:ea typeface="Malgun Gothic"/>
                <a:cs typeface="Malgun Gothic"/>
              </a:defRPr>
            </a:lvl5pPr>
            <a:lvl6pPr algn="l">
              <a:defRPr sz="3000" b="1">
                <a:solidFill>
                  <a:srgbClr val="15171C"/>
                </a:solidFill>
                <a:latin typeface="Malgun Gothic"/>
                <a:ea typeface="Malgun Gothic"/>
                <a:cs typeface="Malgun Gothic"/>
              </a:defRPr>
            </a:lvl6pPr>
            <a:lvl7pPr algn="l">
              <a:defRPr sz="3000" b="1">
                <a:solidFill>
                  <a:srgbClr val="15171C"/>
                </a:solidFill>
                <a:latin typeface="Malgun Gothic"/>
                <a:ea typeface="Malgun Gothic"/>
                <a:cs typeface="Malgun Gothic"/>
              </a:defRPr>
            </a:lvl7pPr>
            <a:lvl8pPr algn="l">
              <a:defRPr sz="3000" b="1">
                <a:solidFill>
                  <a:srgbClr val="15171C"/>
                </a:solidFill>
                <a:latin typeface="Malgun Gothic"/>
                <a:ea typeface="Malgun Gothic"/>
                <a:cs typeface="Malgun Gothic"/>
              </a:defRPr>
            </a:lvl8pPr>
            <a:lvl9pPr algn="l">
              <a:defRPr sz="3000" b="1">
                <a:solidFill>
                  <a:srgbClr val="15171C"/>
                </a:solidFill>
                <a:latin typeface="Malgun Gothic"/>
                <a:ea typeface="Malgun Gothic"/>
                <a:cs typeface="Malgun Gothic"/>
              </a:defRPr>
            </a:lvl9pPr>
          </a:lstStyle>
          <a:p>
            <a:pPr algn="l">
              <a:defRPr sz="3000" b="1">
                <a:solidFill>
                  <a:srgbClr val="15171C"/>
                </a:solidFill>
                <a:latin typeface="Malgun Gothic"/>
                <a:ea typeface="Malgun Gothic"/>
                <a:cs typeface="Malgun Gothic"/>
              </a:defRPr>
            </a:pPr>
            <a:r>
              <a:rPr sz="3000" b="1" dirty="0" err="1">
                <a:solidFill>
                  <a:srgbClr val="15171C"/>
                </a:solidFill>
                <a:latin typeface="Malgun Gothic"/>
                <a:ea typeface="Malgun Gothic"/>
                <a:cs typeface="Malgun Gothic"/>
              </a:rPr>
              <a:t>컨텍스트는</a:t>
            </a:r>
            <a:r>
              <a:rPr sz="3000" b="1" dirty="0">
                <a:solidFill>
                  <a:srgbClr val="15171C"/>
                </a:solidFill>
                <a:latin typeface="Malgun Gothic"/>
                <a:ea typeface="Malgun Gothic"/>
                <a:cs typeface="Malgun Gothic"/>
              </a:rPr>
              <a:t> </a:t>
            </a:r>
            <a:r>
              <a:rPr sz="3000" b="1" dirty="0" err="1">
                <a:solidFill>
                  <a:srgbClr val="15171C"/>
                </a:solidFill>
                <a:latin typeface="Malgun Gothic"/>
                <a:ea typeface="Malgun Gothic"/>
                <a:cs typeface="Malgun Gothic"/>
              </a:rPr>
              <a:t>AI가</a:t>
            </a:r>
            <a:r>
              <a:rPr sz="3000" b="1" dirty="0">
                <a:solidFill>
                  <a:srgbClr val="15171C"/>
                </a:solidFill>
                <a:latin typeface="Malgun Gothic"/>
                <a:ea typeface="Malgun Gothic"/>
                <a:cs typeface="Malgun Gothic"/>
              </a:rPr>
              <a:t> </a:t>
            </a:r>
            <a:r>
              <a:rPr sz="3000" b="1" dirty="0" err="1">
                <a:solidFill>
                  <a:srgbClr val="15171C"/>
                </a:solidFill>
                <a:latin typeface="Malgun Gothic"/>
                <a:ea typeface="Malgun Gothic"/>
                <a:cs typeface="Malgun Gothic"/>
              </a:rPr>
              <a:t>일할</a:t>
            </a:r>
            <a:r>
              <a:rPr sz="3000" b="1" dirty="0">
                <a:solidFill>
                  <a:srgbClr val="15171C"/>
                </a:solidFill>
                <a:latin typeface="Malgun Gothic"/>
                <a:ea typeface="Malgun Gothic"/>
                <a:cs typeface="Malgun Gothic"/>
              </a:rPr>
              <a:t> </a:t>
            </a:r>
            <a:r>
              <a:rPr sz="3000" b="1" dirty="0" err="1">
                <a:solidFill>
                  <a:srgbClr val="15171C"/>
                </a:solidFill>
                <a:latin typeface="Malgun Gothic"/>
                <a:ea typeface="Malgun Gothic"/>
                <a:cs typeface="Malgun Gothic"/>
              </a:rPr>
              <a:t>상황과</a:t>
            </a:r>
            <a:r>
              <a:rPr sz="3000" b="1" dirty="0">
                <a:solidFill>
                  <a:srgbClr val="15171C"/>
                </a:solidFill>
                <a:latin typeface="Malgun Gothic"/>
                <a:ea typeface="Malgun Gothic"/>
                <a:cs typeface="Malgun Gothic"/>
              </a:rPr>
              <a:t> </a:t>
            </a:r>
            <a:r>
              <a:rPr sz="3000" b="1" dirty="0" err="1">
                <a:solidFill>
                  <a:srgbClr val="15171C"/>
                </a:solidFill>
                <a:latin typeface="Malgun Gothic"/>
                <a:ea typeface="Malgun Gothic"/>
                <a:cs typeface="Malgun Gothic"/>
              </a:rPr>
              <a:t>기준입니다</a:t>
            </a:r>
            <a:endParaRPr sz="3000" b="1" dirty="0">
              <a:solidFill>
                <a:srgbClr val="15171C"/>
              </a:solidFill>
              <a:latin typeface="Malgun Gothic"/>
              <a:ea typeface="Malgun Gothic"/>
              <a:cs typeface="Malgun Gothic"/>
            </a:endParaRPr>
          </a:p>
        </p:txBody>
      </p:sp>
      <p:sp>
        <p:nvSpPr>
          <p:cNvPr id="3" name="session1-238">
            <a:extLst>
              <a:ext uri="{FF2B5EF4-FFF2-40B4-BE49-F238E27FC236}">
                <a16:creationId xmlns:a16="http://schemas.microsoft.com/office/drawing/2014/main" id="{F494DBA4-E6F5-41E1-80AB-C1FBE644FFE8}"/>
              </a:ext>
            </a:extLst>
          </p:cNvPr>
          <p:cNvSpPr>
            <a:spLocks noGrp="1"/>
          </p:cNvSpPr>
          <p:nvPr/>
        </p:nvSpPr>
        <p:spPr>
          <a:xfrm>
            <a:off x="590550" y="1390650"/>
            <a:ext cx="10953750" cy="409575"/>
          </a:xfrm>
          <a:prstGeom prst="rect">
            <a:avLst/>
          </a:prstGeom>
          <a:noFill/>
          <a:ln w="0">
            <a:noFill/>
          </a:ln>
        </p:spPr>
        <p:txBody>
          <a:bodyPr wrap="square" lIns="0" tIns="0" rIns="0" bIns="0" anchor="t">
            <a:noAutofit/>
          </a:bodyPr>
          <a:lstStyle>
            <a:defPPr algn="l">
              <a:defRPr sz="1575" b="0">
                <a:solidFill>
                  <a:srgbClr val="616773"/>
                </a:solidFill>
                <a:latin typeface="Malgun Gothic"/>
                <a:ea typeface="Malgun Gothic"/>
                <a:cs typeface="Malgun Gothic"/>
              </a:defRPr>
            </a:defPPr>
            <a:lvl1pPr algn="l">
              <a:defRPr sz="1575" b="0">
                <a:solidFill>
                  <a:srgbClr val="616773"/>
                </a:solidFill>
                <a:latin typeface="Malgun Gothic"/>
                <a:ea typeface="Malgun Gothic"/>
                <a:cs typeface="Malgun Gothic"/>
              </a:defRPr>
            </a:lvl1pPr>
            <a:lvl2pPr algn="l">
              <a:defRPr sz="1575" b="0">
                <a:solidFill>
                  <a:srgbClr val="616773"/>
                </a:solidFill>
                <a:latin typeface="Malgun Gothic"/>
                <a:ea typeface="Malgun Gothic"/>
                <a:cs typeface="Malgun Gothic"/>
              </a:defRPr>
            </a:lvl2pPr>
            <a:lvl3pPr algn="l">
              <a:defRPr sz="1575" b="0">
                <a:solidFill>
                  <a:srgbClr val="616773"/>
                </a:solidFill>
                <a:latin typeface="Malgun Gothic"/>
                <a:ea typeface="Malgun Gothic"/>
                <a:cs typeface="Malgun Gothic"/>
              </a:defRPr>
            </a:lvl3pPr>
            <a:lvl4pPr algn="l">
              <a:defRPr sz="1575" b="0">
                <a:solidFill>
                  <a:srgbClr val="616773"/>
                </a:solidFill>
                <a:latin typeface="Malgun Gothic"/>
                <a:ea typeface="Malgun Gothic"/>
                <a:cs typeface="Malgun Gothic"/>
              </a:defRPr>
            </a:lvl4pPr>
            <a:lvl5pPr algn="l">
              <a:defRPr sz="1575" b="0">
                <a:solidFill>
                  <a:srgbClr val="616773"/>
                </a:solidFill>
                <a:latin typeface="Malgun Gothic"/>
                <a:ea typeface="Malgun Gothic"/>
                <a:cs typeface="Malgun Gothic"/>
              </a:defRPr>
            </a:lvl5pPr>
            <a:lvl6pPr algn="l">
              <a:defRPr sz="1575" b="0">
                <a:solidFill>
                  <a:srgbClr val="616773"/>
                </a:solidFill>
                <a:latin typeface="Malgun Gothic"/>
                <a:ea typeface="Malgun Gothic"/>
                <a:cs typeface="Malgun Gothic"/>
              </a:defRPr>
            </a:lvl6pPr>
            <a:lvl7pPr algn="l">
              <a:defRPr sz="1575" b="0">
                <a:solidFill>
                  <a:srgbClr val="616773"/>
                </a:solidFill>
                <a:latin typeface="Malgun Gothic"/>
                <a:ea typeface="Malgun Gothic"/>
                <a:cs typeface="Malgun Gothic"/>
              </a:defRPr>
            </a:lvl7pPr>
            <a:lvl8pPr algn="l">
              <a:defRPr sz="1575" b="0">
                <a:solidFill>
                  <a:srgbClr val="616773"/>
                </a:solidFill>
                <a:latin typeface="Malgun Gothic"/>
                <a:ea typeface="Malgun Gothic"/>
                <a:cs typeface="Malgun Gothic"/>
              </a:defRPr>
            </a:lvl8pPr>
            <a:lvl9pPr algn="l">
              <a:defRPr sz="1575" b="0">
                <a:solidFill>
                  <a:srgbClr val="616773"/>
                </a:solidFill>
                <a:latin typeface="Malgun Gothic"/>
                <a:ea typeface="Malgun Gothic"/>
                <a:cs typeface="Malgun Gothic"/>
              </a:defRPr>
            </a:lvl9pPr>
          </a:lstStyle>
          <a:p>
            <a:pPr algn="l">
              <a:defRPr sz="1575" b="0">
                <a:solidFill>
                  <a:srgbClr val="616773"/>
                </a:solidFill>
                <a:latin typeface="Malgun Gothic"/>
                <a:ea typeface="Malgun Gothic"/>
                <a:cs typeface="Malgun Gothic"/>
              </a:defRPr>
            </a:pPr>
            <a:r>
              <a:rPr sz="1575" b="0" dirty="0" err="1">
                <a:solidFill>
                  <a:srgbClr val="616773"/>
                </a:solidFill>
                <a:latin typeface="Malgun Gothic"/>
                <a:ea typeface="Malgun Gothic"/>
                <a:cs typeface="Malgun Gothic"/>
              </a:rPr>
              <a:t>직무명만</a:t>
            </a:r>
            <a:r>
              <a:rPr sz="1575" b="0" dirty="0">
                <a:solidFill>
                  <a:srgbClr val="616773"/>
                </a:solidFill>
                <a:latin typeface="Malgun Gothic"/>
                <a:ea typeface="Malgun Gothic"/>
                <a:cs typeface="Malgun Gothic"/>
              </a:rPr>
              <a:t> </a:t>
            </a:r>
            <a:r>
              <a:rPr sz="1575" b="0" dirty="0" err="1">
                <a:solidFill>
                  <a:srgbClr val="616773"/>
                </a:solidFill>
                <a:latin typeface="Malgun Gothic"/>
                <a:ea typeface="Malgun Gothic"/>
                <a:cs typeface="Malgun Gothic"/>
              </a:rPr>
              <a:t>바꾸지</a:t>
            </a:r>
            <a:r>
              <a:rPr sz="1575" b="0" dirty="0">
                <a:solidFill>
                  <a:srgbClr val="616773"/>
                </a:solidFill>
                <a:latin typeface="Malgun Gothic"/>
                <a:ea typeface="Malgun Gothic"/>
                <a:cs typeface="Malgun Gothic"/>
              </a:rPr>
              <a:t> </a:t>
            </a:r>
            <a:r>
              <a:rPr sz="1575" b="0" dirty="0" err="1">
                <a:solidFill>
                  <a:srgbClr val="616773"/>
                </a:solidFill>
                <a:latin typeface="Malgun Gothic"/>
                <a:ea typeface="Malgun Gothic"/>
                <a:cs typeface="Malgun Gothic"/>
              </a:rPr>
              <a:t>말고</a:t>
            </a:r>
            <a:r>
              <a:rPr sz="1575" b="0" dirty="0">
                <a:solidFill>
                  <a:srgbClr val="616773"/>
                </a:solidFill>
                <a:latin typeface="Malgun Gothic"/>
                <a:ea typeface="Malgun Gothic"/>
                <a:cs typeface="Malgun Gothic"/>
              </a:rPr>
              <a:t> </a:t>
            </a:r>
            <a:r>
              <a:rPr sz="1575" b="0" dirty="0" err="1">
                <a:solidFill>
                  <a:srgbClr val="616773"/>
                </a:solidFill>
                <a:latin typeface="Malgun Gothic"/>
                <a:ea typeface="Malgun Gothic"/>
                <a:cs typeface="Malgun Gothic"/>
              </a:rPr>
              <a:t>기간·단위·모르는</a:t>
            </a:r>
            <a:r>
              <a:rPr sz="1575" b="0" dirty="0">
                <a:solidFill>
                  <a:srgbClr val="616773"/>
                </a:solidFill>
                <a:latin typeface="Malgun Gothic"/>
                <a:ea typeface="Malgun Gothic"/>
                <a:cs typeface="Malgun Gothic"/>
              </a:rPr>
              <a:t> </a:t>
            </a:r>
            <a:r>
              <a:rPr sz="1575" b="0" dirty="0" err="1">
                <a:solidFill>
                  <a:srgbClr val="616773"/>
                </a:solidFill>
                <a:latin typeface="Malgun Gothic"/>
                <a:ea typeface="Malgun Gothic"/>
                <a:cs typeface="Malgun Gothic"/>
              </a:rPr>
              <a:t>정보·공유</a:t>
            </a:r>
            <a:r>
              <a:rPr sz="1575" b="0" dirty="0">
                <a:solidFill>
                  <a:srgbClr val="616773"/>
                </a:solidFill>
                <a:latin typeface="Malgun Gothic"/>
                <a:ea typeface="Malgun Gothic"/>
                <a:cs typeface="Malgun Gothic"/>
              </a:rPr>
              <a:t> </a:t>
            </a:r>
            <a:r>
              <a:rPr sz="1575" b="0" dirty="0" err="1">
                <a:solidFill>
                  <a:srgbClr val="616773"/>
                </a:solidFill>
                <a:latin typeface="Malgun Gothic"/>
                <a:ea typeface="Malgun Gothic"/>
                <a:cs typeface="Malgun Gothic"/>
              </a:rPr>
              <a:t>범위를</a:t>
            </a:r>
            <a:r>
              <a:rPr sz="1575" b="0" dirty="0">
                <a:solidFill>
                  <a:srgbClr val="616773"/>
                </a:solidFill>
                <a:latin typeface="Malgun Gothic"/>
                <a:ea typeface="Malgun Gothic"/>
                <a:cs typeface="Malgun Gothic"/>
              </a:rPr>
              <a:t> </a:t>
            </a:r>
            <a:r>
              <a:rPr sz="1575" b="0" dirty="0" err="1">
                <a:solidFill>
                  <a:srgbClr val="616773"/>
                </a:solidFill>
                <a:latin typeface="Malgun Gothic"/>
                <a:ea typeface="Malgun Gothic"/>
                <a:cs typeface="Malgun Gothic"/>
              </a:rPr>
              <a:t>함께</a:t>
            </a:r>
            <a:r>
              <a:rPr sz="1575" b="0" dirty="0">
                <a:solidFill>
                  <a:srgbClr val="616773"/>
                </a:solidFill>
                <a:latin typeface="Malgun Gothic"/>
                <a:ea typeface="Malgun Gothic"/>
                <a:cs typeface="Malgun Gothic"/>
              </a:rPr>
              <a:t> </a:t>
            </a:r>
            <a:r>
              <a:rPr sz="1575" b="0" dirty="0" err="1">
                <a:solidFill>
                  <a:srgbClr val="616773"/>
                </a:solidFill>
                <a:latin typeface="Malgun Gothic"/>
                <a:ea typeface="Malgun Gothic"/>
                <a:cs typeface="Malgun Gothic"/>
              </a:rPr>
              <a:t>적습니다</a:t>
            </a:r>
            <a:r>
              <a:rPr sz="1575" b="0" dirty="0">
                <a:solidFill>
                  <a:srgbClr val="616773"/>
                </a:solidFill>
                <a:latin typeface="Malgun Gothic"/>
                <a:ea typeface="Malgun Gothic"/>
                <a:cs typeface="Malgun Gothic"/>
              </a:rPr>
              <a:t>.</a:t>
            </a:r>
          </a:p>
        </p:txBody>
      </p:sp>
      <p:sp>
        <p:nvSpPr>
          <p:cNvPr id="4" name="session1-239">
            <a:extLst>
              <a:ext uri="{FF2B5EF4-FFF2-40B4-BE49-F238E27FC236}">
                <a16:creationId xmlns:a16="http://schemas.microsoft.com/office/drawing/2014/main" id="{11D10855-08CC-4AB8-80C3-3EA82FC4D1C9}"/>
              </a:ext>
            </a:extLst>
          </p:cNvPr>
          <p:cNvSpPr>
            <a:spLocks noGrp="1"/>
          </p:cNvSpPr>
          <p:nvPr/>
        </p:nvSpPr>
        <p:spPr>
          <a:xfrm>
            <a:off x="590550" y="6477000"/>
            <a:ext cx="2857500" cy="180975"/>
          </a:xfrm>
          <a:prstGeom prst="rect">
            <a:avLst/>
          </a:prstGeom>
          <a:noFill/>
          <a:ln w="0">
            <a:noFill/>
          </a:ln>
        </p:spPr>
        <p:txBody>
          <a:bodyPr wrap="square" lIns="0" tIns="0" rIns="0" bIns="0" anchor="t">
            <a:noAutofit/>
          </a:bodyPr>
          <a:lstStyle>
            <a:defPPr algn="l">
              <a:defRPr sz="900" b="0">
                <a:solidFill>
                  <a:srgbClr val="616773"/>
                </a:solidFill>
                <a:latin typeface="Malgun Gothic"/>
                <a:ea typeface="Malgun Gothic"/>
                <a:cs typeface="Malgun Gothic"/>
              </a:defRPr>
            </a:defPPr>
            <a:lvl1pPr algn="l">
              <a:defRPr sz="900" b="0">
                <a:solidFill>
                  <a:srgbClr val="616773"/>
                </a:solidFill>
                <a:latin typeface="Malgun Gothic"/>
                <a:ea typeface="Malgun Gothic"/>
                <a:cs typeface="Malgun Gothic"/>
              </a:defRPr>
            </a:lvl1pPr>
            <a:lvl2pPr algn="l">
              <a:defRPr sz="900" b="0">
                <a:solidFill>
                  <a:srgbClr val="616773"/>
                </a:solidFill>
                <a:latin typeface="Malgun Gothic"/>
                <a:ea typeface="Malgun Gothic"/>
                <a:cs typeface="Malgun Gothic"/>
              </a:defRPr>
            </a:lvl2pPr>
            <a:lvl3pPr algn="l">
              <a:defRPr sz="900" b="0">
                <a:solidFill>
                  <a:srgbClr val="616773"/>
                </a:solidFill>
                <a:latin typeface="Malgun Gothic"/>
                <a:ea typeface="Malgun Gothic"/>
                <a:cs typeface="Malgun Gothic"/>
              </a:defRPr>
            </a:lvl3pPr>
            <a:lvl4pPr algn="l">
              <a:defRPr sz="900" b="0">
                <a:solidFill>
                  <a:srgbClr val="616773"/>
                </a:solidFill>
                <a:latin typeface="Malgun Gothic"/>
                <a:ea typeface="Malgun Gothic"/>
                <a:cs typeface="Malgun Gothic"/>
              </a:defRPr>
            </a:lvl4pPr>
            <a:lvl5pPr algn="l">
              <a:defRPr sz="900" b="0">
                <a:solidFill>
                  <a:srgbClr val="616773"/>
                </a:solidFill>
                <a:latin typeface="Malgun Gothic"/>
                <a:ea typeface="Malgun Gothic"/>
                <a:cs typeface="Malgun Gothic"/>
              </a:defRPr>
            </a:lvl5pPr>
            <a:lvl6pPr algn="l">
              <a:defRPr sz="900" b="0">
                <a:solidFill>
                  <a:srgbClr val="616773"/>
                </a:solidFill>
                <a:latin typeface="Malgun Gothic"/>
                <a:ea typeface="Malgun Gothic"/>
                <a:cs typeface="Malgun Gothic"/>
              </a:defRPr>
            </a:lvl6pPr>
            <a:lvl7pPr algn="l">
              <a:defRPr sz="900" b="0">
                <a:solidFill>
                  <a:srgbClr val="616773"/>
                </a:solidFill>
                <a:latin typeface="Malgun Gothic"/>
                <a:ea typeface="Malgun Gothic"/>
                <a:cs typeface="Malgun Gothic"/>
              </a:defRPr>
            </a:lvl7pPr>
            <a:lvl8pPr algn="l">
              <a:defRPr sz="900" b="0">
                <a:solidFill>
                  <a:srgbClr val="616773"/>
                </a:solidFill>
                <a:latin typeface="Malgun Gothic"/>
                <a:ea typeface="Malgun Gothic"/>
                <a:cs typeface="Malgun Gothic"/>
              </a:defRPr>
            </a:lvl8pPr>
            <a:lvl9pPr algn="l">
              <a:defRPr sz="900" b="0">
                <a:solidFill>
                  <a:srgbClr val="616773"/>
                </a:solidFill>
                <a:latin typeface="Malgun Gothic"/>
                <a:ea typeface="Malgun Gothic"/>
                <a:cs typeface="Malgun Gothic"/>
              </a:defRPr>
            </a:lvl9pPr>
          </a:lstStyle>
          <a:p>
            <a:pPr algn="l">
              <a:defRPr sz="900" b="0">
                <a:solidFill>
                  <a:srgbClr val="616773"/>
                </a:solidFill>
                <a:latin typeface="Malgun Gothic"/>
                <a:ea typeface="Malgun Gothic"/>
                <a:cs typeface="Malgun Gothic"/>
              </a:defRPr>
            </a:pPr>
            <a:r>
              <a:rPr sz="900" b="0">
                <a:solidFill>
                  <a:srgbClr val="616773"/>
                </a:solidFill>
                <a:latin typeface="Malgun Gothic"/>
                <a:ea typeface="Malgun Gothic"/>
                <a:cs typeface="Malgun Gothic"/>
              </a:rPr>
              <a:t>An Eun Kyoung</a:t>
            </a:r>
          </a:p>
        </p:txBody>
      </p:sp>
      <p:sp>
        <p:nvSpPr>
          <p:cNvPr id="5" name="session1-240">
            <a:extLst>
              <a:ext uri="{FF2B5EF4-FFF2-40B4-BE49-F238E27FC236}">
                <a16:creationId xmlns:a16="http://schemas.microsoft.com/office/drawing/2014/main" id="{052B813B-7CAB-45E8-AE7F-5B13FF8E4677}"/>
              </a:ext>
            </a:extLst>
          </p:cNvPr>
          <p:cNvSpPr>
            <a:spLocks noGrp="1"/>
          </p:cNvSpPr>
          <p:nvPr/>
        </p:nvSpPr>
        <p:spPr>
          <a:xfrm>
            <a:off x="11144250" y="6438900"/>
            <a:ext cx="457200" cy="228600"/>
          </a:xfrm>
          <a:prstGeom prst="rect">
            <a:avLst/>
          </a:prstGeom>
          <a:noFill/>
          <a:ln w="0">
            <a:noFill/>
          </a:ln>
        </p:spPr>
        <p:txBody>
          <a:bodyPr wrap="square" lIns="0" tIns="0" rIns="0" bIns="0" anchor="t">
            <a:noAutofit/>
          </a:bodyPr>
          <a:lstStyle>
            <a:defPPr algn="r">
              <a:defRPr sz="1050" b="1">
                <a:solidFill>
                  <a:srgbClr val="101456"/>
                </a:solidFill>
                <a:latin typeface="Malgun Gothic"/>
                <a:ea typeface="Malgun Gothic"/>
                <a:cs typeface="Malgun Gothic"/>
              </a:defRPr>
            </a:defPPr>
            <a:lvl1pPr algn="r">
              <a:defRPr sz="1050" b="1">
                <a:solidFill>
                  <a:srgbClr val="101456"/>
                </a:solidFill>
                <a:latin typeface="Malgun Gothic"/>
                <a:ea typeface="Malgun Gothic"/>
                <a:cs typeface="Malgun Gothic"/>
              </a:defRPr>
            </a:lvl1pPr>
            <a:lvl2pPr algn="r">
              <a:defRPr sz="1050" b="1">
                <a:solidFill>
                  <a:srgbClr val="101456"/>
                </a:solidFill>
                <a:latin typeface="Malgun Gothic"/>
                <a:ea typeface="Malgun Gothic"/>
                <a:cs typeface="Malgun Gothic"/>
              </a:defRPr>
            </a:lvl2pPr>
            <a:lvl3pPr algn="r">
              <a:defRPr sz="1050" b="1">
                <a:solidFill>
                  <a:srgbClr val="101456"/>
                </a:solidFill>
                <a:latin typeface="Malgun Gothic"/>
                <a:ea typeface="Malgun Gothic"/>
                <a:cs typeface="Malgun Gothic"/>
              </a:defRPr>
            </a:lvl3pPr>
            <a:lvl4pPr algn="r">
              <a:defRPr sz="1050" b="1">
                <a:solidFill>
                  <a:srgbClr val="101456"/>
                </a:solidFill>
                <a:latin typeface="Malgun Gothic"/>
                <a:ea typeface="Malgun Gothic"/>
                <a:cs typeface="Malgun Gothic"/>
              </a:defRPr>
            </a:lvl4pPr>
            <a:lvl5pPr algn="r">
              <a:defRPr sz="1050" b="1">
                <a:solidFill>
                  <a:srgbClr val="101456"/>
                </a:solidFill>
                <a:latin typeface="Malgun Gothic"/>
                <a:ea typeface="Malgun Gothic"/>
                <a:cs typeface="Malgun Gothic"/>
              </a:defRPr>
            </a:lvl5pPr>
            <a:lvl6pPr algn="r">
              <a:defRPr sz="1050" b="1">
                <a:solidFill>
                  <a:srgbClr val="101456"/>
                </a:solidFill>
                <a:latin typeface="Malgun Gothic"/>
                <a:ea typeface="Malgun Gothic"/>
                <a:cs typeface="Malgun Gothic"/>
              </a:defRPr>
            </a:lvl6pPr>
            <a:lvl7pPr algn="r">
              <a:defRPr sz="1050" b="1">
                <a:solidFill>
                  <a:srgbClr val="101456"/>
                </a:solidFill>
                <a:latin typeface="Malgun Gothic"/>
                <a:ea typeface="Malgun Gothic"/>
                <a:cs typeface="Malgun Gothic"/>
              </a:defRPr>
            </a:lvl7pPr>
            <a:lvl8pPr algn="r">
              <a:defRPr sz="1050" b="1">
                <a:solidFill>
                  <a:srgbClr val="101456"/>
                </a:solidFill>
                <a:latin typeface="Malgun Gothic"/>
                <a:ea typeface="Malgun Gothic"/>
                <a:cs typeface="Malgun Gothic"/>
              </a:defRPr>
            </a:lvl8pPr>
            <a:lvl9pPr algn="r">
              <a:defRPr sz="1050" b="1">
                <a:solidFill>
                  <a:srgbClr val="101456"/>
                </a:solidFill>
                <a:latin typeface="Malgun Gothic"/>
                <a:ea typeface="Malgun Gothic"/>
                <a:cs typeface="Malgun Gothic"/>
              </a:defRPr>
            </a:lvl9pPr>
          </a:lstStyle>
          <a:p>
            <a:pPr algn="r">
              <a:defRPr sz="1050" b="1">
                <a:solidFill>
                  <a:srgbClr val="101456"/>
                </a:solidFill>
                <a:latin typeface="Malgun Gothic"/>
                <a:ea typeface="Malgun Gothic"/>
                <a:cs typeface="Malgun Gothic"/>
              </a:defRPr>
            </a:pPr>
            <a:r>
              <a:rPr sz="1050" b="1">
                <a:solidFill>
                  <a:srgbClr val="101456"/>
                </a:solidFill>
                <a:latin typeface="Malgun Gothic"/>
                <a:ea typeface="Malgun Gothic"/>
                <a:cs typeface="Malgun Gothic"/>
              </a:rPr>
              <a:t>05</a:t>
            </a:r>
          </a:p>
        </p:txBody>
      </p:sp>
      <p:graphicFrame>
        <p:nvGraphicFramePr>
          <p:cNvPr id="6" name="표 5">
            <a:extLst>
              <a:ext uri="{FF2B5EF4-FFF2-40B4-BE49-F238E27FC236}">
                <a16:creationId xmlns:a16="http://schemas.microsoft.com/office/drawing/2014/main" id="{337A97FA-BB5B-4EE5-A5E3-818E1D9F7D20}"/>
              </a:ext>
            </a:extLst>
          </p:cNvPr>
          <p:cNvGraphicFramePr/>
          <p:nvPr/>
        </p:nvGraphicFramePr>
        <p:xfrm>
          <a:off x="590550" y="1990725"/>
          <a:ext cx="11010900" cy="3438526"/>
        </p:xfrm>
        <a:graphic>
          <a:graphicData uri="http://schemas.openxmlformats.org/drawingml/2006/table">
            <a:tbl>
              <a:tblPr/>
              <a:tblGrid>
                <a:gridCol w="2476500">
                  <a:extLst>
                    <a:ext uri="{9D8B030D-6E8A-4147-A177-3AD203B41FA5}">
                      <a16:colId xmlns:a16="http://schemas.microsoft.com/office/drawing/2014/main" val="20000"/>
                    </a:ext>
                  </a:extLst>
                </a:gridCol>
                <a:gridCol w="8534400">
                  <a:extLst>
                    <a:ext uri="{9D8B030D-6E8A-4147-A177-3AD203B41FA5}">
                      <a16:colId xmlns:a16="http://schemas.microsoft.com/office/drawing/2014/main" val="20001"/>
                    </a:ext>
                  </a:extLst>
                </a:gridCol>
              </a:tblGrid>
              <a:tr h="491218">
                <a:tc>
                  <a:txBody>
                    <a:bodyPr/>
                    <a:lstStyle/>
                    <a:p>
                      <a:pPr algn="l"/>
                      <a:r>
                        <a:rPr sz="1650" b="1">
                          <a:solidFill>
                            <a:srgbClr val="FFFFFF"/>
                          </a:solidFill>
                          <a:latin typeface="Malgun Gothic"/>
                          <a:ea typeface="Malgun Gothic"/>
                          <a:cs typeface="Malgun Gothic"/>
                        </a:rPr>
                        <a:t>항목</a:t>
                      </a:r>
                    </a:p>
                  </a:txBody>
                  <a:tcPr anchor="ctr">
                    <a:lnL w="6668">
                      <a:solidFill>
                        <a:srgbClr val="DADDE5"/>
                      </a:solidFill>
                      <a:prstDash val="soli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650" b="1">
                          <a:solidFill>
                            <a:srgbClr val="FFFFFF"/>
                          </a:solidFill>
                          <a:latin typeface="Malgun Gothic"/>
                          <a:ea typeface="Malgun Gothic"/>
                          <a:cs typeface="Malgun Gothic"/>
                        </a:rPr>
                        <a:t>내가 입력할 내용</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extLst>
                  <a:ext uri="{0D108BD9-81ED-4DB2-BD59-A6C34878D82A}">
                    <a16:rowId xmlns:a16="http://schemas.microsoft.com/office/drawing/2014/main" val="10000"/>
                  </a:ext>
                </a:extLst>
              </a:tr>
              <a:tr h="491218">
                <a:tc>
                  <a:txBody>
                    <a:bodyPr/>
                    <a:lstStyle/>
                    <a:p>
                      <a:pPr algn="l"/>
                      <a:r>
                        <a:rPr sz="1650" b="0" dirty="0">
                          <a:solidFill>
                            <a:srgbClr val="15171C"/>
                          </a:solidFill>
                          <a:latin typeface="Malgun Gothic"/>
                          <a:ea typeface="Malgun Gothic"/>
                          <a:cs typeface="Malgun Gothic"/>
                        </a:rPr>
                        <a:t>내 </a:t>
                      </a:r>
                      <a:r>
                        <a:rPr sz="1650" b="0" dirty="0" err="1">
                          <a:solidFill>
                            <a:srgbClr val="15171C"/>
                          </a:solidFill>
                          <a:latin typeface="Malgun Gothic"/>
                          <a:ea typeface="Malgun Gothic"/>
                          <a:cs typeface="Malgun Gothic"/>
                        </a:rPr>
                        <a:t>역할과</a:t>
                      </a:r>
                      <a:r>
                        <a:rPr sz="1650" b="0" dirty="0">
                          <a:solidFill>
                            <a:srgbClr val="15171C"/>
                          </a:solidFill>
                          <a:latin typeface="Malgun Gothic"/>
                          <a:ea typeface="Malgun Gothic"/>
                          <a:cs typeface="Malgun Gothic"/>
                        </a:rPr>
                        <a:t> </a:t>
                      </a:r>
                      <a:r>
                        <a:rPr sz="1650" b="0" dirty="0" err="1">
                          <a:solidFill>
                            <a:srgbClr val="15171C"/>
                          </a:solidFill>
                          <a:latin typeface="Malgun Gothic"/>
                          <a:ea typeface="Malgun Gothic"/>
                          <a:cs typeface="Malgun Gothic"/>
                        </a:rPr>
                        <a:t>문제</a:t>
                      </a:r>
                      <a:endParaRPr sz="1650" b="0" dirty="0">
                        <a:solidFill>
                          <a:srgbClr val="15171C"/>
                        </a:solidFill>
                        <a:latin typeface="Malgun Gothic"/>
                        <a:ea typeface="Malgun Gothic"/>
                        <a:cs typeface="Malgun Gothic"/>
                      </a:endParaRP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650" b="0">
                          <a:solidFill>
                            <a:srgbClr val="15171C"/>
                          </a:solidFill>
                          <a:latin typeface="Malgun Gothic"/>
                          <a:ea typeface="Malgun Gothic"/>
                          <a:cs typeface="Malgun Gothic"/>
                        </a:rPr>
                        <a:t>나는 __________이며, __________을 결정하려 한다.</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extLst>
                  <a:ext uri="{0D108BD9-81ED-4DB2-BD59-A6C34878D82A}">
                    <a16:rowId xmlns:a16="http://schemas.microsoft.com/office/drawing/2014/main" val="10001"/>
                  </a:ext>
                </a:extLst>
              </a:tr>
              <a:tr h="491218">
                <a:tc>
                  <a:txBody>
                    <a:bodyPr/>
                    <a:lstStyle/>
                    <a:p>
                      <a:pPr algn="l"/>
                      <a:r>
                        <a:rPr sz="1650" b="0" dirty="0" err="1">
                          <a:solidFill>
                            <a:srgbClr val="15171C"/>
                          </a:solidFill>
                          <a:latin typeface="Malgun Gothic"/>
                          <a:ea typeface="Malgun Gothic"/>
                          <a:cs typeface="Malgun Gothic"/>
                        </a:rPr>
                        <a:t>자료와</a:t>
                      </a:r>
                      <a:r>
                        <a:rPr sz="1650" b="0" dirty="0">
                          <a:solidFill>
                            <a:srgbClr val="15171C"/>
                          </a:solidFill>
                          <a:latin typeface="Malgun Gothic"/>
                          <a:ea typeface="Malgun Gothic"/>
                          <a:cs typeface="Malgun Gothic"/>
                        </a:rPr>
                        <a:t> </a:t>
                      </a:r>
                      <a:r>
                        <a:rPr sz="1650" b="0" dirty="0" err="1">
                          <a:solidFill>
                            <a:srgbClr val="15171C"/>
                          </a:solidFill>
                          <a:latin typeface="Malgun Gothic"/>
                          <a:ea typeface="Malgun Gothic"/>
                          <a:cs typeface="Malgun Gothic"/>
                        </a:rPr>
                        <a:t>집계</a:t>
                      </a:r>
                      <a:r>
                        <a:rPr sz="1650" b="0" dirty="0">
                          <a:solidFill>
                            <a:srgbClr val="15171C"/>
                          </a:solidFill>
                          <a:latin typeface="Malgun Gothic"/>
                          <a:ea typeface="Malgun Gothic"/>
                          <a:cs typeface="Malgun Gothic"/>
                        </a:rPr>
                        <a:t> </a:t>
                      </a:r>
                      <a:r>
                        <a:rPr sz="1650" b="0" dirty="0" err="1">
                          <a:solidFill>
                            <a:srgbClr val="15171C"/>
                          </a:solidFill>
                          <a:latin typeface="Malgun Gothic"/>
                          <a:ea typeface="Malgun Gothic"/>
                          <a:cs typeface="Malgun Gothic"/>
                        </a:rPr>
                        <a:t>단위</a:t>
                      </a:r>
                      <a:endParaRPr sz="1650" b="0" dirty="0">
                        <a:solidFill>
                          <a:srgbClr val="15171C"/>
                        </a:solidFill>
                        <a:latin typeface="Malgun Gothic"/>
                        <a:ea typeface="Malgun Gothic"/>
                        <a:cs typeface="Malgun Gothic"/>
                      </a:endParaRP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650" b="0">
                          <a:solidFill>
                            <a:srgbClr val="15171C"/>
                          </a:solidFill>
                          <a:latin typeface="Malgun Gothic"/>
                          <a:ea typeface="Malgun Gothic"/>
                          <a:cs typeface="Malgun Gothic"/>
                        </a:rPr>
                        <a:t>기간 ______ / 한 행의 의미 ______ / 단위·분모 ______</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extLst>
                  <a:ext uri="{0D108BD9-81ED-4DB2-BD59-A6C34878D82A}">
                    <a16:rowId xmlns:a16="http://schemas.microsoft.com/office/drawing/2014/main" val="10002"/>
                  </a:ext>
                </a:extLst>
              </a:tr>
              <a:tr h="491218">
                <a:tc>
                  <a:txBody>
                    <a:bodyPr/>
                    <a:lstStyle/>
                    <a:p>
                      <a:pPr algn="l"/>
                      <a:r>
                        <a:rPr sz="1650" b="0">
                          <a:solidFill>
                            <a:srgbClr val="15171C"/>
                          </a:solidFill>
                          <a:latin typeface="Malgun Gothic"/>
                          <a:ea typeface="Malgun Gothic"/>
                          <a:cs typeface="Malgun Gothic"/>
                        </a:rPr>
                        <a:t>확인된 조건</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650" b="0">
                          <a:solidFill>
                            <a:srgbClr val="15171C"/>
                          </a:solidFill>
                          <a:latin typeface="Malgun Gothic"/>
                          <a:ea typeface="Malgun Gothic"/>
                          <a:cs typeface="Malgun Gothic"/>
                        </a:rPr>
                        <a:t>원자료로 확인한 사실 __________________________</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extLst>
                  <a:ext uri="{0D108BD9-81ED-4DB2-BD59-A6C34878D82A}">
                    <a16:rowId xmlns:a16="http://schemas.microsoft.com/office/drawing/2014/main" val="10003"/>
                  </a:ext>
                </a:extLst>
              </a:tr>
              <a:tr h="491218">
                <a:tc>
                  <a:txBody>
                    <a:bodyPr/>
                    <a:lstStyle/>
                    <a:p>
                      <a:pPr algn="l"/>
                      <a:r>
                        <a:rPr sz="1650" b="0" dirty="0" err="1">
                          <a:solidFill>
                            <a:srgbClr val="15171C"/>
                          </a:solidFill>
                          <a:latin typeface="Malgun Gothic"/>
                          <a:ea typeface="Malgun Gothic"/>
                          <a:cs typeface="Malgun Gothic"/>
                        </a:rPr>
                        <a:t>모르는</a:t>
                      </a:r>
                      <a:r>
                        <a:rPr sz="1650" b="0" dirty="0">
                          <a:solidFill>
                            <a:srgbClr val="15171C"/>
                          </a:solidFill>
                          <a:latin typeface="Malgun Gothic"/>
                          <a:ea typeface="Malgun Gothic"/>
                          <a:cs typeface="Malgun Gothic"/>
                        </a:rPr>
                        <a:t> </a:t>
                      </a:r>
                      <a:r>
                        <a:rPr sz="1650" b="0" dirty="0" err="1">
                          <a:solidFill>
                            <a:srgbClr val="15171C"/>
                          </a:solidFill>
                          <a:latin typeface="Malgun Gothic"/>
                          <a:ea typeface="Malgun Gothic"/>
                          <a:cs typeface="Malgun Gothic"/>
                        </a:rPr>
                        <a:t>정보</a:t>
                      </a:r>
                      <a:endParaRPr sz="1650" b="0" dirty="0">
                        <a:solidFill>
                          <a:srgbClr val="15171C"/>
                        </a:solidFill>
                        <a:latin typeface="Malgun Gothic"/>
                        <a:ea typeface="Malgun Gothic"/>
                        <a:cs typeface="Malgun Gothic"/>
                      </a:endParaRP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650" b="0">
                          <a:solidFill>
                            <a:srgbClr val="15171C"/>
                          </a:solidFill>
                          <a:latin typeface="Malgun Gothic"/>
                          <a:ea typeface="Malgun Gothic"/>
                          <a:cs typeface="Malgun Gothic"/>
                        </a:rPr>
                        <a:t>확인 필요 _________________________________</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extLst>
                  <a:ext uri="{0D108BD9-81ED-4DB2-BD59-A6C34878D82A}">
                    <a16:rowId xmlns:a16="http://schemas.microsoft.com/office/drawing/2014/main" val="10004"/>
                  </a:ext>
                </a:extLst>
              </a:tr>
              <a:tr h="491218">
                <a:tc>
                  <a:txBody>
                    <a:bodyPr/>
                    <a:lstStyle/>
                    <a:p>
                      <a:pPr algn="l"/>
                      <a:r>
                        <a:rPr sz="1650" b="0" dirty="0" err="1">
                          <a:solidFill>
                            <a:srgbClr val="15171C"/>
                          </a:solidFill>
                          <a:latin typeface="Malgun Gothic"/>
                          <a:ea typeface="Malgun Gothic"/>
                          <a:cs typeface="Malgun Gothic"/>
                        </a:rPr>
                        <a:t>원하는</a:t>
                      </a:r>
                      <a:r>
                        <a:rPr sz="1650" b="0" dirty="0">
                          <a:solidFill>
                            <a:srgbClr val="15171C"/>
                          </a:solidFill>
                          <a:latin typeface="Malgun Gothic"/>
                          <a:ea typeface="Malgun Gothic"/>
                          <a:cs typeface="Malgun Gothic"/>
                        </a:rPr>
                        <a:t> </a:t>
                      </a:r>
                      <a:r>
                        <a:rPr sz="1650" b="0" dirty="0" err="1">
                          <a:solidFill>
                            <a:srgbClr val="15171C"/>
                          </a:solidFill>
                          <a:latin typeface="Malgun Gothic"/>
                          <a:ea typeface="Malgun Gothic"/>
                          <a:cs typeface="Malgun Gothic"/>
                        </a:rPr>
                        <a:t>결과물</a:t>
                      </a:r>
                      <a:endParaRPr sz="1650" b="0" dirty="0">
                        <a:solidFill>
                          <a:srgbClr val="15171C"/>
                        </a:solidFill>
                        <a:latin typeface="Malgun Gothic"/>
                        <a:ea typeface="Malgun Gothic"/>
                        <a:cs typeface="Malgun Gothic"/>
                      </a:endParaRP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650" b="0">
                          <a:solidFill>
                            <a:srgbClr val="15171C"/>
                          </a:solidFill>
                          <a:latin typeface="Malgun Gothic"/>
                          <a:ea typeface="Malgun Gothic"/>
                          <a:cs typeface="Malgun Gothic"/>
                        </a:rPr>
                        <a:t>대시보드 핵심 지표 2개 + 한 장 기획안 + 4장 문안</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extLst>
                  <a:ext uri="{0D108BD9-81ED-4DB2-BD59-A6C34878D82A}">
                    <a16:rowId xmlns:a16="http://schemas.microsoft.com/office/drawing/2014/main" val="10005"/>
                  </a:ext>
                </a:extLst>
              </a:tr>
              <a:tr h="491218">
                <a:tc>
                  <a:txBody>
                    <a:bodyPr/>
                    <a:lstStyle/>
                    <a:p>
                      <a:pPr algn="l"/>
                      <a:r>
                        <a:rPr sz="1650" b="0" dirty="0" err="1">
                          <a:solidFill>
                            <a:srgbClr val="15171C"/>
                          </a:solidFill>
                          <a:latin typeface="Malgun Gothic"/>
                          <a:ea typeface="Malgun Gothic"/>
                          <a:cs typeface="Malgun Gothic"/>
                        </a:rPr>
                        <a:t>검토와</a:t>
                      </a:r>
                      <a:r>
                        <a:rPr sz="1650" b="0" dirty="0">
                          <a:solidFill>
                            <a:srgbClr val="15171C"/>
                          </a:solidFill>
                          <a:latin typeface="Malgun Gothic"/>
                          <a:ea typeface="Malgun Gothic"/>
                          <a:cs typeface="Malgun Gothic"/>
                        </a:rPr>
                        <a:t> </a:t>
                      </a:r>
                      <a:r>
                        <a:rPr sz="1650" b="0" dirty="0" err="1">
                          <a:solidFill>
                            <a:srgbClr val="15171C"/>
                          </a:solidFill>
                          <a:latin typeface="Malgun Gothic"/>
                          <a:ea typeface="Malgun Gothic"/>
                          <a:cs typeface="Malgun Gothic"/>
                        </a:rPr>
                        <a:t>공유</a:t>
                      </a:r>
                      <a:r>
                        <a:rPr sz="1650" b="0" dirty="0">
                          <a:solidFill>
                            <a:srgbClr val="15171C"/>
                          </a:solidFill>
                          <a:latin typeface="Malgun Gothic"/>
                          <a:ea typeface="Malgun Gothic"/>
                          <a:cs typeface="Malgun Gothic"/>
                        </a:rPr>
                        <a:t> </a:t>
                      </a:r>
                      <a:r>
                        <a:rPr sz="1650" b="0" dirty="0" err="1">
                          <a:solidFill>
                            <a:srgbClr val="15171C"/>
                          </a:solidFill>
                          <a:latin typeface="Malgun Gothic"/>
                          <a:ea typeface="Malgun Gothic"/>
                          <a:cs typeface="Malgun Gothic"/>
                        </a:rPr>
                        <a:t>범위</a:t>
                      </a:r>
                      <a:endParaRPr sz="1650" b="0" dirty="0">
                        <a:solidFill>
                          <a:srgbClr val="15171C"/>
                        </a:solidFill>
                        <a:latin typeface="Malgun Gothic"/>
                        <a:ea typeface="Malgun Gothic"/>
                        <a:cs typeface="Malgun Gothic"/>
                      </a:endParaRP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650" b="0" dirty="0" err="1">
                          <a:solidFill>
                            <a:srgbClr val="15171C"/>
                          </a:solidFill>
                          <a:latin typeface="Malgun Gothic"/>
                          <a:ea typeface="Malgun Gothic"/>
                          <a:cs typeface="Malgun Gothic"/>
                        </a:rPr>
                        <a:t>직접</a:t>
                      </a:r>
                      <a:r>
                        <a:rPr sz="1650" b="0" dirty="0">
                          <a:solidFill>
                            <a:srgbClr val="15171C"/>
                          </a:solidFill>
                          <a:latin typeface="Malgun Gothic"/>
                          <a:ea typeface="Malgun Gothic"/>
                          <a:cs typeface="Malgun Gothic"/>
                        </a:rPr>
                        <a:t> </a:t>
                      </a:r>
                      <a:r>
                        <a:rPr sz="1650" b="0" dirty="0" err="1">
                          <a:solidFill>
                            <a:srgbClr val="15171C"/>
                          </a:solidFill>
                          <a:latin typeface="Malgun Gothic"/>
                          <a:ea typeface="Malgun Gothic"/>
                          <a:cs typeface="Malgun Gothic"/>
                        </a:rPr>
                        <a:t>확인할</a:t>
                      </a:r>
                      <a:r>
                        <a:rPr sz="1650" b="0" dirty="0">
                          <a:solidFill>
                            <a:srgbClr val="15171C"/>
                          </a:solidFill>
                          <a:latin typeface="Malgun Gothic"/>
                          <a:ea typeface="Malgun Gothic"/>
                          <a:cs typeface="Malgun Gothic"/>
                        </a:rPr>
                        <a:t> 값 ______ / </a:t>
                      </a:r>
                      <a:r>
                        <a:rPr sz="1650" b="0" dirty="0" err="1">
                          <a:solidFill>
                            <a:srgbClr val="15171C"/>
                          </a:solidFill>
                          <a:latin typeface="Malgun Gothic"/>
                          <a:ea typeface="Malgun Gothic"/>
                          <a:cs typeface="Malgun Gothic"/>
                        </a:rPr>
                        <a:t>외부에</a:t>
                      </a:r>
                      <a:r>
                        <a:rPr sz="1650" b="0" dirty="0">
                          <a:solidFill>
                            <a:srgbClr val="15171C"/>
                          </a:solidFill>
                          <a:latin typeface="Malgun Gothic"/>
                          <a:ea typeface="Malgun Gothic"/>
                          <a:cs typeface="Malgun Gothic"/>
                        </a:rPr>
                        <a:t> </a:t>
                      </a:r>
                      <a:r>
                        <a:rPr sz="1650" b="0" dirty="0" err="1">
                          <a:solidFill>
                            <a:srgbClr val="15171C"/>
                          </a:solidFill>
                          <a:latin typeface="Malgun Gothic"/>
                          <a:ea typeface="Malgun Gothic"/>
                          <a:cs typeface="Malgun Gothic"/>
                        </a:rPr>
                        <a:t>넣지</a:t>
                      </a:r>
                      <a:r>
                        <a:rPr sz="1650" b="0" dirty="0">
                          <a:solidFill>
                            <a:srgbClr val="15171C"/>
                          </a:solidFill>
                          <a:latin typeface="Malgun Gothic"/>
                          <a:ea typeface="Malgun Gothic"/>
                          <a:cs typeface="Malgun Gothic"/>
                        </a:rPr>
                        <a:t> </a:t>
                      </a:r>
                      <a:r>
                        <a:rPr sz="1650" b="0" dirty="0" err="1">
                          <a:solidFill>
                            <a:srgbClr val="15171C"/>
                          </a:solidFill>
                          <a:latin typeface="Malgun Gothic"/>
                          <a:ea typeface="Malgun Gothic"/>
                          <a:cs typeface="Malgun Gothic"/>
                        </a:rPr>
                        <a:t>않을</a:t>
                      </a:r>
                      <a:r>
                        <a:rPr sz="1650" b="0" dirty="0">
                          <a:solidFill>
                            <a:srgbClr val="15171C"/>
                          </a:solidFill>
                          <a:latin typeface="Malgun Gothic"/>
                          <a:ea typeface="Malgun Gothic"/>
                          <a:cs typeface="Malgun Gothic"/>
                        </a:rPr>
                        <a:t> </a:t>
                      </a:r>
                      <a:r>
                        <a:rPr sz="1650" b="0" dirty="0" err="1">
                          <a:solidFill>
                            <a:srgbClr val="15171C"/>
                          </a:solidFill>
                          <a:latin typeface="Malgun Gothic"/>
                          <a:ea typeface="Malgun Gothic"/>
                          <a:cs typeface="Malgun Gothic"/>
                        </a:rPr>
                        <a:t>정보</a:t>
                      </a:r>
                      <a:r>
                        <a:rPr sz="1650" b="0" dirty="0">
                          <a:solidFill>
                            <a:srgbClr val="15171C"/>
                          </a:solidFill>
                          <a:latin typeface="Malgun Gothic"/>
                          <a:ea typeface="Malgun Gothic"/>
                          <a:cs typeface="Malgun Gothic"/>
                        </a:rPr>
                        <a:t> ______</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extLst>
                  <a:ext uri="{0D108BD9-81ED-4DB2-BD59-A6C34878D82A}">
                    <a16:rowId xmlns:a16="http://schemas.microsoft.com/office/drawing/2014/main" val="10006"/>
                  </a:ext>
                </a:extLst>
              </a:tr>
            </a:tbl>
          </a:graphicData>
        </a:graphic>
      </p:graphicFrame>
      <p:sp>
        <p:nvSpPr>
          <p:cNvPr id="7" name="session1-241">
            <a:extLst>
              <a:ext uri="{FF2B5EF4-FFF2-40B4-BE49-F238E27FC236}">
                <a16:creationId xmlns:a16="http://schemas.microsoft.com/office/drawing/2014/main" id="{7FB70065-6A3D-4339-B45E-B0C4673EAEF2}"/>
              </a:ext>
            </a:extLst>
          </p:cNvPr>
          <p:cNvSpPr>
            <a:spLocks noGrp="1"/>
          </p:cNvSpPr>
          <p:nvPr/>
        </p:nvSpPr>
        <p:spPr>
          <a:xfrm>
            <a:off x="609600" y="5781675"/>
            <a:ext cx="10858500" cy="476250"/>
          </a:xfrm>
          <a:prstGeom prst="rect">
            <a:avLst/>
          </a:prstGeom>
          <a:noFill/>
          <a:ln w="0">
            <a:noFill/>
          </a:ln>
        </p:spPr>
        <p:txBody>
          <a:bodyPr wrap="square" lIns="0" tIns="0" rIns="0" bIns="0" anchor="t">
            <a:noAutofit/>
          </a:bodyPr>
          <a:lstStyle>
            <a:defPPr algn="l">
              <a:defRPr sz="1725" b="1">
                <a:solidFill>
                  <a:srgbClr val="101456"/>
                </a:solidFill>
                <a:latin typeface="Malgun Gothic"/>
                <a:ea typeface="Malgun Gothic"/>
                <a:cs typeface="Malgun Gothic"/>
              </a:defRPr>
            </a:defPPr>
            <a:lvl1pPr algn="l">
              <a:defRPr sz="1725" b="1">
                <a:solidFill>
                  <a:srgbClr val="101456"/>
                </a:solidFill>
                <a:latin typeface="Malgun Gothic"/>
                <a:ea typeface="Malgun Gothic"/>
                <a:cs typeface="Malgun Gothic"/>
              </a:defRPr>
            </a:lvl1pPr>
            <a:lvl2pPr algn="l">
              <a:defRPr sz="1725" b="1">
                <a:solidFill>
                  <a:srgbClr val="101456"/>
                </a:solidFill>
                <a:latin typeface="Malgun Gothic"/>
                <a:ea typeface="Malgun Gothic"/>
                <a:cs typeface="Malgun Gothic"/>
              </a:defRPr>
            </a:lvl2pPr>
            <a:lvl3pPr algn="l">
              <a:defRPr sz="1725" b="1">
                <a:solidFill>
                  <a:srgbClr val="101456"/>
                </a:solidFill>
                <a:latin typeface="Malgun Gothic"/>
                <a:ea typeface="Malgun Gothic"/>
                <a:cs typeface="Malgun Gothic"/>
              </a:defRPr>
            </a:lvl3pPr>
            <a:lvl4pPr algn="l">
              <a:defRPr sz="1725" b="1">
                <a:solidFill>
                  <a:srgbClr val="101456"/>
                </a:solidFill>
                <a:latin typeface="Malgun Gothic"/>
                <a:ea typeface="Malgun Gothic"/>
                <a:cs typeface="Malgun Gothic"/>
              </a:defRPr>
            </a:lvl4pPr>
            <a:lvl5pPr algn="l">
              <a:defRPr sz="1725" b="1">
                <a:solidFill>
                  <a:srgbClr val="101456"/>
                </a:solidFill>
                <a:latin typeface="Malgun Gothic"/>
                <a:ea typeface="Malgun Gothic"/>
                <a:cs typeface="Malgun Gothic"/>
              </a:defRPr>
            </a:lvl5pPr>
            <a:lvl6pPr algn="l">
              <a:defRPr sz="1725" b="1">
                <a:solidFill>
                  <a:srgbClr val="101456"/>
                </a:solidFill>
                <a:latin typeface="Malgun Gothic"/>
                <a:ea typeface="Malgun Gothic"/>
                <a:cs typeface="Malgun Gothic"/>
              </a:defRPr>
            </a:lvl6pPr>
            <a:lvl7pPr algn="l">
              <a:defRPr sz="1725" b="1">
                <a:solidFill>
                  <a:srgbClr val="101456"/>
                </a:solidFill>
                <a:latin typeface="Malgun Gothic"/>
                <a:ea typeface="Malgun Gothic"/>
                <a:cs typeface="Malgun Gothic"/>
              </a:defRPr>
            </a:lvl7pPr>
            <a:lvl8pPr algn="l">
              <a:defRPr sz="1725" b="1">
                <a:solidFill>
                  <a:srgbClr val="101456"/>
                </a:solidFill>
                <a:latin typeface="Malgun Gothic"/>
                <a:ea typeface="Malgun Gothic"/>
                <a:cs typeface="Malgun Gothic"/>
              </a:defRPr>
            </a:lvl8pPr>
            <a:lvl9pPr algn="l">
              <a:defRPr sz="1725" b="1">
                <a:solidFill>
                  <a:srgbClr val="101456"/>
                </a:solidFill>
                <a:latin typeface="Malgun Gothic"/>
                <a:ea typeface="Malgun Gothic"/>
                <a:cs typeface="Malgun Gothic"/>
              </a:defRPr>
            </a:lvl9pPr>
          </a:lstStyle>
          <a:p>
            <a:pPr algn="l">
              <a:defRPr sz="1725" b="1">
                <a:solidFill>
                  <a:srgbClr val="101456"/>
                </a:solidFill>
                <a:latin typeface="Malgun Gothic"/>
                <a:ea typeface="Malgun Gothic"/>
                <a:cs typeface="Malgun Gothic"/>
              </a:defRPr>
            </a:pPr>
            <a:r>
              <a:rPr sz="1725" b="1">
                <a:solidFill>
                  <a:srgbClr val="101456"/>
                </a:solidFill>
                <a:latin typeface="Malgun Gothic"/>
                <a:ea typeface="Malgun Gothic"/>
                <a:cs typeface="Malgun Gothic"/>
              </a:rPr>
              <a:t>좋은 질문  “자료의 오류와 처리안부터 제안해줘. 원본은 보존하고, 내 승인 후 집계해줘.”</a:t>
            </a:r>
          </a:p>
        </p:txBody>
      </p:sp>
    </p:spTree>
    <p:extLst>
      <p:ext uri="{BB962C8B-B14F-4D97-AF65-F5344CB8AC3E}">
        <p14:creationId xmlns:p14="http://schemas.microsoft.com/office/powerpoint/2010/main" val="14765208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session1-242">
            <a:extLst>
              <a:ext uri="{FF2B5EF4-FFF2-40B4-BE49-F238E27FC236}">
                <a16:creationId xmlns:a16="http://schemas.microsoft.com/office/drawing/2014/main" id="{9935D3C1-7AC3-49C7-9213-15894EF25B4A}"/>
              </a:ext>
            </a:extLst>
          </p:cNvPr>
          <p:cNvSpPr>
            <a:spLocks noGrp="1"/>
          </p:cNvSpPr>
          <p:nvPr/>
        </p:nvSpPr>
        <p:spPr>
          <a:xfrm>
            <a:off x="590550" y="295275"/>
            <a:ext cx="9715500" cy="228600"/>
          </a:xfrm>
          <a:prstGeom prst="rect">
            <a:avLst/>
          </a:prstGeom>
          <a:noFill/>
          <a:ln w="0">
            <a:noFill/>
          </a:ln>
        </p:spPr>
        <p:txBody>
          <a:bodyPr wrap="square" lIns="0" tIns="0" rIns="0" bIns="0" anchor="t">
            <a:noAutofit/>
          </a:bodyPr>
          <a:lstStyle>
            <a:defPPr algn="l">
              <a:defRPr sz="1050" b="0">
                <a:solidFill>
                  <a:srgbClr val="616773"/>
                </a:solidFill>
                <a:latin typeface="Malgun Gothic"/>
                <a:ea typeface="Malgun Gothic"/>
                <a:cs typeface="Malgun Gothic"/>
              </a:defRPr>
            </a:defPPr>
            <a:lvl1pPr algn="l">
              <a:defRPr sz="1050" b="0">
                <a:solidFill>
                  <a:srgbClr val="616773"/>
                </a:solidFill>
                <a:latin typeface="Malgun Gothic"/>
                <a:ea typeface="Malgun Gothic"/>
                <a:cs typeface="Malgun Gothic"/>
              </a:defRPr>
            </a:lvl1pPr>
            <a:lvl2pPr algn="l">
              <a:defRPr sz="1050" b="0">
                <a:solidFill>
                  <a:srgbClr val="616773"/>
                </a:solidFill>
                <a:latin typeface="Malgun Gothic"/>
                <a:ea typeface="Malgun Gothic"/>
                <a:cs typeface="Malgun Gothic"/>
              </a:defRPr>
            </a:lvl2pPr>
            <a:lvl3pPr algn="l">
              <a:defRPr sz="1050" b="0">
                <a:solidFill>
                  <a:srgbClr val="616773"/>
                </a:solidFill>
                <a:latin typeface="Malgun Gothic"/>
                <a:ea typeface="Malgun Gothic"/>
                <a:cs typeface="Malgun Gothic"/>
              </a:defRPr>
            </a:lvl3pPr>
            <a:lvl4pPr algn="l">
              <a:defRPr sz="1050" b="0">
                <a:solidFill>
                  <a:srgbClr val="616773"/>
                </a:solidFill>
                <a:latin typeface="Malgun Gothic"/>
                <a:ea typeface="Malgun Gothic"/>
                <a:cs typeface="Malgun Gothic"/>
              </a:defRPr>
            </a:lvl4pPr>
            <a:lvl5pPr algn="l">
              <a:defRPr sz="1050" b="0">
                <a:solidFill>
                  <a:srgbClr val="616773"/>
                </a:solidFill>
                <a:latin typeface="Malgun Gothic"/>
                <a:ea typeface="Malgun Gothic"/>
                <a:cs typeface="Malgun Gothic"/>
              </a:defRPr>
            </a:lvl5pPr>
            <a:lvl6pPr algn="l">
              <a:defRPr sz="1050" b="0">
                <a:solidFill>
                  <a:srgbClr val="616773"/>
                </a:solidFill>
                <a:latin typeface="Malgun Gothic"/>
                <a:ea typeface="Malgun Gothic"/>
                <a:cs typeface="Malgun Gothic"/>
              </a:defRPr>
            </a:lvl6pPr>
            <a:lvl7pPr algn="l">
              <a:defRPr sz="1050" b="0">
                <a:solidFill>
                  <a:srgbClr val="616773"/>
                </a:solidFill>
                <a:latin typeface="Malgun Gothic"/>
                <a:ea typeface="Malgun Gothic"/>
                <a:cs typeface="Malgun Gothic"/>
              </a:defRPr>
            </a:lvl7pPr>
            <a:lvl8pPr algn="l">
              <a:defRPr sz="1050" b="0">
                <a:solidFill>
                  <a:srgbClr val="616773"/>
                </a:solidFill>
                <a:latin typeface="Malgun Gothic"/>
                <a:ea typeface="Malgun Gothic"/>
                <a:cs typeface="Malgun Gothic"/>
              </a:defRPr>
            </a:lvl8pPr>
            <a:lvl9pPr algn="l">
              <a:defRPr sz="1050" b="0">
                <a:solidFill>
                  <a:srgbClr val="616773"/>
                </a:solidFill>
                <a:latin typeface="Malgun Gothic"/>
                <a:ea typeface="Malgun Gothic"/>
                <a:cs typeface="Malgun Gothic"/>
              </a:defRPr>
            </a:lvl9pPr>
          </a:lstStyle>
          <a:p>
            <a:pPr algn="l">
              <a:defRPr sz="1050" b="0">
                <a:solidFill>
                  <a:srgbClr val="616773"/>
                </a:solidFill>
                <a:latin typeface="Malgun Gothic"/>
                <a:ea typeface="Malgun Gothic"/>
                <a:cs typeface="Malgun Gothic"/>
              </a:defRPr>
            </a:pPr>
            <a:r>
              <a:rPr sz="1050" b="0">
                <a:solidFill>
                  <a:srgbClr val="616773"/>
                </a:solidFill>
                <a:latin typeface="Malgun Gothic"/>
                <a:ea typeface="Malgun Gothic"/>
                <a:cs typeface="Malgun Gothic"/>
              </a:rPr>
              <a:t>블록 02 · 데이터 품질 점검</a:t>
            </a:r>
          </a:p>
        </p:txBody>
      </p:sp>
      <p:sp>
        <p:nvSpPr>
          <p:cNvPr id="2" name="session1-243">
            <a:extLst>
              <a:ext uri="{FF2B5EF4-FFF2-40B4-BE49-F238E27FC236}">
                <a16:creationId xmlns:a16="http://schemas.microsoft.com/office/drawing/2014/main" id="{D1FEF2E6-EB7B-4971-BAEA-D231FC53443F}"/>
              </a:ext>
            </a:extLst>
          </p:cNvPr>
          <p:cNvSpPr>
            <a:spLocks noGrp="1"/>
          </p:cNvSpPr>
          <p:nvPr/>
        </p:nvSpPr>
        <p:spPr>
          <a:xfrm>
            <a:off x="571500" y="742950"/>
            <a:ext cx="11049000" cy="609600"/>
          </a:xfrm>
          <a:prstGeom prst="rect">
            <a:avLst/>
          </a:prstGeom>
          <a:noFill/>
          <a:ln w="0">
            <a:noFill/>
          </a:ln>
        </p:spPr>
        <p:txBody>
          <a:bodyPr wrap="square" lIns="0" tIns="0" rIns="0" bIns="0" anchor="t">
            <a:noAutofit/>
          </a:bodyPr>
          <a:lstStyle>
            <a:defPPr algn="l">
              <a:defRPr sz="3000" b="1">
                <a:solidFill>
                  <a:srgbClr val="15171C"/>
                </a:solidFill>
                <a:latin typeface="Malgun Gothic"/>
                <a:ea typeface="Malgun Gothic"/>
                <a:cs typeface="Malgun Gothic"/>
              </a:defRPr>
            </a:defPPr>
            <a:lvl1pPr algn="l">
              <a:defRPr sz="3000" b="1">
                <a:solidFill>
                  <a:srgbClr val="15171C"/>
                </a:solidFill>
                <a:latin typeface="Malgun Gothic"/>
                <a:ea typeface="Malgun Gothic"/>
                <a:cs typeface="Malgun Gothic"/>
              </a:defRPr>
            </a:lvl1pPr>
            <a:lvl2pPr algn="l">
              <a:defRPr sz="3000" b="1">
                <a:solidFill>
                  <a:srgbClr val="15171C"/>
                </a:solidFill>
                <a:latin typeface="Malgun Gothic"/>
                <a:ea typeface="Malgun Gothic"/>
                <a:cs typeface="Malgun Gothic"/>
              </a:defRPr>
            </a:lvl2pPr>
            <a:lvl3pPr algn="l">
              <a:defRPr sz="3000" b="1">
                <a:solidFill>
                  <a:srgbClr val="15171C"/>
                </a:solidFill>
                <a:latin typeface="Malgun Gothic"/>
                <a:ea typeface="Malgun Gothic"/>
                <a:cs typeface="Malgun Gothic"/>
              </a:defRPr>
            </a:lvl3pPr>
            <a:lvl4pPr algn="l">
              <a:defRPr sz="3000" b="1">
                <a:solidFill>
                  <a:srgbClr val="15171C"/>
                </a:solidFill>
                <a:latin typeface="Malgun Gothic"/>
                <a:ea typeface="Malgun Gothic"/>
                <a:cs typeface="Malgun Gothic"/>
              </a:defRPr>
            </a:lvl4pPr>
            <a:lvl5pPr algn="l">
              <a:defRPr sz="3000" b="1">
                <a:solidFill>
                  <a:srgbClr val="15171C"/>
                </a:solidFill>
                <a:latin typeface="Malgun Gothic"/>
                <a:ea typeface="Malgun Gothic"/>
                <a:cs typeface="Malgun Gothic"/>
              </a:defRPr>
            </a:lvl5pPr>
            <a:lvl6pPr algn="l">
              <a:defRPr sz="3000" b="1">
                <a:solidFill>
                  <a:srgbClr val="15171C"/>
                </a:solidFill>
                <a:latin typeface="Malgun Gothic"/>
                <a:ea typeface="Malgun Gothic"/>
                <a:cs typeface="Malgun Gothic"/>
              </a:defRPr>
            </a:lvl6pPr>
            <a:lvl7pPr algn="l">
              <a:defRPr sz="3000" b="1">
                <a:solidFill>
                  <a:srgbClr val="15171C"/>
                </a:solidFill>
                <a:latin typeface="Malgun Gothic"/>
                <a:ea typeface="Malgun Gothic"/>
                <a:cs typeface="Malgun Gothic"/>
              </a:defRPr>
            </a:lvl7pPr>
            <a:lvl8pPr algn="l">
              <a:defRPr sz="3000" b="1">
                <a:solidFill>
                  <a:srgbClr val="15171C"/>
                </a:solidFill>
                <a:latin typeface="Malgun Gothic"/>
                <a:ea typeface="Malgun Gothic"/>
                <a:cs typeface="Malgun Gothic"/>
              </a:defRPr>
            </a:lvl8pPr>
            <a:lvl9pPr algn="l">
              <a:defRPr sz="3000" b="1">
                <a:solidFill>
                  <a:srgbClr val="15171C"/>
                </a:solidFill>
                <a:latin typeface="Malgun Gothic"/>
                <a:ea typeface="Malgun Gothic"/>
                <a:cs typeface="Malgun Gothic"/>
              </a:defRPr>
            </a:lvl9pPr>
          </a:lstStyle>
          <a:p>
            <a:pPr algn="l">
              <a:defRPr sz="3000" b="1">
                <a:solidFill>
                  <a:srgbClr val="15171C"/>
                </a:solidFill>
                <a:latin typeface="Malgun Gothic"/>
                <a:ea typeface="Malgun Gothic"/>
                <a:cs typeface="Malgun Gothic"/>
              </a:defRPr>
            </a:pPr>
            <a:r>
              <a:rPr sz="3000" b="1">
                <a:solidFill>
                  <a:srgbClr val="15171C"/>
                </a:solidFill>
                <a:latin typeface="Malgun Gothic"/>
                <a:ea typeface="Malgun Gothic"/>
                <a:cs typeface="Malgun Gothic"/>
              </a:rPr>
              <a:t>원본을 보존하고 제외와 보류를 구분합니다</a:t>
            </a:r>
          </a:p>
        </p:txBody>
      </p:sp>
      <p:sp>
        <p:nvSpPr>
          <p:cNvPr id="3" name="session1-244">
            <a:extLst>
              <a:ext uri="{FF2B5EF4-FFF2-40B4-BE49-F238E27FC236}">
                <a16:creationId xmlns:a16="http://schemas.microsoft.com/office/drawing/2014/main" id="{CDDCAE59-9C84-4905-BA4D-27E443536188}"/>
              </a:ext>
            </a:extLst>
          </p:cNvPr>
          <p:cNvSpPr>
            <a:spLocks noGrp="1"/>
          </p:cNvSpPr>
          <p:nvPr/>
        </p:nvSpPr>
        <p:spPr>
          <a:xfrm>
            <a:off x="590550" y="1390650"/>
            <a:ext cx="10953750" cy="409575"/>
          </a:xfrm>
          <a:prstGeom prst="rect">
            <a:avLst/>
          </a:prstGeom>
          <a:noFill/>
          <a:ln w="0">
            <a:noFill/>
          </a:ln>
        </p:spPr>
        <p:txBody>
          <a:bodyPr wrap="square" lIns="0" tIns="0" rIns="0" bIns="0" anchor="t">
            <a:noAutofit/>
          </a:bodyPr>
          <a:lstStyle>
            <a:defPPr algn="l">
              <a:defRPr sz="1575" b="0">
                <a:solidFill>
                  <a:srgbClr val="616773"/>
                </a:solidFill>
                <a:latin typeface="Malgun Gothic"/>
                <a:ea typeface="Malgun Gothic"/>
                <a:cs typeface="Malgun Gothic"/>
              </a:defRPr>
            </a:defPPr>
            <a:lvl1pPr algn="l">
              <a:defRPr sz="1575" b="0">
                <a:solidFill>
                  <a:srgbClr val="616773"/>
                </a:solidFill>
                <a:latin typeface="Malgun Gothic"/>
                <a:ea typeface="Malgun Gothic"/>
                <a:cs typeface="Malgun Gothic"/>
              </a:defRPr>
            </a:lvl1pPr>
            <a:lvl2pPr algn="l">
              <a:defRPr sz="1575" b="0">
                <a:solidFill>
                  <a:srgbClr val="616773"/>
                </a:solidFill>
                <a:latin typeface="Malgun Gothic"/>
                <a:ea typeface="Malgun Gothic"/>
                <a:cs typeface="Malgun Gothic"/>
              </a:defRPr>
            </a:lvl2pPr>
            <a:lvl3pPr algn="l">
              <a:defRPr sz="1575" b="0">
                <a:solidFill>
                  <a:srgbClr val="616773"/>
                </a:solidFill>
                <a:latin typeface="Malgun Gothic"/>
                <a:ea typeface="Malgun Gothic"/>
                <a:cs typeface="Malgun Gothic"/>
              </a:defRPr>
            </a:lvl3pPr>
            <a:lvl4pPr algn="l">
              <a:defRPr sz="1575" b="0">
                <a:solidFill>
                  <a:srgbClr val="616773"/>
                </a:solidFill>
                <a:latin typeface="Malgun Gothic"/>
                <a:ea typeface="Malgun Gothic"/>
                <a:cs typeface="Malgun Gothic"/>
              </a:defRPr>
            </a:lvl4pPr>
            <a:lvl5pPr algn="l">
              <a:defRPr sz="1575" b="0">
                <a:solidFill>
                  <a:srgbClr val="616773"/>
                </a:solidFill>
                <a:latin typeface="Malgun Gothic"/>
                <a:ea typeface="Malgun Gothic"/>
                <a:cs typeface="Malgun Gothic"/>
              </a:defRPr>
            </a:lvl5pPr>
            <a:lvl6pPr algn="l">
              <a:defRPr sz="1575" b="0">
                <a:solidFill>
                  <a:srgbClr val="616773"/>
                </a:solidFill>
                <a:latin typeface="Malgun Gothic"/>
                <a:ea typeface="Malgun Gothic"/>
                <a:cs typeface="Malgun Gothic"/>
              </a:defRPr>
            </a:lvl6pPr>
            <a:lvl7pPr algn="l">
              <a:defRPr sz="1575" b="0">
                <a:solidFill>
                  <a:srgbClr val="616773"/>
                </a:solidFill>
                <a:latin typeface="Malgun Gothic"/>
                <a:ea typeface="Malgun Gothic"/>
                <a:cs typeface="Malgun Gothic"/>
              </a:defRPr>
            </a:lvl7pPr>
            <a:lvl8pPr algn="l">
              <a:defRPr sz="1575" b="0">
                <a:solidFill>
                  <a:srgbClr val="616773"/>
                </a:solidFill>
                <a:latin typeface="Malgun Gothic"/>
                <a:ea typeface="Malgun Gothic"/>
                <a:cs typeface="Malgun Gothic"/>
              </a:defRPr>
            </a:lvl8pPr>
            <a:lvl9pPr algn="l">
              <a:defRPr sz="1575" b="0">
                <a:solidFill>
                  <a:srgbClr val="616773"/>
                </a:solidFill>
                <a:latin typeface="Malgun Gothic"/>
                <a:ea typeface="Malgun Gothic"/>
                <a:cs typeface="Malgun Gothic"/>
              </a:defRPr>
            </a:lvl9pPr>
          </a:lstStyle>
          <a:p>
            <a:pPr algn="l">
              <a:defRPr sz="1575" b="0">
                <a:solidFill>
                  <a:srgbClr val="616773"/>
                </a:solidFill>
                <a:latin typeface="Malgun Gothic"/>
                <a:ea typeface="Malgun Gothic"/>
                <a:cs typeface="Malgun Gothic"/>
              </a:defRPr>
            </a:pPr>
            <a:r>
              <a:rPr sz="1575" b="0">
                <a:solidFill>
                  <a:srgbClr val="616773"/>
                </a:solidFill>
                <a:latin typeface="Malgun Gothic"/>
                <a:ea typeface="Malgun Gothic"/>
                <a:cs typeface="Malgun Gothic"/>
              </a:rPr>
              <a:t>첫 4행은 유효 자료  |  같은 행 집합으로 비교하고 수치 두 개를 직접 계산</a:t>
            </a:r>
          </a:p>
        </p:txBody>
      </p:sp>
      <p:sp>
        <p:nvSpPr>
          <p:cNvPr id="4" name="session1-245">
            <a:extLst>
              <a:ext uri="{FF2B5EF4-FFF2-40B4-BE49-F238E27FC236}">
                <a16:creationId xmlns:a16="http://schemas.microsoft.com/office/drawing/2014/main" id="{46E10D5D-74B7-4329-A12C-F26724FA5599}"/>
              </a:ext>
            </a:extLst>
          </p:cNvPr>
          <p:cNvSpPr>
            <a:spLocks noGrp="1"/>
          </p:cNvSpPr>
          <p:nvPr/>
        </p:nvSpPr>
        <p:spPr>
          <a:xfrm>
            <a:off x="590550" y="6477000"/>
            <a:ext cx="2857500" cy="180975"/>
          </a:xfrm>
          <a:prstGeom prst="rect">
            <a:avLst/>
          </a:prstGeom>
          <a:noFill/>
          <a:ln w="0">
            <a:noFill/>
          </a:ln>
        </p:spPr>
        <p:txBody>
          <a:bodyPr wrap="square" lIns="0" tIns="0" rIns="0" bIns="0" anchor="t">
            <a:noAutofit/>
          </a:bodyPr>
          <a:lstStyle>
            <a:defPPr algn="l">
              <a:defRPr sz="900" b="0">
                <a:solidFill>
                  <a:srgbClr val="616773"/>
                </a:solidFill>
                <a:latin typeface="Malgun Gothic"/>
                <a:ea typeface="Malgun Gothic"/>
                <a:cs typeface="Malgun Gothic"/>
              </a:defRPr>
            </a:defPPr>
            <a:lvl1pPr algn="l">
              <a:defRPr sz="900" b="0">
                <a:solidFill>
                  <a:srgbClr val="616773"/>
                </a:solidFill>
                <a:latin typeface="Malgun Gothic"/>
                <a:ea typeface="Malgun Gothic"/>
                <a:cs typeface="Malgun Gothic"/>
              </a:defRPr>
            </a:lvl1pPr>
            <a:lvl2pPr algn="l">
              <a:defRPr sz="900" b="0">
                <a:solidFill>
                  <a:srgbClr val="616773"/>
                </a:solidFill>
                <a:latin typeface="Malgun Gothic"/>
                <a:ea typeface="Malgun Gothic"/>
                <a:cs typeface="Malgun Gothic"/>
              </a:defRPr>
            </a:lvl2pPr>
            <a:lvl3pPr algn="l">
              <a:defRPr sz="900" b="0">
                <a:solidFill>
                  <a:srgbClr val="616773"/>
                </a:solidFill>
                <a:latin typeface="Malgun Gothic"/>
                <a:ea typeface="Malgun Gothic"/>
                <a:cs typeface="Malgun Gothic"/>
              </a:defRPr>
            </a:lvl3pPr>
            <a:lvl4pPr algn="l">
              <a:defRPr sz="900" b="0">
                <a:solidFill>
                  <a:srgbClr val="616773"/>
                </a:solidFill>
                <a:latin typeface="Malgun Gothic"/>
                <a:ea typeface="Malgun Gothic"/>
                <a:cs typeface="Malgun Gothic"/>
              </a:defRPr>
            </a:lvl4pPr>
            <a:lvl5pPr algn="l">
              <a:defRPr sz="900" b="0">
                <a:solidFill>
                  <a:srgbClr val="616773"/>
                </a:solidFill>
                <a:latin typeface="Malgun Gothic"/>
                <a:ea typeface="Malgun Gothic"/>
                <a:cs typeface="Malgun Gothic"/>
              </a:defRPr>
            </a:lvl5pPr>
            <a:lvl6pPr algn="l">
              <a:defRPr sz="900" b="0">
                <a:solidFill>
                  <a:srgbClr val="616773"/>
                </a:solidFill>
                <a:latin typeface="Malgun Gothic"/>
                <a:ea typeface="Malgun Gothic"/>
                <a:cs typeface="Malgun Gothic"/>
              </a:defRPr>
            </a:lvl6pPr>
            <a:lvl7pPr algn="l">
              <a:defRPr sz="900" b="0">
                <a:solidFill>
                  <a:srgbClr val="616773"/>
                </a:solidFill>
                <a:latin typeface="Malgun Gothic"/>
                <a:ea typeface="Malgun Gothic"/>
                <a:cs typeface="Malgun Gothic"/>
              </a:defRPr>
            </a:lvl7pPr>
            <a:lvl8pPr algn="l">
              <a:defRPr sz="900" b="0">
                <a:solidFill>
                  <a:srgbClr val="616773"/>
                </a:solidFill>
                <a:latin typeface="Malgun Gothic"/>
                <a:ea typeface="Malgun Gothic"/>
                <a:cs typeface="Malgun Gothic"/>
              </a:defRPr>
            </a:lvl8pPr>
            <a:lvl9pPr algn="l">
              <a:defRPr sz="900" b="0">
                <a:solidFill>
                  <a:srgbClr val="616773"/>
                </a:solidFill>
                <a:latin typeface="Malgun Gothic"/>
                <a:ea typeface="Malgun Gothic"/>
                <a:cs typeface="Malgun Gothic"/>
              </a:defRPr>
            </a:lvl9pPr>
          </a:lstStyle>
          <a:p>
            <a:pPr algn="l">
              <a:defRPr sz="900" b="0">
                <a:solidFill>
                  <a:srgbClr val="616773"/>
                </a:solidFill>
                <a:latin typeface="Malgun Gothic"/>
                <a:ea typeface="Malgun Gothic"/>
                <a:cs typeface="Malgun Gothic"/>
              </a:defRPr>
            </a:pPr>
            <a:r>
              <a:rPr sz="900" b="0">
                <a:solidFill>
                  <a:srgbClr val="616773"/>
                </a:solidFill>
                <a:latin typeface="Malgun Gothic"/>
                <a:ea typeface="Malgun Gothic"/>
                <a:cs typeface="Malgun Gothic"/>
              </a:rPr>
              <a:t>An Eun Kyoung</a:t>
            </a:r>
          </a:p>
        </p:txBody>
      </p:sp>
      <p:sp>
        <p:nvSpPr>
          <p:cNvPr id="5" name="session1-246">
            <a:extLst>
              <a:ext uri="{FF2B5EF4-FFF2-40B4-BE49-F238E27FC236}">
                <a16:creationId xmlns:a16="http://schemas.microsoft.com/office/drawing/2014/main" id="{537E429D-D68C-45CE-977E-717BDF9BF243}"/>
              </a:ext>
            </a:extLst>
          </p:cNvPr>
          <p:cNvSpPr>
            <a:spLocks noGrp="1"/>
          </p:cNvSpPr>
          <p:nvPr/>
        </p:nvSpPr>
        <p:spPr>
          <a:xfrm>
            <a:off x="11144250" y="6438900"/>
            <a:ext cx="457200" cy="228600"/>
          </a:xfrm>
          <a:prstGeom prst="rect">
            <a:avLst/>
          </a:prstGeom>
          <a:noFill/>
          <a:ln w="0">
            <a:noFill/>
          </a:ln>
        </p:spPr>
        <p:txBody>
          <a:bodyPr wrap="square" lIns="0" tIns="0" rIns="0" bIns="0" anchor="t">
            <a:noAutofit/>
          </a:bodyPr>
          <a:lstStyle>
            <a:defPPr algn="r">
              <a:defRPr sz="1050" b="1">
                <a:solidFill>
                  <a:srgbClr val="101456"/>
                </a:solidFill>
                <a:latin typeface="Malgun Gothic"/>
                <a:ea typeface="Malgun Gothic"/>
                <a:cs typeface="Malgun Gothic"/>
              </a:defRPr>
            </a:defPPr>
            <a:lvl1pPr algn="r">
              <a:defRPr sz="1050" b="1">
                <a:solidFill>
                  <a:srgbClr val="101456"/>
                </a:solidFill>
                <a:latin typeface="Malgun Gothic"/>
                <a:ea typeface="Malgun Gothic"/>
                <a:cs typeface="Malgun Gothic"/>
              </a:defRPr>
            </a:lvl1pPr>
            <a:lvl2pPr algn="r">
              <a:defRPr sz="1050" b="1">
                <a:solidFill>
                  <a:srgbClr val="101456"/>
                </a:solidFill>
                <a:latin typeface="Malgun Gothic"/>
                <a:ea typeface="Malgun Gothic"/>
                <a:cs typeface="Malgun Gothic"/>
              </a:defRPr>
            </a:lvl2pPr>
            <a:lvl3pPr algn="r">
              <a:defRPr sz="1050" b="1">
                <a:solidFill>
                  <a:srgbClr val="101456"/>
                </a:solidFill>
                <a:latin typeface="Malgun Gothic"/>
                <a:ea typeface="Malgun Gothic"/>
                <a:cs typeface="Malgun Gothic"/>
              </a:defRPr>
            </a:lvl3pPr>
            <a:lvl4pPr algn="r">
              <a:defRPr sz="1050" b="1">
                <a:solidFill>
                  <a:srgbClr val="101456"/>
                </a:solidFill>
                <a:latin typeface="Malgun Gothic"/>
                <a:ea typeface="Malgun Gothic"/>
                <a:cs typeface="Malgun Gothic"/>
              </a:defRPr>
            </a:lvl4pPr>
            <a:lvl5pPr algn="r">
              <a:defRPr sz="1050" b="1">
                <a:solidFill>
                  <a:srgbClr val="101456"/>
                </a:solidFill>
                <a:latin typeface="Malgun Gothic"/>
                <a:ea typeface="Malgun Gothic"/>
                <a:cs typeface="Malgun Gothic"/>
              </a:defRPr>
            </a:lvl5pPr>
            <a:lvl6pPr algn="r">
              <a:defRPr sz="1050" b="1">
                <a:solidFill>
                  <a:srgbClr val="101456"/>
                </a:solidFill>
                <a:latin typeface="Malgun Gothic"/>
                <a:ea typeface="Malgun Gothic"/>
                <a:cs typeface="Malgun Gothic"/>
              </a:defRPr>
            </a:lvl6pPr>
            <a:lvl7pPr algn="r">
              <a:defRPr sz="1050" b="1">
                <a:solidFill>
                  <a:srgbClr val="101456"/>
                </a:solidFill>
                <a:latin typeface="Malgun Gothic"/>
                <a:ea typeface="Malgun Gothic"/>
                <a:cs typeface="Malgun Gothic"/>
              </a:defRPr>
            </a:lvl7pPr>
            <a:lvl8pPr algn="r">
              <a:defRPr sz="1050" b="1">
                <a:solidFill>
                  <a:srgbClr val="101456"/>
                </a:solidFill>
                <a:latin typeface="Malgun Gothic"/>
                <a:ea typeface="Malgun Gothic"/>
                <a:cs typeface="Malgun Gothic"/>
              </a:defRPr>
            </a:lvl8pPr>
            <a:lvl9pPr algn="r">
              <a:defRPr sz="1050" b="1">
                <a:solidFill>
                  <a:srgbClr val="101456"/>
                </a:solidFill>
                <a:latin typeface="Malgun Gothic"/>
                <a:ea typeface="Malgun Gothic"/>
                <a:cs typeface="Malgun Gothic"/>
              </a:defRPr>
            </a:lvl9pPr>
          </a:lstStyle>
          <a:p>
            <a:pPr algn="r">
              <a:defRPr sz="1050" b="1">
                <a:solidFill>
                  <a:srgbClr val="101456"/>
                </a:solidFill>
                <a:latin typeface="Malgun Gothic"/>
                <a:ea typeface="Malgun Gothic"/>
                <a:cs typeface="Malgun Gothic"/>
              </a:defRPr>
            </a:pPr>
            <a:r>
              <a:rPr sz="1050" b="1">
                <a:solidFill>
                  <a:srgbClr val="101456"/>
                </a:solidFill>
                <a:latin typeface="Malgun Gothic"/>
                <a:ea typeface="Malgun Gothic"/>
                <a:cs typeface="Malgun Gothic"/>
              </a:rPr>
              <a:t>06</a:t>
            </a:r>
          </a:p>
        </p:txBody>
      </p:sp>
      <p:graphicFrame>
        <p:nvGraphicFramePr>
          <p:cNvPr id="6" name="표 5">
            <a:extLst>
              <a:ext uri="{FF2B5EF4-FFF2-40B4-BE49-F238E27FC236}">
                <a16:creationId xmlns:a16="http://schemas.microsoft.com/office/drawing/2014/main" id="{01A603A8-E756-4B61-A643-C8E2E5F7A317}"/>
              </a:ext>
            </a:extLst>
          </p:cNvPr>
          <p:cNvGraphicFramePr/>
          <p:nvPr/>
        </p:nvGraphicFramePr>
        <p:xfrm>
          <a:off x="590550" y="2038350"/>
          <a:ext cx="11010900" cy="1933576"/>
        </p:xfrm>
        <a:graphic>
          <a:graphicData uri="http://schemas.openxmlformats.org/drawingml/2006/table">
            <a:tbl>
              <a:tblPr/>
              <a:tblGrid>
                <a:gridCol w="2000250">
                  <a:extLst>
                    <a:ext uri="{9D8B030D-6E8A-4147-A177-3AD203B41FA5}">
                      <a16:colId xmlns:a16="http://schemas.microsoft.com/office/drawing/2014/main" val="20000"/>
                    </a:ext>
                  </a:extLst>
                </a:gridCol>
                <a:gridCol w="2381250">
                  <a:extLst>
                    <a:ext uri="{9D8B030D-6E8A-4147-A177-3AD203B41FA5}">
                      <a16:colId xmlns:a16="http://schemas.microsoft.com/office/drawing/2014/main" val="20001"/>
                    </a:ext>
                  </a:extLst>
                </a:gridCol>
                <a:gridCol w="3619500">
                  <a:extLst>
                    <a:ext uri="{9D8B030D-6E8A-4147-A177-3AD203B41FA5}">
                      <a16:colId xmlns:a16="http://schemas.microsoft.com/office/drawing/2014/main" val="20002"/>
                    </a:ext>
                  </a:extLst>
                </a:gridCol>
                <a:gridCol w="3009900">
                  <a:extLst>
                    <a:ext uri="{9D8B030D-6E8A-4147-A177-3AD203B41FA5}">
                      <a16:colId xmlns:a16="http://schemas.microsoft.com/office/drawing/2014/main" val="20003"/>
                    </a:ext>
                  </a:extLst>
                </a:gridCol>
              </a:tblGrid>
              <a:tr h="483394">
                <a:tc>
                  <a:txBody>
                    <a:bodyPr/>
                    <a:lstStyle/>
                    <a:p>
                      <a:pPr algn="l"/>
                      <a:r>
                        <a:rPr sz="1650" b="1">
                          <a:solidFill>
                            <a:srgbClr val="FFFFFF"/>
                          </a:solidFill>
                          <a:latin typeface="Malgun Gothic"/>
                          <a:ea typeface="Malgun Gothic"/>
                          <a:cs typeface="Malgun Gothic"/>
                        </a:rPr>
                        <a:t>직무</a:t>
                      </a:r>
                    </a:p>
                  </a:txBody>
                  <a:tcPr anchor="ctr">
                    <a:lnL w="6668">
                      <a:solidFill>
                        <a:srgbClr val="DADDE5"/>
                      </a:solidFill>
                      <a:prstDash val="soli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650" b="1">
                          <a:solidFill>
                            <a:srgbClr val="FFFFFF"/>
                          </a:solidFill>
                          <a:latin typeface="Malgun Gothic"/>
                          <a:ea typeface="Malgun Gothic"/>
                          <a:cs typeface="Malgun Gothic"/>
                        </a:rPr>
                        <a:t>확인된 중복</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650" b="1">
                          <a:solidFill>
                            <a:srgbClr val="FFFFFF"/>
                          </a:solidFill>
                          <a:latin typeface="Malgun Gothic"/>
                          <a:ea typeface="Malgun Gothic"/>
                          <a:cs typeface="Malgun Gothic"/>
                        </a:rPr>
                        <a:t>미확인 값</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650" b="1">
                          <a:solidFill>
                            <a:srgbClr val="FFFFFF"/>
                          </a:solidFill>
                          <a:latin typeface="Malgun Gothic"/>
                          <a:ea typeface="Malgun Gothic"/>
                          <a:cs typeface="Malgun Gothic"/>
                        </a:rPr>
                        <a:t>처리</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extLst>
                  <a:ext uri="{0D108BD9-81ED-4DB2-BD59-A6C34878D82A}">
                    <a16:rowId xmlns:a16="http://schemas.microsoft.com/office/drawing/2014/main" val="10000"/>
                  </a:ext>
                </a:extLst>
              </a:tr>
              <a:tr h="483394">
                <a:tc>
                  <a:txBody>
                    <a:bodyPr/>
                    <a:lstStyle/>
                    <a:p>
                      <a:pPr algn="l"/>
                      <a:r>
                        <a:rPr sz="1650" b="0">
                          <a:solidFill>
                            <a:srgbClr val="15171C"/>
                          </a:solidFill>
                          <a:latin typeface="Malgun Gothic"/>
                          <a:ea typeface="Malgun Gothic"/>
                          <a:cs typeface="Malgun Gothic"/>
                        </a:rPr>
                        <a:t>온라인 마켓</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650" b="0">
                          <a:solidFill>
                            <a:srgbClr val="15171C"/>
                          </a:solidFill>
                          <a:latin typeface="Malgun Gothic"/>
                          <a:ea typeface="Malgun Gothic"/>
                          <a:cs typeface="Malgun Gothic"/>
                        </a:rPr>
                        <a:t>M05 = M02</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650" b="0">
                          <a:solidFill>
                            <a:srgbClr val="15171C"/>
                          </a:solidFill>
                          <a:latin typeface="Malgun Gothic"/>
                          <a:ea typeface="Malgun Gothic"/>
                          <a:cs typeface="Malgun Gothic"/>
                        </a:rPr>
                        <a:t>M06 반품·환불</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650" b="0">
                          <a:solidFill>
                            <a:srgbClr val="15171C"/>
                          </a:solidFill>
                          <a:latin typeface="Malgun Gothic"/>
                          <a:ea typeface="Malgun Gothic"/>
                          <a:cs typeface="Malgun Gothic"/>
                        </a:rPr>
                        <a:t>중복 제외 / M06 보류</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extLst>
                  <a:ext uri="{0D108BD9-81ED-4DB2-BD59-A6C34878D82A}">
                    <a16:rowId xmlns:a16="http://schemas.microsoft.com/office/drawing/2014/main" val="10001"/>
                  </a:ext>
                </a:extLst>
              </a:tr>
              <a:tr h="483394">
                <a:tc>
                  <a:txBody>
                    <a:bodyPr/>
                    <a:lstStyle/>
                    <a:p>
                      <a:pPr algn="l"/>
                      <a:r>
                        <a:rPr sz="1650" b="0">
                          <a:solidFill>
                            <a:srgbClr val="15171C"/>
                          </a:solidFill>
                          <a:latin typeface="Malgun Gothic"/>
                          <a:ea typeface="Malgun Gothic"/>
                          <a:cs typeface="Malgun Gothic"/>
                        </a:rPr>
                        <a:t>교육자</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650" b="0">
                          <a:solidFill>
                            <a:srgbClr val="15171C"/>
                          </a:solidFill>
                          <a:latin typeface="Malgun Gothic"/>
                          <a:ea typeface="Malgun Gothic"/>
                          <a:cs typeface="Malgun Gothic"/>
                        </a:rPr>
                        <a:t>E05 = E04</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650" b="0">
                          <a:solidFill>
                            <a:srgbClr val="15171C"/>
                          </a:solidFill>
                          <a:latin typeface="Malgun Gothic"/>
                          <a:ea typeface="Malgun Gothic"/>
                          <a:cs typeface="Malgun Gothic"/>
                        </a:rPr>
                        <a:t>E06 출석·응답·점수</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650" b="0">
                          <a:solidFill>
                            <a:srgbClr val="15171C"/>
                          </a:solidFill>
                          <a:latin typeface="Malgun Gothic"/>
                          <a:ea typeface="Malgun Gothic"/>
                          <a:cs typeface="Malgun Gothic"/>
                        </a:rPr>
                        <a:t>중복 제외 / E06 보류</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extLst>
                  <a:ext uri="{0D108BD9-81ED-4DB2-BD59-A6C34878D82A}">
                    <a16:rowId xmlns:a16="http://schemas.microsoft.com/office/drawing/2014/main" val="10002"/>
                  </a:ext>
                </a:extLst>
              </a:tr>
              <a:tr h="483394">
                <a:tc>
                  <a:txBody>
                    <a:bodyPr/>
                    <a:lstStyle/>
                    <a:p>
                      <a:pPr algn="l"/>
                      <a:r>
                        <a:rPr sz="1650" b="0">
                          <a:solidFill>
                            <a:srgbClr val="15171C"/>
                          </a:solidFill>
                          <a:latin typeface="Malgun Gothic"/>
                          <a:ea typeface="Malgun Gothic"/>
                          <a:cs typeface="Malgun Gothic"/>
                        </a:rPr>
                        <a:t>도매업자</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650" b="0">
                          <a:solidFill>
                            <a:srgbClr val="15171C"/>
                          </a:solidFill>
                          <a:latin typeface="Malgun Gothic"/>
                          <a:ea typeface="Malgun Gothic"/>
                          <a:cs typeface="Malgun Gothic"/>
                        </a:rPr>
                        <a:t>W05 = W02</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650" b="0">
                          <a:solidFill>
                            <a:srgbClr val="15171C"/>
                          </a:solidFill>
                          <a:latin typeface="Malgun Gothic"/>
                          <a:ea typeface="Malgun Gothic"/>
                          <a:cs typeface="Malgun Gothic"/>
                        </a:rPr>
                        <a:t>W06 가용재고</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650" b="0">
                          <a:solidFill>
                            <a:srgbClr val="15171C"/>
                          </a:solidFill>
                          <a:latin typeface="Malgun Gothic"/>
                          <a:ea typeface="Malgun Gothic"/>
                          <a:cs typeface="Malgun Gothic"/>
                        </a:rPr>
                        <a:t>중복 제외 / W06 보류</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7" name="session1-247">
            <a:extLst>
              <a:ext uri="{FF2B5EF4-FFF2-40B4-BE49-F238E27FC236}">
                <a16:creationId xmlns:a16="http://schemas.microsoft.com/office/drawing/2014/main" id="{18D04959-743E-4036-B2C3-6EAE30F70649}"/>
              </a:ext>
            </a:extLst>
          </p:cNvPr>
          <p:cNvSpPr>
            <a:spLocks noGrp="1"/>
          </p:cNvSpPr>
          <p:nvPr/>
        </p:nvSpPr>
        <p:spPr>
          <a:xfrm>
            <a:off x="609600" y="4276725"/>
            <a:ext cx="10858500" cy="323850"/>
          </a:xfrm>
          <a:prstGeom prst="rect">
            <a:avLst/>
          </a:prstGeom>
          <a:noFill/>
          <a:ln w="0">
            <a:noFill/>
          </a:ln>
        </p:spPr>
        <p:txBody>
          <a:bodyPr wrap="square" lIns="0" tIns="0" rIns="0" bIns="0" anchor="t">
            <a:noAutofit/>
          </a:bodyPr>
          <a:lstStyle>
            <a:defPPr algn="l">
              <a:defRPr sz="1725" b="1">
                <a:solidFill>
                  <a:srgbClr val="213EDB"/>
                </a:solidFill>
                <a:latin typeface="Malgun Gothic"/>
                <a:ea typeface="Malgun Gothic"/>
                <a:cs typeface="Malgun Gothic"/>
              </a:defRPr>
            </a:defPPr>
            <a:lvl1pPr algn="l">
              <a:defRPr sz="1725" b="1">
                <a:solidFill>
                  <a:srgbClr val="213EDB"/>
                </a:solidFill>
                <a:latin typeface="Malgun Gothic"/>
                <a:ea typeface="Malgun Gothic"/>
                <a:cs typeface="Malgun Gothic"/>
              </a:defRPr>
            </a:lvl1pPr>
            <a:lvl2pPr algn="l">
              <a:defRPr sz="1725" b="1">
                <a:solidFill>
                  <a:srgbClr val="213EDB"/>
                </a:solidFill>
                <a:latin typeface="Malgun Gothic"/>
                <a:ea typeface="Malgun Gothic"/>
                <a:cs typeface="Malgun Gothic"/>
              </a:defRPr>
            </a:lvl2pPr>
            <a:lvl3pPr algn="l">
              <a:defRPr sz="1725" b="1">
                <a:solidFill>
                  <a:srgbClr val="213EDB"/>
                </a:solidFill>
                <a:latin typeface="Malgun Gothic"/>
                <a:ea typeface="Malgun Gothic"/>
                <a:cs typeface="Malgun Gothic"/>
              </a:defRPr>
            </a:lvl3pPr>
            <a:lvl4pPr algn="l">
              <a:defRPr sz="1725" b="1">
                <a:solidFill>
                  <a:srgbClr val="213EDB"/>
                </a:solidFill>
                <a:latin typeface="Malgun Gothic"/>
                <a:ea typeface="Malgun Gothic"/>
                <a:cs typeface="Malgun Gothic"/>
              </a:defRPr>
            </a:lvl4pPr>
            <a:lvl5pPr algn="l">
              <a:defRPr sz="1725" b="1">
                <a:solidFill>
                  <a:srgbClr val="213EDB"/>
                </a:solidFill>
                <a:latin typeface="Malgun Gothic"/>
                <a:ea typeface="Malgun Gothic"/>
                <a:cs typeface="Malgun Gothic"/>
              </a:defRPr>
            </a:lvl5pPr>
            <a:lvl6pPr algn="l">
              <a:defRPr sz="1725" b="1">
                <a:solidFill>
                  <a:srgbClr val="213EDB"/>
                </a:solidFill>
                <a:latin typeface="Malgun Gothic"/>
                <a:ea typeface="Malgun Gothic"/>
                <a:cs typeface="Malgun Gothic"/>
              </a:defRPr>
            </a:lvl6pPr>
            <a:lvl7pPr algn="l">
              <a:defRPr sz="1725" b="1">
                <a:solidFill>
                  <a:srgbClr val="213EDB"/>
                </a:solidFill>
                <a:latin typeface="Malgun Gothic"/>
                <a:ea typeface="Malgun Gothic"/>
                <a:cs typeface="Malgun Gothic"/>
              </a:defRPr>
            </a:lvl7pPr>
            <a:lvl8pPr algn="l">
              <a:defRPr sz="1725" b="1">
                <a:solidFill>
                  <a:srgbClr val="213EDB"/>
                </a:solidFill>
                <a:latin typeface="Malgun Gothic"/>
                <a:ea typeface="Malgun Gothic"/>
                <a:cs typeface="Malgun Gothic"/>
              </a:defRPr>
            </a:lvl8pPr>
            <a:lvl9pPr algn="l">
              <a:defRPr sz="1725" b="1">
                <a:solidFill>
                  <a:srgbClr val="213EDB"/>
                </a:solidFill>
                <a:latin typeface="Malgun Gothic"/>
                <a:ea typeface="Malgun Gothic"/>
                <a:cs typeface="Malgun Gothic"/>
              </a:defRPr>
            </a:lvl9pPr>
          </a:lstStyle>
          <a:p>
            <a:pPr algn="l">
              <a:defRPr sz="1725" b="1">
                <a:solidFill>
                  <a:srgbClr val="213EDB"/>
                </a:solidFill>
                <a:latin typeface="Malgun Gothic"/>
                <a:ea typeface="Malgun Gothic"/>
                <a:cs typeface="Malgun Gothic"/>
              </a:defRPr>
            </a:pPr>
            <a:r>
              <a:rPr sz="1725" b="1">
                <a:solidFill>
                  <a:srgbClr val="213EDB"/>
                </a:solidFill>
                <a:latin typeface="Malgun Gothic"/>
                <a:ea typeface="Malgun Gothic"/>
                <a:cs typeface="Malgun Gothic"/>
              </a:rPr>
              <a:t>학습자 기록  무엇을 왜 고치거나 보류했는지 남깁니다.</a:t>
            </a:r>
          </a:p>
        </p:txBody>
      </p:sp>
      <p:graphicFrame>
        <p:nvGraphicFramePr>
          <p:cNvPr id="8" name="표 7">
            <a:extLst>
              <a:ext uri="{FF2B5EF4-FFF2-40B4-BE49-F238E27FC236}">
                <a16:creationId xmlns:a16="http://schemas.microsoft.com/office/drawing/2014/main" id="{51854581-D428-4E21-90CA-0B9743252057}"/>
              </a:ext>
            </a:extLst>
          </p:cNvPr>
          <p:cNvGraphicFramePr/>
          <p:nvPr/>
        </p:nvGraphicFramePr>
        <p:xfrm>
          <a:off x="590550" y="4762500"/>
          <a:ext cx="11010900" cy="1323975"/>
        </p:xfrm>
        <a:graphic>
          <a:graphicData uri="http://schemas.openxmlformats.org/drawingml/2006/table">
            <a:tbl>
              <a:tblPr/>
              <a:tblGrid>
                <a:gridCol w="1428750">
                  <a:extLst>
                    <a:ext uri="{9D8B030D-6E8A-4147-A177-3AD203B41FA5}">
                      <a16:colId xmlns:a16="http://schemas.microsoft.com/office/drawing/2014/main" val="20000"/>
                    </a:ext>
                  </a:extLst>
                </a:gridCol>
                <a:gridCol w="3524250">
                  <a:extLst>
                    <a:ext uri="{9D8B030D-6E8A-4147-A177-3AD203B41FA5}">
                      <a16:colId xmlns:a16="http://schemas.microsoft.com/office/drawing/2014/main" val="20001"/>
                    </a:ext>
                  </a:extLst>
                </a:gridCol>
                <a:gridCol w="3028950">
                  <a:extLst>
                    <a:ext uri="{9D8B030D-6E8A-4147-A177-3AD203B41FA5}">
                      <a16:colId xmlns:a16="http://schemas.microsoft.com/office/drawing/2014/main" val="20002"/>
                    </a:ext>
                  </a:extLst>
                </a:gridCol>
                <a:gridCol w="3028950">
                  <a:extLst>
                    <a:ext uri="{9D8B030D-6E8A-4147-A177-3AD203B41FA5}">
                      <a16:colId xmlns:a16="http://schemas.microsoft.com/office/drawing/2014/main" val="20003"/>
                    </a:ext>
                  </a:extLst>
                </a:gridCol>
              </a:tblGrid>
              <a:tr h="441325">
                <a:tc>
                  <a:txBody>
                    <a:bodyPr/>
                    <a:lstStyle/>
                    <a:p>
                      <a:pPr algn="l"/>
                      <a:r>
                        <a:rPr sz="1575" b="1">
                          <a:solidFill>
                            <a:srgbClr val="FFFFFF"/>
                          </a:solidFill>
                          <a:latin typeface="Malgun Gothic"/>
                          <a:ea typeface="Malgun Gothic"/>
                          <a:cs typeface="Malgun Gothic"/>
                        </a:rPr>
                        <a:t>행 ID</a:t>
                      </a:r>
                    </a:p>
                  </a:txBody>
                  <a:tcPr anchor="ctr">
                    <a:lnL w="6668">
                      <a:solidFill>
                        <a:srgbClr val="DADDE5"/>
                      </a:solidFill>
                      <a:prstDash val="soli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575" b="1">
                          <a:solidFill>
                            <a:srgbClr val="FFFFFF"/>
                          </a:solidFill>
                          <a:latin typeface="Malgun Gothic"/>
                          <a:ea typeface="Malgun Gothic"/>
                          <a:cs typeface="Malgun Gothic"/>
                        </a:rPr>
                        <a:t>문제와 근거</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575" b="1">
                          <a:solidFill>
                            <a:srgbClr val="FFFFFF"/>
                          </a:solidFill>
                          <a:latin typeface="Malgun Gothic"/>
                          <a:ea typeface="Malgun Gothic"/>
                          <a:cs typeface="Malgun Gothic"/>
                        </a:rPr>
                        <a:t>수정 / 제외 / 보류</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575" b="1">
                          <a:solidFill>
                            <a:srgbClr val="FFFFFF"/>
                          </a:solidFill>
                          <a:latin typeface="Malgun Gothic"/>
                          <a:ea typeface="Malgun Gothic"/>
                          <a:cs typeface="Malgun Gothic"/>
                        </a:rPr>
                        <a:t>추가 확인</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extLst>
                  <a:ext uri="{0D108BD9-81ED-4DB2-BD59-A6C34878D82A}">
                    <a16:rowId xmlns:a16="http://schemas.microsoft.com/office/drawing/2014/main" val="10000"/>
                  </a:ext>
                </a:extLst>
              </a:tr>
              <a:tr h="441325">
                <a:tc>
                  <a:txBody>
                    <a:bodyPr/>
                    <a:lstStyle/>
                    <a:p>
                      <a:pPr algn="l"/>
                      <a:r>
                        <a:rPr sz="1575" b="0">
                          <a:solidFill>
                            <a:srgbClr val="15171C"/>
                          </a:solidFill>
                          <a:latin typeface="Malgun Gothic"/>
                          <a:ea typeface="Malgun Gothic"/>
                          <a:cs typeface="Malgun Gothic"/>
                        </a:rPr>
                        <a:t>_______</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__________________</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________________</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________________</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extLst>
                  <a:ext uri="{0D108BD9-81ED-4DB2-BD59-A6C34878D82A}">
                    <a16:rowId xmlns:a16="http://schemas.microsoft.com/office/drawing/2014/main" val="10001"/>
                  </a:ext>
                </a:extLst>
              </a:tr>
              <a:tr h="441325">
                <a:tc>
                  <a:txBody>
                    <a:bodyPr/>
                    <a:lstStyle/>
                    <a:p>
                      <a:pPr algn="l"/>
                      <a:r>
                        <a:rPr sz="1575" b="0">
                          <a:solidFill>
                            <a:srgbClr val="15171C"/>
                          </a:solidFill>
                          <a:latin typeface="Malgun Gothic"/>
                          <a:ea typeface="Malgun Gothic"/>
                          <a:cs typeface="Malgun Gothic"/>
                        </a:rPr>
                        <a:t>_______</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__________________</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________________</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________________</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6819080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session1-248">
            <a:extLst>
              <a:ext uri="{FF2B5EF4-FFF2-40B4-BE49-F238E27FC236}">
                <a16:creationId xmlns:a16="http://schemas.microsoft.com/office/drawing/2014/main" id="{CDEFCD86-B7CE-4138-B172-D50409DD1D92}"/>
              </a:ext>
            </a:extLst>
          </p:cNvPr>
          <p:cNvSpPr>
            <a:spLocks noGrp="1"/>
          </p:cNvSpPr>
          <p:nvPr/>
        </p:nvSpPr>
        <p:spPr>
          <a:xfrm>
            <a:off x="590550" y="295275"/>
            <a:ext cx="9715500" cy="228600"/>
          </a:xfrm>
          <a:prstGeom prst="rect">
            <a:avLst/>
          </a:prstGeom>
          <a:noFill/>
          <a:ln w="0">
            <a:noFill/>
          </a:ln>
        </p:spPr>
        <p:txBody>
          <a:bodyPr wrap="square" lIns="0" tIns="0" rIns="0" bIns="0" anchor="t">
            <a:noAutofit/>
          </a:bodyPr>
          <a:lstStyle>
            <a:defPPr algn="l">
              <a:defRPr sz="1050" b="0">
                <a:solidFill>
                  <a:srgbClr val="616773"/>
                </a:solidFill>
                <a:latin typeface="Malgun Gothic"/>
                <a:ea typeface="Malgun Gothic"/>
                <a:cs typeface="Malgun Gothic"/>
              </a:defRPr>
            </a:defPPr>
            <a:lvl1pPr algn="l">
              <a:defRPr sz="1050" b="0">
                <a:solidFill>
                  <a:srgbClr val="616773"/>
                </a:solidFill>
                <a:latin typeface="Malgun Gothic"/>
                <a:ea typeface="Malgun Gothic"/>
                <a:cs typeface="Malgun Gothic"/>
              </a:defRPr>
            </a:lvl1pPr>
            <a:lvl2pPr algn="l">
              <a:defRPr sz="1050" b="0">
                <a:solidFill>
                  <a:srgbClr val="616773"/>
                </a:solidFill>
                <a:latin typeface="Malgun Gothic"/>
                <a:ea typeface="Malgun Gothic"/>
                <a:cs typeface="Malgun Gothic"/>
              </a:defRPr>
            </a:lvl2pPr>
            <a:lvl3pPr algn="l">
              <a:defRPr sz="1050" b="0">
                <a:solidFill>
                  <a:srgbClr val="616773"/>
                </a:solidFill>
                <a:latin typeface="Malgun Gothic"/>
                <a:ea typeface="Malgun Gothic"/>
                <a:cs typeface="Malgun Gothic"/>
              </a:defRPr>
            </a:lvl3pPr>
            <a:lvl4pPr algn="l">
              <a:defRPr sz="1050" b="0">
                <a:solidFill>
                  <a:srgbClr val="616773"/>
                </a:solidFill>
                <a:latin typeface="Malgun Gothic"/>
                <a:ea typeface="Malgun Gothic"/>
                <a:cs typeface="Malgun Gothic"/>
              </a:defRPr>
            </a:lvl4pPr>
            <a:lvl5pPr algn="l">
              <a:defRPr sz="1050" b="0">
                <a:solidFill>
                  <a:srgbClr val="616773"/>
                </a:solidFill>
                <a:latin typeface="Malgun Gothic"/>
                <a:ea typeface="Malgun Gothic"/>
                <a:cs typeface="Malgun Gothic"/>
              </a:defRPr>
            </a:lvl5pPr>
            <a:lvl6pPr algn="l">
              <a:defRPr sz="1050" b="0">
                <a:solidFill>
                  <a:srgbClr val="616773"/>
                </a:solidFill>
                <a:latin typeface="Malgun Gothic"/>
                <a:ea typeface="Malgun Gothic"/>
                <a:cs typeface="Malgun Gothic"/>
              </a:defRPr>
            </a:lvl6pPr>
            <a:lvl7pPr algn="l">
              <a:defRPr sz="1050" b="0">
                <a:solidFill>
                  <a:srgbClr val="616773"/>
                </a:solidFill>
                <a:latin typeface="Malgun Gothic"/>
                <a:ea typeface="Malgun Gothic"/>
                <a:cs typeface="Malgun Gothic"/>
              </a:defRPr>
            </a:lvl7pPr>
            <a:lvl8pPr algn="l">
              <a:defRPr sz="1050" b="0">
                <a:solidFill>
                  <a:srgbClr val="616773"/>
                </a:solidFill>
                <a:latin typeface="Malgun Gothic"/>
                <a:ea typeface="Malgun Gothic"/>
                <a:cs typeface="Malgun Gothic"/>
              </a:defRPr>
            </a:lvl8pPr>
            <a:lvl9pPr algn="l">
              <a:defRPr sz="1050" b="0">
                <a:solidFill>
                  <a:srgbClr val="616773"/>
                </a:solidFill>
                <a:latin typeface="Malgun Gothic"/>
                <a:ea typeface="Malgun Gothic"/>
                <a:cs typeface="Malgun Gothic"/>
              </a:defRPr>
            </a:lvl9pPr>
          </a:lstStyle>
          <a:p>
            <a:pPr algn="l">
              <a:defRPr sz="1050" b="0">
                <a:solidFill>
                  <a:srgbClr val="616773"/>
                </a:solidFill>
                <a:latin typeface="Malgun Gothic"/>
                <a:ea typeface="Malgun Gothic"/>
                <a:cs typeface="Malgun Gothic"/>
              </a:defRPr>
            </a:pPr>
            <a:r>
              <a:rPr sz="1050" b="0">
                <a:solidFill>
                  <a:srgbClr val="616773"/>
                </a:solidFill>
                <a:latin typeface="Malgun Gothic"/>
                <a:ea typeface="Malgun Gothic"/>
                <a:cs typeface="Malgun Gothic"/>
              </a:rPr>
              <a:t>직무별 예시 · 온라인 마켓</a:t>
            </a:r>
          </a:p>
        </p:txBody>
      </p:sp>
      <p:sp>
        <p:nvSpPr>
          <p:cNvPr id="2" name="session1-249">
            <a:extLst>
              <a:ext uri="{FF2B5EF4-FFF2-40B4-BE49-F238E27FC236}">
                <a16:creationId xmlns:a16="http://schemas.microsoft.com/office/drawing/2014/main" id="{9F9B66F7-5E73-4E41-9DA4-40A323B33044}"/>
              </a:ext>
            </a:extLst>
          </p:cNvPr>
          <p:cNvSpPr>
            <a:spLocks noGrp="1"/>
          </p:cNvSpPr>
          <p:nvPr/>
        </p:nvSpPr>
        <p:spPr>
          <a:xfrm>
            <a:off x="571500" y="742950"/>
            <a:ext cx="11049000" cy="609600"/>
          </a:xfrm>
          <a:prstGeom prst="rect">
            <a:avLst/>
          </a:prstGeom>
          <a:noFill/>
          <a:ln w="0">
            <a:noFill/>
          </a:ln>
        </p:spPr>
        <p:txBody>
          <a:bodyPr wrap="square" lIns="0" tIns="0" rIns="0" bIns="0" anchor="t">
            <a:noAutofit/>
          </a:bodyPr>
          <a:lstStyle>
            <a:defPPr algn="l">
              <a:defRPr sz="3000" b="1">
                <a:solidFill>
                  <a:srgbClr val="15171C"/>
                </a:solidFill>
                <a:latin typeface="Malgun Gothic"/>
                <a:ea typeface="Malgun Gothic"/>
                <a:cs typeface="Malgun Gothic"/>
              </a:defRPr>
            </a:defPPr>
            <a:lvl1pPr algn="l">
              <a:defRPr sz="3000" b="1">
                <a:solidFill>
                  <a:srgbClr val="15171C"/>
                </a:solidFill>
                <a:latin typeface="Malgun Gothic"/>
                <a:ea typeface="Malgun Gothic"/>
                <a:cs typeface="Malgun Gothic"/>
              </a:defRPr>
            </a:lvl1pPr>
            <a:lvl2pPr algn="l">
              <a:defRPr sz="3000" b="1">
                <a:solidFill>
                  <a:srgbClr val="15171C"/>
                </a:solidFill>
                <a:latin typeface="Malgun Gothic"/>
                <a:ea typeface="Malgun Gothic"/>
                <a:cs typeface="Malgun Gothic"/>
              </a:defRPr>
            </a:lvl2pPr>
            <a:lvl3pPr algn="l">
              <a:defRPr sz="3000" b="1">
                <a:solidFill>
                  <a:srgbClr val="15171C"/>
                </a:solidFill>
                <a:latin typeface="Malgun Gothic"/>
                <a:ea typeface="Malgun Gothic"/>
                <a:cs typeface="Malgun Gothic"/>
              </a:defRPr>
            </a:lvl3pPr>
            <a:lvl4pPr algn="l">
              <a:defRPr sz="3000" b="1">
                <a:solidFill>
                  <a:srgbClr val="15171C"/>
                </a:solidFill>
                <a:latin typeface="Malgun Gothic"/>
                <a:ea typeface="Malgun Gothic"/>
                <a:cs typeface="Malgun Gothic"/>
              </a:defRPr>
            </a:lvl4pPr>
            <a:lvl5pPr algn="l">
              <a:defRPr sz="3000" b="1">
                <a:solidFill>
                  <a:srgbClr val="15171C"/>
                </a:solidFill>
                <a:latin typeface="Malgun Gothic"/>
                <a:ea typeface="Malgun Gothic"/>
                <a:cs typeface="Malgun Gothic"/>
              </a:defRPr>
            </a:lvl5pPr>
            <a:lvl6pPr algn="l">
              <a:defRPr sz="3000" b="1">
                <a:solidFill>
                  <a:srgbClr val="15171C"/>
                </a:solidFill>
                <a:latin typeface="Malgun Gothic"/>
                <a:ea typeface="Malgun Gothic"/>
                <a:cs typeface="Malgun Gothic"/>
              </a:defRPr>
            </a:lvl6pPr>
            <a:lvl7pPr algn="l">
              <a:defRPr sz="3000" b="1">
                <a:solidFill>
                  <a:srgbClr val="15171C"/>
                </a:solidFill>
                <a:latin typeface="Malgun Gothic"/>
                <a:ea typeface="Malgun Gothic"/>
                <a:cs typeface="Malgun Gothic"/>
              </a:defRPr>
            </a:lvl7pPr>
            <a:lvl8pPr algn="l">
              <a:defRPr sz="3000" b="1">
                <a:solidFill>
                  <a:srgbClr val="15171C"/>
                </a:solidFill>
                <a:latin typeface="Malgun Gothic"/>
                <a:ea typeface="Malgun Gothic"/>
                <a:cs typeface="Malgun Gothic"/>
              </a:defRPr>
            </a:lvl8pPr>
            <a:lvl9pPr algn="l">
              <a:defRPr sz="3000" b="1">
                <a:solidFill>
                  <a:srgbClr val="15171C"/>
                </a:solidFill>
                <a:latin typeface="Malgun Gothic"/>
                <a:ea typeface="Malgun Gothic"/>
                <a:cs typeface="Malgun Gothic"/>
              </a:defRPr>
            </a:lvl9pPr>
          </a:lstStyle>
          <a:p>
            <a:pPr algn="l">
              <a:defRPr sz="3000" b="1">
                <a:solidFill>
                  <a:srgbClr val="15171C"/>
                </a:solidFill>
                <a:latin typeface="Malgun Gothic"/>
                <a:ea typeface="Malgun Gothic"/>
                <a:cs typeface="Malgun Gothic"/>
              </a:defRPr>
            </a:pPr>
            <a:r>
              <a:rPr sz="3000" b="1">
                <a:solidFill>
                  <a:srgbClr val="15171C"/>
                </a:solidFill>
                <a:latin typeface="Malgun Gothic"/>
                <a:ea typeface="Malgun Gothic"/>
                <a:cs typeface="Malgun Gothic"/>
              </a:rPr>
              <a:t>온라인 마켓 컨텍스트와 입력 자료</a:t>
            </a:r>
          </a:p>
        </p:txBody>
      </p:sp>
      <p:sp>
        <p:nvSpPr>
          <p:cNvPr id="3" name="session1-250">
            <a:extLst>
              <a:ext uri="{FF2B5EF4-FFF2-40B4-BE49-F238E27FC236}">
                <a16:creationId xmlns:a16="http://schemas.microsoft.com/office/drawing/2014/main" id="{C3CEC406-A3E0-456E-AEFC-C6626633A8C9}"/>
              </a:ext>
            </a:extLst>
          </p:cNvPr>
          <p:cNvSpPr>
            <a:spLocks noGrp="1"/>
          </p:cNvSpPr>
          <p:nvPr/>
        </p:nvSpPr>
        <p:spPr>
          <a:xfrm>
            <a:off x="590550" y="1390650"/>
            <a:ext cx="10953750" cy="409575"/>
          </a:xfrm>
          <a:prstGeom prst="rect">
            <a:avLst/>
          </a:prstGeom>
          <a:noFill/>
          <a:ln w="0">
            <a:noFill/>
          </a:ln>
        </p:spPr>
        <p:txBody>
          <a:bodyPr wrap="square" lIns="0" tIns="0" rIns="0" bIns="0" anchor="t">
            <a:noAutofit/>
          </a:bodyPr>
          <a:lstStyle>
            <a:defPPr algn="l">
              <a:defRPr sz="1575" b="0">
                <a:solidFill>
                  <a:srgbClr val="616773"/>
                </a:solidFill>
                <a:latin typeface="Malgun Gothic"/>
                <a:ea typeface="Malgun Gothic"/>
                <a:cs typeface="Malgun Gothic"/>
              </a:defRPr>
            </a:defPPr>
            <a:lvl1pPr algn="l">
              <a:defRPr sz="1575" b="0">
                <a:solidFill>
                  <a:srgbClr val="616773"/>
                </a:solidFill>
                <a:latin typeface="Malgun Gothic"/>
                <a:ea typeface="Malgun Gothic"/>
                <a:cs typeface="Malgun Gothic"/>
              </a:defRPr>
            </a:lvl1pPr>
            <a:lvl2pPr algn="l">
              <a:defRPr sz="1575" b="0">
                <a:solidFill>
                  <a:srgbClr val="616773"/>
                </a:solidFill>
                <a:latin typeface="Malgun Gothic"/>
                <a:ea typeface="Malgun Gothic"/>
                <a:cs typeface="Malgun Gothic"/>
              </a:defRPr>
            </a:lvl2pPr>
            <a:lvl3pPr algn="l">
              <a:defRPr sz="1575" b="0">
                <a:solidFill>
                  <a:srgbClr val="616773"/>
                </a:solidFill>
                <a:latin typeface="Malgun Gothic"/>
                <a:ea typeface="Malgun Gothic"/>
                <a:cs typeface="Malgun Gothic"/>
              </a:defRPr>
            </a:lvl3pPr>
            <a:lvl4pPr algn="l">
              <a:defRPr sz="1575" b="0">
                <a:solidFill>
                  <a:srgbClr val="616773"/>
                </a:solidFill>
                <a:latin typeface="Malgun Gothic"/>
                <a:ea typeface="Malgun Gothic"/>
                <a:cs typeface="Malgun Gothic"/>
              </a:defRPr>
            </a:lvl4pPr>
            <a:lvl5pPr algn="l">
              <a:defRPr sz="1575" b="0">
                <a:solidFill>
                  <a:srgbClr val="616773"/>
                </a:solidFill>
                <a:latin typeface="Malgun Gothic"/>
                <a:ea typeface="Malgun Gothic"/>
                <a:cs typeface="Malgun Gothic"/>
              </a:defRPr>
            </a:lvl5pPr>
            <a:lvl6pPr algn="l">
              <a:defRPr sz="1575" b="0">
                <a:solidFill>
                  <a:srgbClr val="616773"/>
                </a:solidFill>
                <a:latin typeface="Malgun Gothic"/>
                <a:ea typeface="Malgun Gothic"/>
                <a:cs typeface="Malgun Gothic"/>
              </a:defRPr>
            </a:lvl6pPr>
            <a:lvl7pPr algn="l">
              <a:defRPr sz="1575" b="0">
                <a:solidFill>
                  <a:srgbClr val="616773"/>
                </a:solidFill>
                <a:latin typeface="Malgun Gothic"/>
                <a:ea typeface="Malgun Gothic"/>
                <a:cs typeface="Malgun Gothic"/>
              </a:defRPr>
            </a:lvl7pPr>
            <a:lvl8pPr algn="l">
              <a:defRPr sz="1575" b="0">
                <a:solidFill>
                  <a:srgbClr val="616773"/>
                </a:solidFill>
                <a:latin typeface="Malgun Gothic"/>
                <a:ea typeface="Malgun Gothic"/>
                <a:cs typeface="Malgun Gothic"/>
              </a:defRPr>
            </a:lvl8pPr>
            <a:lvl9pPr algn="l">
              <a:defRPr sz="1575" b="0">
                <a:solidFill>
                  <a:srgbClr val="616773"/>
                </a:solidFill>
                <a:latin typeface="Malgun Gothic"/>
                <a:ea typeface="Malgun Gothic"/>
                <a:cs typeface="Malgun Gothic"/>
              </a:defRPr>
            </a:lvl9pPr>
          </a:lstStyle>
          <a:p>
            <a:pPr algn="l">
              <a:defRPr sz="1575" b="0">
                <a:solidFill>
                  <a:srgbClr val="616773"/>
                </a:solidFill>
                <a:latin typeface="Malgun Gothic"/>
                <a:ea typeface="Malgun Gothic"/>
                <a:cs typeface="Malgun Gothic"/>
              </a:defRPr>
            </a:pPr>
            <a:r>
              <a:rPr sz="1575" b="0">
                <a:solidFill>
                  <a:srgbClr val="616773"/>
                </a:solidFill>
                <a:latin typeface="Malgun Gothic"/>
                <a:ea typeface="Malgun Gothic"/>
                <a:cs typeface="Malgun Gothic"/>
              </a:rPr>
              <a:t>교육용 가상 자료입니다. 내 직무를 선택해 같은 자료를 결과물 3개로 연결합니다.</a:t>
            </a:r>
          </a:p>
        </p:txBody>
      </p:sp>
      <p:sp>
        <p:nvSpPr>
          <p:cNvPr id="4" name="session1-251">
            <a:extLst>
              <a:ext uri="{FF2B5EF4-FFF2-40B4-BE49-F238E27FC236}">
                <a16:creationId xmlns:a16="http://schemas.microsoft.com/office/drawing/2014/main" id="{71B47896-A83A-42DD-9894-D71B265572D1}"/>
              </a:ext>
            </a:extLst>
          </p:cNvPr>
          <p:cNvSpPr>
            <a:spLocks noGrp="1"/>
          </p:cNvSpPr>
          <p:nvPr/>
        </p:nvSpPr>
        <p:spPr>
          <a:xfrm>
            <a:off x="590550" y="6477000"/>
            <a:ext cx="2857500" cy="180975"/>
          </a:xfrm>
          <a:prstGeom prst="rect">
            <a:avLst/>
          </a:prstGeom>
          <a:noFill/>
          <a:ln w="0">
            <a:noFill/>
          </a:ln>
        </p:spPr>
        <p:txBody>
          <a:bodyPr wrap="square" lIns="0" tIns="0" rIns="0" bIns="0" anchor="t">
            <a:noAutofit/>
          </a:bodyPr>
          <a:lstStyle>
            <a:defPPr algn="l">
              <a:defRPr sz="900" b="0">
                <a:solidFill>
                  <a:srgbClr val="616773"/>
                </a:solidFill>
                <a:latin typeface="Malgun Gothic"/>
                <a:ea typeface="Malgun Gothic"/>
                <a:cs typeface="Malgun Gothic"/>
              </a:defRPr>
            </a:defPPr>
            <a:lvl1pPr algn="l">
              <a:defRPr sz="900" b="0">
                <a:solidFill>
                  <a:srgbClr val="616773"/>
                </a:solidFill>
                <a:latin typeface="Malgun Gothic"/>
                <a:ea typeface="Malgun Gothic"/>
                <a:cs typeface="Malgun Gothic"/>
              </a:defRPr>
            </a:lvl1pPr>
            <a:lvl2pPr algn="l">
              <a:defRPr sz="900" b="0">
                <a:solidFill>
                  <a:srgbClr val="616773"/>
                </a:solidFill>
                <a:latin typeface="Malgun Gothic"/>
                <a:ea typeface="Malgun Gothic"/>
                <a:cs typeface="Malgun Gothic"/>
              </a:defRPr>
            </a:lvl2pPr>
            <a:lvl3pPr algn="l">
              <a:defRPr sz="900" b="0">
                <a:solidFill>
                  <a:srgbClr val="616773"/>
                </a:solidFill>
                <a:latin typeface="Malgun Gothic"/>
                <a:ea typeface="Malgun Gothic"/>
                <a:cs typeface="Malgun Gothic"/>
              </a:defRPr>
            </a:lvl3pPr>
            <a:lvl4pPr algn="l">
              <a:defRPr sz="900" b="0">
                <a:solidFill>
                  <a:srgbClr val="616773"/>
                </a:solidFill>
                <a:latin typeface="Malgun Gothic"/>
                <a:ea typeface="Malgun Gothic"/>
                <a:cs typeface="Malgun Gothic"/>
              </a:defRPr>
            </a:lvl4pPr>
            <a:lvl5pPr algn="l">
              <a:defRPr sz="900" b="0">
                <a:solidFill>
                  <a:srgbClr val="616773"/>
                </a:solidFill>
                <a:latin typeface="Malgun Gothic"/>
                <a:ea typeface="Malgun Gothic"/>
                <a:cs typeface="Malgun Gothic"/>
              </a:defRPr>
            </a:lvl5pPr>
            <a:lvl6pPr algn="l">
              <a:defRPr sz="900" b="0">
                <a:solidFill>
                  <a:srgbClr val="616773"/>
                </a:solidFill>
                <a:latin typeface="Malgun Gothic"/>
                <a:ea typeface="Malgun Gothic"/>
                <a:cs typeface="Malgun Gothic"/>
              </a:defRPr>
            </a:lvl6pPr>
            <a:lvl7pPr algn="l">
              <a:defRPr sz="900" b="0">
                <a:solidFill>
                  <a:srgbClr val="616773"/>
                </a:solidFill>
                <a:latin typeface="Malgun Gothic"/>
                <a:ea typeface="Malgun Gothic"/>
                <a:cs typeface="Malgun Gothic"/>
              </a:defRPr>
            </a:lvl7pPr>
            <a:lvl8pPr algn="l">
              <a:defRPr sz="900" b="0">
                <a:solidFill>
                  <a:srgbClr val="616773"/>
                </a:solidFill>
                <a:latin typeface="Malgun Gothic"/>
                <a:ea typeface="Malgun Gothic"/>
                <a:cs typeface="Malgun Gothic"/>
              </a:defRPr>
            </a:lvl8pPr>
            <a:lvl9pPr algn="l">
              <a:defRPr sz="900" b="0">
                <a:solidFill>
                  <a:srgbClr val="616773"/>
                </a:solidFill>
                <a:latin typeface="Malgun Gothic"/>
                <a:ea typeface="Malgun Gothic"/>
                <a:cs typeface="Malgun Gothic"/>
              </a:defRPr>
            </a:lvl9pPr>
          </a:lstStyle>
          <a:p>
            <a:pPr algn="l">
              <a:defRPr sz="900" b="0">
                <a:solidFill>
                  <a:srgbClr val="616773"/>
                </a:solidFill>
                <a:latin typeface="Malgun Gothic"/>
                <a:ea typeface="Malgun Gothic"/>
                <a:cs typeface="Malgun Gothic"/>
              </a:defRPr>
            </a:pPr>
            <a:r>
              <a:rPr sz="900" b="0">
                <a:solidFill>
                  <a:srgbClr val="616773"/>
                </a:solidFill>
                <a:latin typeface="Malgun Gothic"/>
                <a:ea typeface="Malgun Gothic"/>
                <a:cs typeface="Malgun Gothic"/>
              </a:rPr>
              <a:t>An Eun Kyoung</a:t>
            </a:r>
          </a:p>
        </p:txBody>
      </p:sp>
      <p:sp>
        <p:nvSpPr>
          <p:cNvPr id="5" name="session1-252">
            <a:extLst>
              <a:ext uri="{FF2B5EF4-FFF2-40B4-BE49-F238E27FC236}">
                <a16:creationId xmlns:a16="http://schemas.microsoft.com/office/drawing/2014/main" id="{16ED449C-DE3C-44D1-990E-A8F3FC6BAD63}"/>
              </a:ext>
            </a:extLst>
          </p:cNvPr>
          <p:cNvSpPr>
            <a:spLocks noGrp="1"/>
          </p:cNvSpPr>
          <p:nvPr/>
        </p:nvSpPr>
        <p:spPr>
          <a:xfrm>
            <a:off x="11144250" y="6438900"/>
            <a:ext cx="457200" cy="228600"/>
          </a:xfrm>
          <a:prstGeom prst="rect">
            <a:avLst/>
          </a:prstGeom>
          <a:noFill/>
          <a:ln w="0">
            <a:noFill/>
          </a:ln>
        </p:spPr>
        <p:txBody>
          <a:bodyPr wrap="square" lIns="0" tIns="0" rIns="0" bIns="0" anchor="t">
            <a:noAutofit/>
          </a:bodyPr>
          <a:lstStyle>
            <a:defPPr algn="r">
              <a:defRPr sz="1050" b="1">
                <a:solidFill>
                  <a:srgbClr val="101456"/>
                </a:solidFill>
                <a:latin typeface="Malgun Gothic"/>
                <a:ea typeface="Malgun Gothic"/>
                <a:cs typeface="Malgun Gothic"/>
              </a:defRPr>
            </a:defPPr>
            <a:lvl1pPr algn="r">
              <a:defRPr sz="1050" b="1">
                <a:solidFill>
                  <a:srgbClr val="101456"/>
                </a:solidFill>
                <a:latin typeface="Malgun Gothic"/>
                <a:ea typeface="Malgun Gothic"/>
                <a:cs typeface="Malgun Gothic"/>
              </a:defRPr>
            </a:lvl1pPr>
            <a:lvl2pPr algn="r">
              <a:defRPr sz="1050" b="1">
                <a:solidFill>
                  <a:srgbClr val="101456"/>
                </a:solidFill>
                <a:latin typeface="Malgun Gothic"/>
                <a:ea typeface="Malgun Gothic"/>
                <a:cs typeface="Malgun Gothic"/>
              </a:defRPr>
            </a:lvl2pPr>
            <a:lvl3pPr algn="r">
              <a:defRPr sz="1050" b="1">
                <a:solidFill>
                  <a:srgbClr val="101456"/>
                </a:solidFill>
                <a:latin typeface="Malgun Gothic"/>
                <a:ea typeface="Malgun Gothic"/>
                <a:cs typeface="Malgun Gothic"/>
              </a:defRPr>
            </a:lvl3pPr>
            <a:lvl4pPr algn="r">
              <a:defRPr sz="1050" b="1">
                <a:solidFill>
                  <a:srgbClr val="101456"/>
                </a:solidFill>
                <a:latin typeface="Malgun Gothic"/>
                <a:ea typeface="Malgun Gothic"/>
                <a:cs typeface="Malgun Gothic"/>
              </a:defRPr>
            </a:lvl4pPr>
            <a:lvl5pPr algn="r">
              <a:defRPr sz="1050" b="1">
                <a:solidFill>
                  <a:srgbClr val="101456"/>
                </a:solidFill>
                <a:latin typeface="Malgun Gothic"/>
                <a:ea typeface="Malgun Gothic"/>
                <a:cs typeface="Malgun Gothic"/>
              </a:defRPr>
            </a:lvl5pPr>
            <a:lvl6pPr algn="r">
              <a:defRPr sz="1050" b="1">
                <a:solidFill>
                  <a:srgbClr val="101456"/>
                </a:solidFill>
                <a:latin typeface="Malgun Gothic"/>
                <a:ea typeface="Malgun Gothic"/>
                <a:cs typeface="Malgun Gothic"/>
              </a:defRPr>
            </a:lvl6pPr>
            <a:lvl7pPr algn="r">
              <a:defRPr sz="1050" b="1">
                <a:solidFill>
                  <a:srgbClr val="101456"/>
                </a:solidFill>
                <a:latin typeface="Malgun Gothic"/>
                <a:ea typeface="Malgun Gothic"/>
                <a:cs typeface="Malgun Gothic"/>
              </a:defRPr>
            </a:lvl7pPr>
            <a:lvl8pPr algn="r">
              <a:defRPr sz="1050" b="1">
                <a:solidFill>
                  <a:srgbClr val="101456"/>
                </a:solidFill>
                <a:latin typeface="Malgun Gothic"/>
                <a:ea typeface="Malgun Gothic"/>
                <a:cs typeface="Malgun Gothic"/>
              </a:defRPr>
            </a:lvl8pPr>
            <a:lvl9pPr algn="r">
              <a:defRPr sz="1050" b="1">
                <a:solidFill>
                  <a:srgbClr val="101456"/>
                </a:solidFill>
                <a:latin typeface="Malgun Gothic"/>
                <a:ea typeface="Malgun Gothic"/>
                <a:cs typeface="Malgun Gothic"/>
              </a:defRPr>
            </a:lvl9pPr>
          </a:lstStyle>
          <a:p>
            <a:pPr algn="r">
              <a:defRPr sz="1050" b="1">
                <a:solidFill>
                  <a:srgbClr val="101456"/>
                </a:solidFill>
                <a:latin typeface="Malgun Gothic"/>
                <a:ea typeface="Malgun Gothic"/>
                <a:cs typeface="Malgun Gothic"/>
              </a:defRPr>
            </a:pPr>
            <a:r>
              <a:rPr sz="1050" b="1">
                <a:solidFill>
                  <a:srgbClr val="101456"/>
                </a:solidFill>
                <a:latin typeface="Malgun Gothic"/>
                <a:ea typeface="Malgun Gothic"/>
                <a:cs typeface="Malgun Gothic"/>
              </a:rPr>
              <a:t>07</a:t>
            </a:r>
          </a:p>
        </p:txBody>
      </p:sp>
      <p:sp>
        <p:nvSpPr>
          <p:cNvPr id="6" name="session1-253">
            <a:extLst>
              <a:ext uri="{FF2B5EF4-FFF2-40B4-BE49-F238E27FC236}">
                <a16:creationId xmlns:a16="http://schemas.microsoft.com/office/drawing/2014/main" id="{A997D3A2-1733-4768-9F30-63F535B830B7}"/>
              </a:ext>
            </a:extLst>
          </p:cNvPr>
          <p:cNvSpPr>
            <a:spLocks noGrp="1"/>
          </p:cNvSpPr>
          <p:nvPr/>
        </p:nvSpPr>
        <p:spPr>
          <a:xfrm>
            <a:off x="609600" y="2057400"/>
            <a:ext cx="5353050" cy="1000125"/>
          </a:xfrm>
          <a:prstGeom prst="rect">
            <a:avLst/>
          </a:prstGeom>
          <a:noFill/>
          <a:ln w="0">
            <a:noFill/>
          </a:ln>
        </p:spPr>
        <p:txBody>
          <a:bodyPr wrap="square" lIns="0" tIns="0" rIns="0" bIns="0" anchor="t">
            <a:noAutofit/>
          </a:bodyPr>
          <a:lstStyle>
            <a:defPPr algn="l">
              <a:defRPr sz="1725" b="0">
                <a:solidFill>
                  <a:srgbClr val="15171C"/>
                </a:solidFill>
                <a:latin typeface="Malgun Gothic"/>
                <a:ea typeface="Malgun Gothic"/>
                <a:cs typeface="Malgun Gothic"/>
              </a:defRPr>
            </a:defPPr>
            <a:lvl1pPr algn="l">
              <a:defRPr sz="1725" b="0">
                <a:solidFill>
                  <a:srgbClr val="15171C"/>
                </a:solidFill>
                <a:latin typeface="Malgun Gothic"/>
                <a:ea typeface="Malgun Gothic"/>
                <a:cs typeface="Malgun Gothic"/>
              </a:defRPr>
            </a:lvl1pPr>
            <a:lvl2pPr algn="l">
              <a:defRPr sz="1725" b="0">
                <a:solidFill>
                  <a:srgbClr val="15171C"/>
                </a:solidFill>
                <a:latin typeface="Malgun Gothic"/>
                <a:ea typeface="Malgun Gothic"/>
                <a:cs typeface="Malgun Gothic"/>
              </a:defRPr>
            </a:lvl2pPr>
            <a:lvl3pPr algn="l">
              <a:defRPr sz="1725" b="0">
                <a:solidFill>
                  <a:srgbClr val="15171C"/>
                </a:solidFill>
                <a:latin typeface="Malgun Gothic"/>
                <a:ea typeface="Malgun Gothic"/>
                <a:cs typeface="Malgun Gothic"/>
              </a:defRPr>
            </a:lvl3pPr>
            <a:lvl4pPr algn="l">
              <a:defRPr sz="1725" b="0">
                <a:solidFill>
                  <a:srgbClr val="15171C"/>
                </a:solidFill>
                <a:latin typeface="Malgun Gothic"/>
                <a:ea typeface="Malgun Gothic"/>
                <a:cs typeface="Malgun Gothic"/>
              </a:defRPr>
            </a:lvl4pPr>
            <a:lvl5pPr algn="l">
              <a:defRPr sz="1725" b="0">
                <a:solidFill>
                  <a:srgbClr val="15171C"/>
                </a:solidFill>
                <a:latin typeface="Malgun Gothic"/>
                <a:ea typeface="Malgun Gothic"/>
                <a:cs typeface="Malgun Gothic"/>
              </a:defRPr>
            </a:lvl5pPr>
            <a:lvl6pPr algn="l">
              <a:defRPr sz="1725" b="0">
                <a:solidFill>
                  <a:srgbClr val="15171C"/>
                </a:solidFill>
                <a:latin typeface="Malgun Gothic"/>
                <a:ea typeface="Malgun Gothic"/>
                <a:cs typeface="Malgun Gothic"/>
              </a:defRPr>
            </a:lvl6pPr>
            <a:lvl7pPr algn="l">
              <a:defRPr sz="1725" b="0">
                <a:solidFill>
                  <a:srgbClr val="15171C"/>
                </a:solidFill>
                <a:latin typeface="Malgun Gothic"/>
                <a:ea typeface="Malgun Gothic"/>
                <a:cs typeface="Malgun Gothic"/>
              </a:defRPr>
            </a:lvl7pPr>
            <a:lvl8pPr algn="l">
              <a:defRPr sz="1725" b="0">
                <a:solidFill>
                  <a:srgbClr val="15171C"/>
                </a:solidFill>
                <a:latin typeface="Malgun Gothic"/>
                <a:ea typeface="Malgun Gothic"/>
                <a:cs typeface="Malgun Gothic"/>
              </a:defRPr>
            </a:lvl8pPr>
            <a:lvl9pPr algn="l">
              <a:defRPr sz="1725" b="0">
                <a:solidFill>
                  <a:srgbClr val="15171C"/>
                </a:solidFill>
                <a:latin typeface="Malgun Gothic"/>
                <a:ea typeface="Malgun Gothic"/>
                <a:cs typeface="Malgun Gothic"/>
              </a:defRPr>
            </a:lvl9pPr>
          </a:lstStyle>
          <a:p>
            <a:pPr algn="l">
              <a:defRPr sz="1725" b="0">
                <a:solidFill>
                  <a:srgbClr val="15171C"/>
                </a:solidFill>
                <a:latin typeface="Malgun Gothic"/>
                <a:ea typeface="Malgun Gothic"/>
                <a:cs typeface="Malgun Gothic"/>
              </a:defRPr>
            </a:pPr>
            <a:r>
              <a:rPr sz="1725" b="0">
                <a:solidFill>
                  <a:srgbClr val="15171C"/>
                </a:solidFill>
                <a:latin typeface="Malgun Gothic"/>
                <a:ea typeface="Malgun Gothic"/>
                <a:cs typeface="Malgun Gothic"/>
              </a:rPr>
              <a:t>역할  온라인 소품 판매·콘텐츠 운영</a:t>
            </a:r>
          </a:p>
          <a:p>
            <a:pPr algn="l">
              <a:defRPr sz="1725" b="0">
                <a:solidFill>
                  <a:srgbClr val="15171C"/>
                </a:solidFill>
                <a:latin typeface="Malgun Gothic"/>
                <a:ea typeface="Malgun Gothic"/>
                <a:cs typeface="Malgun Gothic"/>
              </a:defRPr>
            </a:pPr>
            <a:r>
              <a:rPr sz="1725" b="0">
                <a:solidFill>
                  <a:srgbClr val="15171C"/>
                </a:solidFill>
                <a:latin typeface="Malgun Gothic"/>
                <a:ea typeface="Malgun Gothic"/>
                <a:cs typeface="Malgun Gothic"/>
              </a:rPr>
              <a:t>문제  어떤 상품의 상세 정보를 먼저 고칠까?</a:t>
            </a:r>
          </a:p>
        </p:txBody>
      </p:sp>
      <p:sp>
        <p:nvSpPr>
          <p:cNvPr id="7" name="session1-254">
            <a:extLst>
              <a:ext uri="{FF2B5EF4-FFF2-40B4-BE49-F238E27FC236}">
                <a16:creationId xmlns:a16="http://schemas.microsoft.com/office/drawing/2014/main" id="{F7E7568C-3DB2-4666-88A1-D587694C938A}"/>
              </a:ext>
            </a:extLst>
          </p:cNvPr>
          <p:cNvSpPr>
            <a:spLocks noGrp="1"/>
          </p:cNvSpPr>
          <p:nvPr/>
        </p:nvSpPr>
        <p:spPr>
          <a:xfrm>
            <a:off x="6257925" y="2057400"/>
            <a:ext cx="5314950" cy="1000125"/>
          </a:xfrm>
          <a:prstGeom prst="rect">
            <a:avLst/>
          </a:prstGeom>
          <a:noFill/>
          <a:ln w="0">
            <a:noFill/>
          </a:ln>
        </p:spPr>
        <p:txBody>
          <a:bodyPr wrap="square" lIns="0" tIns="0" rIns="0" bIns="0" anchor="t">
            <a:noAutofit/>
          </a:bodyPr>
          <a:lstStyle>
            <a:defPPr algn="l">
              <a:defRPr sz="1650" b="1">
                <a:solidFill>
                  <a:srgbClr val="101456"/>
                </a:solidFill>
                <a:latin typeface="Malgun Gothic"/>
                <a:ea typeface="Malgun Gothic"/>
                <a:cs typeface="Malgun Gothic"/>
              </a:defRPr>
            </a:defPPr>
            <a:lvl1pPr algn="l">
              <a:defRPr sz="1650" b="1">
                <a:solidFill>
                  <a:srgbClr val="101456"/>
                </a:solidFill>
                <a:latin typeface="Malgun Gothic"/>
                <a:ea typeface="Malgun Gothic"/>
                <a:cs typeface="Malgun Gothic"/>
              </a:defRPr>
            </a:lvl1pPr>
            <a:lvl2pPr algn="l">
              <a:defRPr sz="1650" b="1">
                <a:solidFill>
                  <a:srgbClr val="101456"/>
                </a:solidFill>
                <a:latin typeface="Malgun Gothic"/>
                <a:ea typeface="Malgun Gothic"/>
                <a:cs typeface="Malgun Gothic"/>
              </a:defRPr>
            </a:lvl2pPr>
            <a:lvl3pPr algn="l">
              <a:defRPr sz="1650" b="1">
                <a:solidFill>
                  <a:srgbClr val="101456"/>
                </a:solidFill>
                <a:latin typeface="Malgun Gothic"/>
                <a:ea typeface="Malgun Gothic"/>
                <a:cs typeface="Malgun Gothic"/>
              </a:defRPr>
            </a:lvl3pPr>
            <a:lvl4pPr algn="l">
              <a:defRPr sz="1650" b="1">
                <a:solidFill>
                  <a:srgbClr val="101456"/>
                </a:solidFill>
                <a:latin typeface="Malgun Gothic"/>
                <a:ea typeface="Malgun Gothic"/>
                <a:cs typeface="Malgun Gothic"/>
              </a:defRPr>
            </a:lvl4pPr>
            <a:lvl5pPr algn="l">
              <a:defRPr sz="1650" b="1">
                <a:solidFill>
                  <a:srgbClr val="101456"/>
                </a:solidFill>
                <a:latin typeface="Malgun Gothic"/>
                <a:ea typeface="Malgun Gothic"/>
                <a:cs typeface="Malgun Gothic"/>
              </a:defRPr>
            </a:lvl5pPr>
            <a:lvl6pPr algn="l">
              <a:defRPr sz="1650" b="1">
                <a:solidFill>
                  <a:srgbClr val="101456"/>
                </a:solidFill>
                <a:latin typeface="Malgun Gothic"/>
                <a:ea typeface="Malgun Gothic"/>
                <a:cs typeface="Malgun Gothic"/>
              </a:defRPr>
            </a:lvl6pPr>
            <a:lvl7pPr algn="l">
              <a:defRPr sz="1650" b="1">
                <a:solidFill>
                  <a:srgbClr val="101456"/>
                </a:solidFill>
                <a:latin typeface="Malgun Gothic"/>
                <a:ea typeface="Malgun Gothic"/>
                <a:cs typeface="Malgun Gothic"/>
              </a:defRPr>
            </a:lvl7pPr>
            <a:lvl8pPr algn="l">
              <a:defRPr sz="1650" b="1">
                <a:solidFill>
                  <a:srgbClr val="101456"/>
                </a:solidFill>
                <a:latin typeface="Malgun Gothic"/>
                <a:ea typeface="Malgun Gothic"/>
                <a:cs typeface="Malgun Gothic"/>
              </a:defRPr>
            </a:lvl8pPr>
            <a:lvl9pPr algn="l">
              <a:defRPr sz="1650" b="1">
                <a:solidFill>
                  <a:srgbClr val="101456"/>
                </a:solidFill>
                <a:latin typeface="Malgun Gothic"/>
                <a:ea typeface="Malgun Gothic"/>
                <a:cs typeface="Malgun Gothic"/>
              </a:defRPr>
            </a:lvl9pPr>
          </a:lstStyle>
          <a:p>
            <a:pPr algn="l">
              <a:defRPr sz="1650" b="1">
                <a:solidFill>
                  <a:srgbClr val="101456"/>
                </a:solidFill>
                <a:latin typeface="Malgun Gothic"/>
                <a:ea typeface="Malgun Gothic"/>
                <a:cs typeface="Malgun Gothic"/>
              </a:defRPr>
            </a:pPr>
            <a:r>
              <a:rPr sz="1650" b="1">
                <a:solidFill>
                  <a:srgbClr val="101456"/>
                </a:solidFill>
                <a:latin typeface="Malgun Gothic"/>
                <a:ea typeface="Malgun Gothic"/>
                <a:cs typeface="Malgun Gothic"/>
              </a:rPr>
              <a:t>단위  상품·주차별 집계 / 금액은 원</a:t>
            </a:r>
          </a:p>
          <a:p>
            <a:pPr algn="l">
              <a:defRPr sz="1650" b="1">
                <a:solidFill>
                  <a:srgbClr val="101456"/>
                </a:solidFill>
                <a:latin typeface="Malgun Gothic"/>
                <a:ea typeface="Malgun Gothic"/>
                <a:cs typeface="Malgun Gothic"/>
              </a:defRPr>
            </a:pPr>
            <a:r>
              <a:rPr sz="1650" b="1">
                <a:solidFill>
                  <a:srgbClr val="101456"/>
                </a:solidFill>
                <a:latin typeface="Malgun Gothic"/>
                <a:ea typeface="Malgun Gothic"/>
                <a:cs typeface="Malgun Gothic"/>
              </a:rPr>
              <a:t>기준  순매출과 반품률 / 순이익은 미제공</a:t>
            </a:r>
          </a:p>
        </p:txBody>
      </p:sp>
      <p:graphicFrame>
        <p:nvGraphicFramePr>
          <p:cNvPr id="8" name="표 7">
            <a:extLst>
              <a:ext uri="{FF2B5EF4-FFF2-40B4-BE49-F238E27FC236}">
                <a16:creationId xmlns:a16="http://schemas.microsoft.com/office/drawing/2014/main" id="{1FFF79E1-4340-493A-8225-86D12E73CD2A}"/>
              </a:ext>
            </a:extLst>
          </p:cNvPr>
          <p:cNvGraphicFramePr/>
          <p:nvPr/>
        </p:nvGraphicFramePr>
        <p:xfrm>
          <a:off x="590550" y="3276600"/>
          <a:ext cx="11010900" cy="2162175"/>
        </p:xfrm>
        <a:graphic>
          <a:graphicData uri="http://schemas.openxmlformats.org/drawingml/2006/table">
            <a:tbl>
              <a:tblPr/>
              <a:tblGrid>
                <a:gridCol w="723900">
                  <a:extLst>
                    <a:ext uri="{9D8B030D-6E8A-4147-A177-3AD203B41FA5}">
                      <a16:colId xmlns:a16="http://schemas.microsoft.com/office/drawing/2014/main" val="20000"/>
                    </a:ext>
                  </a:extLst>
                </a:gridCol>
                <a:gridCol w="1095375">
                  <a:extLst>
                    <a:ext uri="{9D8B030D-6E8A-4147-A177-3AD203B41FA5}">
                      <a16:colId xmlns:a16="http://schemas.microsoft.com/office/drawing/2014/main" val="20001"/>
                    </a:ext>
                  </a:extLst>
                </a:gridCol>
                <a:gridCol w="1714500">
                  <a:extLst>
                    <a:ext uri="{9D8B030D-6E8A-4147-A177-3AD203B41FA5}">
                      <a16:colId xmlns:a16="http://schemas.microsoft.com/office/drawing/2014/main" val="20002"/>
                    </a:ext>
                  </a:extLst>
                </a:gridCol>
                <a:gridCol w="1495425">
                  <a:extLst>
                    <a:ext uri="{9D8B030D-6E8A-4147-A177-3AD203B41FA5}">
                      <a16:colId xmlns:a16="http://schemas.microsoft.com/office/drawing/2014/main" val="20003"/>
                    </a:ext>
                  </a:extLst>
                </a:gridCol>
                <a:gridCol w="1495425">
                  <a:extLst>
                    <a:ext uri="{9D8B030D-6E8A-4147-A177-3AD203B41FA5}">
                      <a16:colId xmlns:a16="http://schemas.microsoft.com/office/drawing/2014/main" val="20004"/>
                    </a:ext>
                  </a:extLst>
                </a:gridCol>
                <a:gridCol w="1495425">
                  <a:extLst>
                    <a:ext uri="{9D8B030D-6E8A-4147-A177-3AD203B41FA5}">
                      <a16:colId xmlns:a16="http://schemas.microsoft.com/office/drawing/2014/main" val="20005"/>
                    </a:ext>
                  </a:extLst>
                </a:gridCol>
                <a:gridCol w="1495425">
                  <a:extLst>
                    <a:ext uri="{9D8B030D-6E8A-4147-A177-3AD203B41FA5}">
                      <a16:colId xmlns:a16="http://schemas.microsoft.com/office/drawing/2014/main" val="20006"/>
                    </a:ext>
                  </a:extLst>
                </a:gridCol>
                <a:gridCol w="1495425">
                  <a:extLst>
                    <a:ext uri="{9D8B030D-6E8A-4147-A177-3AD203B41FA5}">
                      <a16:colId xmlns:a16="http://schemas.microsoft.com/office/drawing/2014/main" val="20007"/>
                    </a:ext>
                  </a:extLst>
                </a:gridCol>
              </a:tblGrid>
              <a:tr h="432435">
                <a:tc>
                  <a:txBody>
                    <a:bodyPr/>
                    <a:lstStyle/>
                    <a:p>
                      <a:pPr algn="l"/>
                      <a:r>
                        <a:rPr sz="1575" b="1">
                          <a:solidFill>
                            <a:srgbClr val="FFFFFF"/>
                          </a:solidFill>
                          <a:latin typeface="Malgun Gothic"/>
                          <a:ea typeface="Malgun Gothic"/>
                          <a:cs typeface="Malgun Gothic"/>
                        </a:rPr>
                        <a:t>행</a:t>
                      </a:r>
                    </a:p>
                  </a:txBody>
                  <a:tcPr anchor="ctr">
                    <a:lnL w="6668">
                      <a:solidFill>
                        <a:srgbClr val="DADDE5"/>
                      </a:solidFill>
                      <a:prstDash val="soli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575" b="1">
                          <a:solidFill>
                            <a:srgbClr val="FFFFFF"/>
                          </a:solidFill>
                          <a:latin typeface="Malgun Gothic"/>
                          <a:ea typeface="Malgun Gothic"/>
                          <a:cs typeface="Malgun Gothic"/>
                        </a:rPr>
                        <a:t>주차</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575" b="1">
                          <a:solidFill>
                            <a:srgbClr val="FFFFFF"/>
                          </a:solidFill>
                          <a:latin typeface="Malgun Gothic"/>
                          <a:ea typeface="Malgun Gothic"/>
                          <a:cs typeface="Malgun Gothic"/>
                        </a:rPr>
                        <a:t>상품</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575" b="1">
                          <a:solidFill>
                            <a:srgbClr val="FFFFFF"/>
                          </a:solidFill>
                          <a:latin typeface="Malgun Gothic"/>
                          <a:ea typeface="Malgun Gothic"/>
                          <a:cs typeface="Malgun Gothic"/>
                        </a:rPr>
                        <a:t>주문</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575" b="1">
                          <a:solidFill>
                            <a:srgbClr val="FFFFFF"/>
                          </a:solidFill>
                          <a:latin typeface="Malgun Gothic"/>
                          <a:ea typeface="Malgun Gothic"/>
                          <a:cs typeface="Malgun Gothic"/>
                        </a:rPr>
                        <a:t>반품</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575" b="1">
                          <a:solidFill>
                            <a:srgbClr val="FFFFFF"/>
                          </a:solidFill>
                          <a:latin typeface="Malgun Gothic"/>
                          <a:ea typeface="Malgun Gothic"/>
                          <a:cs typeface="Malgun Gothic"/>
                        </a:rPr>
                        <a:t>결제액</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575" b="1">
                          <a:solidFill>
                            <a:srgbClr val="FFFFFF"/>
                          </a:solidFill>
                          <a:latin typeface="Malgun Gothic"/>
                          <a:ea typeface="Malgun Gothic"/>
                          <a:cs typeface="Malgun Gothic"/>
                        </a:rPr>
                        <a:t>환불액</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575" b="1">
                          <a:solidFill>
                            <a:srgbClr val="FFFFFF"/>
                          </a:solidFill>
                          <a:latin typeface="Malgun Gothic"/>
                          <a:ea typeface="Malgun Gothic"/>
                          <a:cs typeface="Malgun Gothic"/>
                        </a:rPr>
                        <a:t>광고비</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extLst>
                  <a:ext uri="{0D108BD9-81ED-4DB2-BD59-A6C34878D82A}">
                    <a16:rowId xmlns:a16="http://schemas.microsoft.com/office/drawing/2014/main" val="10000"/>
                  </a:ext>
                </a:extLst>
              </a:tr>
              <a:tr h="432435">
                <a:tc>
                  <a:txBody>
                    <a:bodyPr/>
                    <a:lstStyle/>
                    <a:p>
                      <a:pPr algn="l"/>
                      <a:r>
                        <a:rPr sz="1575" b="0">
                          <a:solidFill>
                            <a:srgbClr val="15171C"/>
                          </a:solidFill>
                          <a:latin typeface="Malgun Gothic"/>
                          <a:ea typeface="Malgun Gothic"/>
                          <a:cs typeface="Malgun Gothic"/>
                        </a:rPr>
                        <a:t>M01</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9월1주</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파우치</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40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4</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400,000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40,000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60,000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extLst>
                  <a:ext uri="{0D108BD9-81ED-4DB2-BD59-A6C34878D82A}">
                    <a16:rowId xmlns:a16="http://schemas.microsoft.com/office/drawing/2014/main" val="10001"/>
                  </a:ext>
                </a:extLst>
              </a:tr>
              <a:tr h="432435">
                <a:tc>
                  <a:txBody>
                    <a:bodyPr/>
                    <a:lstStyle/>
                    <a:p>
                      <a:pPr algn="l"/>
                      <a:r>
                        <a:rPr sz="1575" b="0">
                          <a:solidFill>
                            <a:srgbClr val="15171C"/>
                          </a:solidFill>
                          <a:latin typeface="Malgun Gothic"/>
                          <a:ea typeface="Malgun Gothic"/>
                          <a:cs typeface="Malgun Gothic"/>
                        </a:rPr>
                        <a:t>M02</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9월2주</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파우치</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50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10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500,000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100,000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80,000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extLst>
                  <a:ext uri="{0D108BD9-81ED-4DB2-BD59-A6C34878D82A}">
                    <a16:rowId xmlns:a16="http://schemas.microsoft.com/office/drawing/2014/main" val="10002"/>
                  </a:ext>
                </a:extLst>
              </a:tr>
              <a:tr h="432435">
                <a:tc>
                  <a:txBody>
                    <a:bodyPr/>
                    <a:lstStyle/>
                    <a:p>
                      <a:pPr algn="l"/>
                      <a:r>
                        <a:rPr sz="1575" b="0">
                          <a:solidFill>
                            <a:srgbClr val="15171C"/>
                          </a:solidFill>
                          <a:latin typeface="Malgun Gothic"/>
                          <a:ea typeface="Malgun Gothic"/>
                          <a:cs typeface="Malgun Gothic"/>
                        </a:rPr>
                        <a:t>M03</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9월1주</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키링</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60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3</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300,000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15,000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30,000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extLst>
                  <a:ext uri="{0D108BD9-81ED-4DB2-BD59-A6C34878D82A}">
                    <a16:rowId xmlns:a16="http://schemas.microsoft.com/office/drawing/2014/main" val="10003"/>
                  </a:ext>
                </a:extLst>
              </a:tr>
              <a:tr h="432435">
                <a:tc>
                  <a:txBody>
                    <a:bodyPr/>
                    <a:lstStyle/>
                    <a:p>
                      <a:pPr algn="l"/>
                      <a:r>
                        <a:rPr sz="1575" b="0">
                          <a:solidFill>
                            <a:srgbClr val="15171C"/>
                          </a:solidFill>
                          <a:latin typeface="Malgun Gothic"/>
                          <a:ea typeface="Malgun Gothic"/>
                          <a:cs typeface="Malgun Gothic"/>
                        </a:rPr>
                        <a:t>M04</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9월2주</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키링</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80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4</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400,000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20,000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40,000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extLst>
                  <a:ext uri="{0D108BD9-81ED-4DB2-BD59-A6C34878D82A}">
                    <a16:rowId xmlns:a16="http://schemas.microsoft.com/office/drawing/2014/main" val="10004"/>
                  </a:ext>
                </a:extLst>
              </a:tr>
            </a:tbl>
          </a:graphicData>
        </a:graphic>
      </p:graphicFrame>
      <p:sp>
        <p:nvSpPr>
          <p:cNvPr id="9" name="session1-255">
            <a:extLst>
              <a:ext uri="{FF2B5EF4-FFF2-40B4-BE49-F238E27FC236}">
                <a16:creationId xmlns:a16="http://schemas.microsoft.com/office/drawing/2014/main" id="{21FFC78F-B963-44BC-B827-CAD06F635609}"/>
              </a:ext>
            </a:extLst>
          </p:cNvPr>
          <p:cNvSpPr>
            <a:spLocks noGrp="1"/>
          </p:cNvSpPr>
          <p:nvPr/>
        </p:nvSpPr>
        <p:spPr>
          <a:xfrm>
            <a:off x="609600" y="5715000"/>
            <a:ext cx="10858500" cy="428625"/>
          </a:xfrm>
          <a:prstGeom prst="rect">
            <a:avLst/>
          </a:prstGeom>
          <a:noFill/>
          <a:ln w="0">
            <a:noFill/>
          </a:ln>
        </p:spPr>
        <p:txBody>
          <a:bodyPr wrap="square" lIns="0" tIns="0" rIns="0" bIns="0" anchor="t">
            <a:noAutofit/>
          </a:bodyPr>
          <a:lstStyle>
            <a:defPPr algn="l">
              <a:defRPr sz="1650" b="1">
                <a:solidFill>
                  <a:srgbClr val="213EDB"/>
                </a:solidFill>
                <a:latin typeface="Malgun Gothic"/>
                <a:ea typeface="Malgun Gothic"/>
                <a:cs typeface="Malgun Gothic"/>
              </a:defRPr>
            </a:defPPr>
            <a:lvl1pPr algn="l">
              <a:defRPr sz="1650" b="1">
                <a:solidFill>
                  <a:srgbClr val="213EDB"/>
                </a:solidFill>
                <a:latin typeface="Malgun Gothic"/>
                <a:ea typeface="Malgun Gothic"/>
                <a:cs typeface="Malgun Gothic"/>
              </a:defRPr>
            </a:lvl1pPr>
            <a:lvl2pPr algn="l">
              <a:defRPr sz="1650" b="1">
                <a:solidFill>
                  <a:srgbClr val="213EDB"/>
                </a:solidFill>
                <a:latin typeface="Malgun Gothic"/>
                <a:ea typeface="Malgun Gothic"/>
                <a:cs typeface="Malgun Gothic"/>
              </a:defRPr>
            </a:lvl2pPr>
            <a:lvl3pPr algn="l">
              <a:defRPr sz="1650" b="1">
                <a:solidFill>
                  <a:srgbClr val="213EDB"/>
                </a:solidFill>
                <a:latin typeface="Malgun Gothic"/>
                <a:ea typeface="Malgun Gothic"/>
                <a:cs typeface="Malgun Gothic"/>
              </a:defRPr>
            </a:lvl3pPr>
            <a:lvl4pPr algn="l">
              <a:defRPr sz="1650" b="1">
                <a:solidFill>
                  <a:srgbClr val="213EDB"/>
                </a:solidFill>
                <a:latin typeface="Malgun Gothic"/>
                <a:ea typeface="Malgun Gothic"/>
                <a:cs typeface="Malgun Gothic"/>
              </a:defRPr>
            </a:lvl4pPr>
            <a:lvl5pPr algn="l">
              <a:defRPr sz="1650" b="1">
                <a:solidFill>
                  <a:srgbClr val="213EDB"/>
                </a:solidFill>
                <a:latin typeface="Malgun Gothic"/>
                <a:ea typeface="Malgun Gothic"/>
                <a:cs typeface="Malgun Gothic"/>
              </a:defRPr>
            </a:lvl5pPr>
            <a:lvl6pPr algn="l">
              <a:defRPr sz="1650" b="1">
                <a:solidFill>
                  <a:srgbClr val="213EDB"/>
                </a:solidFill>
                <a:latin typeface="Malgun Gothic"/>
                <a:ea typeface="Malgun Gothic"/>
                <a:cs typeface="Malgun Gothic"/>
              </a:defRPr>
            </a:lvl6pPr>
            <a:lvl7pPr algn="l">
              <a:defRPr sz="1650" b="1">
                <a:solidFill>
                  <a:srgbClr val="213EDB"/>
                </a:solidFill>
                <a:latin typeface="Malgun Gothic"/>
                <a:ea typeface="Malgun Gothic"/>
                <a:cs typeface="Malgun Gothic"/>
              </a:defRPr>
            </a:lvl7pPr>
            <a:lvl8pPr algn="l">
              <a:defRPr sz="1650" b="1">
                <a:solidFill>
                  <a:srgbClr val="213EDB"/>
                </a:solidFill>
                <a:latin typeface="Malgun Gothic"/>
                <a:ea typeface="Malgun Gothic"/>
                <a:cs typeface="Malgun Gothic"/>
              </a:defRPr>
            </a:lvl8pPr>
            <a:lvl9pPr algn="l">
              <a:defRPr sz="1650" b="1">
                <a:solidFill>
                  <a:srgbClr val="213EDB"/>
                </a:solidFill>
                <a:latin typeface="Malgun Gothic"/>
                <a:ea typeface="Malgun Gothic"/>
                <a:cs typeface="Malgun Gothic"/>
              </a:defRPr>
            </a:lvl9pPr>
          </a:lstStyle>
          <a:p>
            <a:pPr algn="l">
              <a:defRPr sz="1650" b="1">
                <a:solidFill>
                  <a:srgbClr val="213EDB"/>
                </a:solidFill>
                <a:latin typeface="Malgun Gothic"/>
                <a:ea typeface="Malgun Gothic"/>
                <a:cs typeface="Malgun Gothic"/>
              </a:defRPr>
            </a:pPr>
            <a:r>
              <a:rPr sz="1650" b="1">
                <a:solidFill>
                  <a:srgbClr val="213EDB"/>
                </a:solidFill>
                <a:latin typeface="Malgun Gothic"/>
                <a:ea typeface="Malgun Gothic"/>
                <a:cs typeface="Malgun Gothic"/>
              </a:rPr>
              <a:t>M05는 M02 중복 / M06은 반품·환불 미확인 → 제외·보류 후 위 4행 비교</a:t>
            </a:r>
          </a:p>
        </p:txBody>
      </p:sp>
    </p:spTree>
    <p:extLst>
      <p:ext uri="{BB962C8B-B14F-4D97-AF65-F5344CB8AC3E}">
        <p14:creationId xmlns:p14="http://schemas.microsoft.com/office/powerpoint/2010/main" val="8012923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session1-256">
            <a:extLst>
              <a:ext uri="{FF2B5EF4-FFF2-40B4-BE49-F238E27FC236}">
                <a16:creationId xmlns:a16="http://schemas.microsoft.com/office/drawing/2014/main" id="{A08408C6-0E94-4C05-A109-B9B9EAE8BE24}"/>
              </a:ext>
            </a:extLst>
          </p:cNvPr>
          <p:cNvSpPr>
            <a:spLocks noGrp="1"/>
          </p:cNvSpPr>
          <p:nvPr/>
        </p:nvSpPr>
        <p:spPr>
          <a:xfrm>
            <a:off x="590550" y="295275"/>
            <a:ext cx="9715500" cy="228600"/>
          </a:xfrm>
          <a:prstGeom prst="rect">
            <a:avLst/>
          </a:prstGeom>
          <a:noFill/>
          <a:ln w="0">
            <a:noFill/>
          </a:ln>
        </p:spPr>
        <p:txBody>
          <a:bodyPr wrap="square" lIns="0" tIns="0" rIns="0" bIns="0" anchor="t">
            <a:noAutofit/>
          </a:bodyPr>
          <a:lstStyle>
            <a:defPPr algn="l">
              <a:defRPr sz="1050" b="0">
                <a:solidFill>
                  <a:srgbClr val="616773"/>
                </a:solidFill>
                <a:latin typeface="Malgun Gothic"/>
                <a:ea typeface="Malgun Gothic"/>
                <a:cs typeface="Malgun Gothic"/>
              </a:defRPr>
            </a:defPPr>
            <a:lvl1pPr algn="l">
              <a:defRPr sz="1050" b="0">
                <a:solidFill>
                  <a:srgbClr val="616773"/>
                </a:solidFill>
                <a:latin typeface="Malgun Gothic"/>
                <a:ea typeface="Malgun Gothic"/>
                <a:cs typeface="Malgun Gothic"/>
              </a:defRPr>
            </a:lvl1pPr>
            <a:lvl2pPr algn="l">
              <a:defRPr sz="1050" b="0">
                <a:solidFill>
                  <a:srgbClr val="616773"/>
                </a:solidFill>
                <a:latin typeface="Malgun Gothic"/>
                <a:ea typeface="Malgun Gothic"/>
                <a:cs typeface="Malgun Gothic"/>
              </a:defRPr>
            </a:lvl2pPr>
            <a:lvl3pPr algn="l">
              <a:defRPr sz="1050" b="0">
                <a:solidFill>
                  <a:srgbClr val="616773"/>
                </a:solidFill>
                <a:latin typeface="Malgun Gothic"/>
                <a:ea typeface="Malgun Gothic"/>
                <a:cs typeface="Malgun Gothic"/>
              </a:defRPr>
            </a:lvl3pPr>
            <a:lvl4pPr algn="l">
              <a:defRPr sz="1050" b="0">
                <a:solidFill>
                  <a:srgbClr val="616773"/>
                </a:solidFill>
                <a:latin typeface="Malgun Gothic"/>
                <a:ea typeface="Malgun Gothic"/>
                <a:cs typeface="Malgun Gothic"/>
              </a:defRPr>
            </a:lvl4pPr>
            <a:lvl5pPr algn="l">
              <a:defRPr sz="1050" b="0">
                <a:solidFill>
                  <a:srgbClr val="616773"/>
                </a:solidFill>
                <a:latin typeface="Malgun Gothic"/>
                <a:ea typeface="Malgun Gothic"/>
                <a:cs typeface="Malgun Gothic"/>
              </a:defRPr>
            </a:lvl5pPr>
            <a:lvl6pPr algn="l">
              <a:defRPr sz="1050" b="0">
                <a:solidFill>
                  <a:srgbClr val="616773"/>
                </a:solidFill>
                <a:latin typeface="Malgun Gothic"/>
                <a:ea typeface="Malgun Gothic"/>
                <a:cs typeface="Malgun Gothic"/>
              </a:defRPr>
            </a:lvl6pPr>
            <a:lvl7pPr algn="l">
              <a:defRPr sz="1050" b="0">
                <a:solidFill>
                  <a:srgbClr val="616773"/>
                </a:solidFill>
                <a:latin typeface="Malgun Gothic"/>
                <a:ea typeface="Malgun Gothic"/>
                <a:cs typeface="Malgun Gothic"/>
              </a:defRPr>
            </a:lvl7pPr>
            <a:lvl8pPr algn="l">
              <a:defRPr sz="1050" b="0">
                <a:solidFill>
                  <a:srgbClr val="616773"/>
                </a:solidFill>
                <a:latin typeface="Malgun Gothic"/>
                <a:ea typeface="Malgun Gothic"/>
                <a:cs typeface="Malgun Gothic"/>
              </a:defRPr>
            </a:lvl8pPr>
            <a:lvl9pPr algn="l">
              <a:defRPr sz="1050" b="0">
                <a:solidFill>
                  <a:srgbClr val="616773"/>
                </a:solidFill>
                <a:latin typeface="Malgun Gothic"/>
                <a:ea typeface="Malgun Gothic"/>
                <a:cs typeface="Malgun Gothic"/>
              </a:defRPr>
            </a:lvl9pPr>
          </a:lstStyle>
          <a:p>
            <a:pPr algn="l">
              <a:defRPr sz="1050" b="0">
                <a:solidFill>
                  <a:srgbClr val="616773"/>
                </a:solidFill>
                <a:latin typeface="Malgun Gothic"/>
                <a:ea typeface="Malgun Gothic"/>
                <a:cs typeface="Malgun Gothic"/>
              </a:defRPr>
            </a:pPr>
            <a:r>
              <a:rPr sz="1050" b="0">
                <a:solidFill>
                  <a:srgbClr val="616773"/>
                </a:solidFill>
                <a:latin typeface="Malgun Gothic"/>
                <a:ea typeface="Malgun Gothic"/>
                <a:cs typeface="Malgun Gothic"/>
              </a:rPr>
              <a:t>직무별 예시 · 온라인 마켓</a:t>
            </a:r>
          </a:p>
        </p:txBody>
      </p:sp>
      <p:sp>
        <p:nvSpPr>
          <p:cNvPr id="2" name="session1-257">
            <a:extLst>
              <a:ext uri="{FF2B5EF4-FFF2-40B4-BE49-F238E27FC236}">
                <a16:creationId xmlns:a16="http://schemas.microsoft.com/office/drawing/2014/main" id="{BE8453FD-5736-486B-9F13-8ED81C61083C}"/>
              </a:ext>
            </a:extLst>
          </p:cNvPr>
          <p:cNvSpPr>
            <a:spLocks noGrp="1"/>
          </p:cNvSpPr>
          <p:nvPr/>
        </p:nvSpPr>
        <p:spPr>
          <a:xfrm>
            <a:off x="571500" y="742950"/>
            <a:ext cx="11049000" cy="609600"/>
          </a:xfrm>
          <a:prstGeom prst="rect">
            <a:avLst/>
          </a:prstGeom>
          <a:noFill/>
          <a:ln w="0">
            <a:noFill/>
          </a:ln>
        </p:spPr>
        <p:txBody>
          <a:bodyPr wrap="square" lIns="0" tIns="0" rIns="0" bIns="0" anchor="t">
            <a:noAutofit/>
          </a:bodyPr>
          <a:lstStyle>
            <a:defPPr algn="l">
              <a:defRPr sz="3000" b="1">
                <a:solidFill>
                  <a:srgbClr val="15171C"/>
                </a:solidFill>
                <a:latin typeface="Malgun Gothic"/>
                <a:ea typeface="Malgun Gothic"/>
                <a:cs typeface="Malgun Gothic"/>
              </a:defRPr>
            </a:defPPr>
            <a:lvl1pPr algn="l">
              <a:defRPr sz="3000" b="1">
                <a:solidFill>
                  <a:srgbClr val="15171C"/>
                </a:solidFill>
                <a:latin typeface="Malgun Gothic"/>
                <a:ea typeface="Malgun Gothic"/>
                <a:cs typeface="Malgun Gothic"/>
              </a:defRPr>
            </a:lvl1pPr>
            <a:lvl2pPr algn="l">
              <a:defRPr sz="3000" b="1">
                <a:solidFill>
                  <a:srgbClr val="15171C"/>
                </a:solidFill>
                <a:latin typeface="Malgun Gothic"/>
                <a:ea typeface="Malgun Gothic"/>
                <a:cs typeface="Malgun Gothic"/>
              </a:defRPr>
            </a:lvl2pPr>
            <a:lvl3pPr algn="l">
              <a:defRPr sz="3000" b="1">
                <a:solidFill>
                  <a:srgbClr val="15171C"/>
                </a:solidFill>
                <a:latin typeface="Malgun Gothic"/>
                <a:ea typeface="Malgun Gothic"/>
                <a:cs typeface="Malgun Gothic"/>
              </a:defRPr>
            </a:lvl3pPr>
            <a:lvl4pPr algn="l">
              <a:defRPr sz="3000" b="1">
                <a:solidFill>
                  <a:srgbClr val="15171C"/>
                </a:solidFill>
                <a:latin typeface="Malgun Gothic"/>
                <a:ea typeface="Malgun Gothic"/>
                <a:cs typeface="Malgun Gothic"/>
              </a:defRPr>
            </a:lvl4pPr>
            <a:lvl5pPr algn="l">
              <a:defRPr sz="3000" b="1">
                <a:solidFill>
                  <a:srgbClr val="15171C"/>
                </a:solidFill>
                <a:latin typeface="Malgun Gothic"/>
                <a:ea typeface="Malgun Gothic"/>
                <a:cs typeface="Malgun Gothic"/>
              </a:defRPr>
            </a:lvl5pPr>
            <a:lvl6pPr algn="l">
              <a:defRPr sz="3000" b="1">
                <a:solidFill>
                  <a:srgbClr val="15171C"/>
                </a:solidFill>
                <a:latin typeface="Malgun Gothic"/>
                <a:ea typeface="Malgun Gothic"/>
                <a:cs typeface="Malgun Gothic"/>
              </a:defRPr>
            </a:lvl6pPr>
            <a:lvl7pPr algn="l">
              <a:defRPr sz="3000" b="1">
                <a:solidFill>
                  <a:srgbClr val="15171C"/>
                </a:solidFill>
                <a:latin typeface="Malgun Gothic"/>
                <a:ea typeface="Malgun Gothic"/>
                <a:cs typeface="Malgun Gothic"/>
              </a:defRPr>
            </a:lvl7pPr>
            <a:lvl8pPr algn="l">
              <a:defRPr sz="3000" b="1">
                <a:solidFill>
                  <a:srgbClr val="15171C"/>
                </a:solidFill>
                <a:latin typeface="Malgun Gothic"/>
                <a:ea typeface="Malgun Gothic"/>
                <a:cs typeface="Malgun Gothic"/>
              </a:defRPr>
            </a:lvl8pPr>
            <a:lvl9pPr algn="l">
              <a:defRPr sz="3000" b="1">
                <a:solidFill>
                  <a:srgbClr val="15171C"/>
                </a:solidFill>
                <a:latin typeface="Malgun Gothic"/>
                <a:ea typeface="Malgun Gothic"/>
                <a:cs typeface="Malgun Gothic"/>
              </a:defRPr>
            </a:lvl9pPr>
          </a:lstStyle>
          <a:p>
            <a:pPr algn="l">
              <a:defRPr sz="3000" b="1">
                <a:solidFill>
                  <a:srgbClr val="15171C"/>
                </a:solidFill>
                <a:latin typeface="Malgun Gothic"/>
                <a:ea typeface="Malgun Gothic"/>
                <a:cs typeface="Malgun Gothic"/>
              </a:defRPr>
            </a:pPr>
            <a:r>
              <a:rPr sz="3000" b="1">
                <a:solidFill>
                  <a:srgbClr val="15171C"/>
                </a:solidFill>
                <a:latin typeface="Malgun Gothic"/>
                <a:ea typeface="Malgun Gothic"/>
                <a:cs typeface="Malgun Gothic"/>
              </a:rPr>
              <a:t>온라인 마켓 대시보드에서 기획 초안으로</a:t>
            </a:r>
          </a:p>
        </p:txBody>
      </p:sp>
      <p:sp>
        <p:nvSpPr>
          <p:cNvPr id="3" name="session1-258">
            <a:extLst>
              <a:ext uri="{FF2B5EF4-FFF2-40B4-BE49-F238E27FC236}">
                <a16:creationId xmlns:a16="http://schemas.microsoft.com/office/drawing/2014/main" id="{83B112EA-D50E-42BD-8363-8E5AB16E66EB}"/>
              </a:ext>
            </a:extLst>
          </p:cNvPr>
          <p:cNvSpPr>
            <a:spLocks noGrp="1"/>
          </p:cNvSpPr>
          <p:nvPr/>
        </p:nvSpPr>
        <p:spPr>
          <a:xfrm>
            <a:off x="590550" y="1390650"/>
            <a:ext cx="10953750" cy="409575"/>
          </a:xfrm>
          <a:prstGeom prst="rect">
            <a:avLst/>
          </a:prstGeom>
          <a:noFill/>
          <a:ln w="0">
            <a:noFill/>
          </a:ln>
        </p:spPr>
        <p:txBody>
          <a:bodyPr wrap="square" lIns="0" tIns="0" rIns="0" bIns="0" anchor="t">
            <a:noAutofit/>
          </a:bodyPr>
          <a:lstStyle>
            <a:defPPr algn="l">
              <a:defRPr sz="1575" b="0">
                <a:solidFill>
                  <a:srgbClr val="616773"/>
                </a:solidFill>
                <a:latin typeface="Malgun Gothic"/>
                <a:ea typeface="Malgun Gothic"/>
                <a:cs typeface="Malgun Gothic"/>
              </a:defRPr>
            </a:defPPr>
            <a:lvl1pPr algn="l">
              <a:defRPr sz="1575" b="0">
                <a:solidFill>
                  <a:srgbClr val="616773"/>
                </a:solidFill>
                <a:latin typeface="Malgun Gothic"/>
                <a:ea typeface="Malgun Gothic"/>
                <a:cs typeface="Malgun Gothic"/>
              </a:defRPr>
            </a:lvl1pPr>
            <a:lvl2pPr algn="l">
              <a:defRPr sz="1575" b="0">
                <a:solidFill>
                  <a:srgbClr val="616773"/>
                </a:solidFill>
                <a:latin typeface="Malgun Gothic"/>
                <a:ea typeface="Malgun Gothic"/>
                <a:cs typeface="Malgun Gothic"/>
              </a:defRPr>
            </a:lvl2pPr>
            <a:lvl3pPr algn="l">
              <a:defRPr sz="1575" b="0">
                <a:solidFill>
                  <a:srgbClr val="616773"/>
                </a:solidFill>
                <a:latin typeface="Malgun Gothic"/>
                <a:ea typeface="Malgun Gothic"/>
                <a:cs typeface="Malgun Gothic"/>
              </a:defRPr>
            </a:lvl3pPr>
            <a:lvl4pPr algn="l">
              <a:defRPr sz="1575" b="0">
                <a:solidFill>
                  <a:srgbClr val="616773"/>
                </a:solidFill>
                <a:latin typeface="Malgun Gothic"/>
                <a:ea typeface="Malgun Gothic"/>
                <a:cs typeface="Malgun Gothic"/>
              </a:defRPr>
            </a:lvl4pPr>
            <a:lvl5pPr algn="l">
              <a:defRPr sz="1575" b="0">
                <a:solidFill>
                  <a:srgbClr val="616773"/>
                </a:solidFill>
                <a:latin typeface="Malgun Gothic"/>
                <a:ea typeface="Malgun Gothic"/>
                <a:cs typeface="Malgun Gothic"/>
              </a:defRPr>
            </a:lvl5pPr>
            <a:lvl6pPr algn="l">
              <a:defRPr sz="1575" b="0">
                <a:solidFill>
                  <a:srgbClr val="616773"/>
                </a:solidFill>
                <a:latin typeface="Malgun Gothic"/>
                <a:ea typeface="Malgun Gothic"/>
                <a:cs typeface="Malgun Gothic"/>
              </a:defRPr>
            </a:lvl6pPr>
            <a:lvl7pPr algn="l">
              <a:defRPr sz="1575" b="0">
                <a:solidFill>
                  <a:srgbClr val="616773"/>
                </a:solidFill>
                <a:latin typeface="Malgun Gothic"/>
                <a:ea typeface="Malgun Gothic"/>
                <a:cs typeface="Malgun Gothic"/>
              </a:defRPr>
            </a:lvl7pPr>
            <a:lvl8pPr algn="l">
              <a:defRPr sz="1575" b="0">
                <a:solidFill>
                  <a:srgbClr val="616773"/>
                </a:solidFill>
                <a:latin typeface="Malgun Gothic"/>
                <a:ea typeface="Malgun Gothic"/>
                <a:cs typeface="Malgun Gothic"/>
              </a:defRPr>
            </a:lvl8pPr>
            <a:lvl9pPr algn="l">
              <a:defRPr sz="1575" b="0">
                <a:solidFill>
                  <a:srgbClr val="616773"/>
                </a:solidFill>
                <a:latin typeface="Malgun Gothic"/>
                <a:ea typeface="Malgun Gothic"/>
                <a:cs typeface="Malgun Gothic"/>
              </a:defRPr>
            </a:lvl9pPr>
          </a:lstStyle>
          <a:p>
            <a:pPr algn="l">
              <a:defRPr sz="1575" b="0">
                <a:solidFill>
                  <a:srgbClr val="616773"/>
                </a:solidFill>
                <a:latin typeface="Malgun Gothic"/>
                <a:ea typeface="Malgun Gothic"/>
                <a:cs typeface="Malgun Gothic"/>
              </a:defRPr>
            </a:pPr>
            <a:r>
              <a:rPr sz="1575" b="0">
                <a:solidFill>
                  <a:srgbClr val="616773"/>
                </a:solidFill>
                <a:latin typeface="Malgun Gothic"/>
                <a:ea typeface="Malgun Gothic"/>
                <a:cs typeface="Malgun Gothic"/>
              </a:rPr>
              <a:t>검산한 자료만 기획안 근거로 사용하고 외부 문안에는 공개 가능한 조건만 넣습니다.</a:t>
            </a:r>
          </a:p>
        </p:txBody>
      </p:sp>
      <p:sp>
        <p:nvSpPr>
          <p:cNvPr id="4" name="session1-259">
            <a:extLst>
              <a:ext uri="{FF2B5EF4-FFF2-40B4-BE49-F238E27FC236}">
                <a16:creationId xmlns:a16="http://schemas.microsoft.com/office/drawing/2014/main" id="{D3CAC52F-FFCA-4FE1-9271-85E00D12EBEC}"/>
              </a:ext>
            </a:extLst>
          </p:cNvPr>
          <p:cNvSpPr>
            <a:spLocks noGrp="1"/>
          </p:cNvSpPr>
          <p:nvPr/>
        </p:nvSpPr>
        <p:spPr>
          <a:xfrm>
            <a:off x="590550" y="6477000"/>
            <a:ext cx="2857500" cy="180975"/>
          </a:xfrm>
          <a:prstGeom prst="rect">
            <a:avLst/>
          </a:prstGeom>
          <a:noFill/>
          <a:ln w="0">
            <a:noFill/>
          </a:ln>
        </p:spPr>
        <p:txBody>
          <a:bodyPr wrap="square" lIns="0" tIns="0" rIns="0" bIns="0" anchor="t">
            <a:noAutofit/>
          </a:bodyPr>
          <a:lstStyle>
            <a:defPPr algn="l">
              <a:defRPr sz="900" b="0">
                <a:solidFill>
                  <a:srgbClr val="616773"/>
                </a:solidFill>
                <a:latin typeface="Malgun Gothic"/>
                <a:ea typeface="Malgun Gothic"/>
                <a:cs typeface="Malgun Gothic"/>
              </a:defRPr>
            </a:defPPr>
            <a:lvl1pPr algn="l">
              <a:defRPr sz="900" b="0">
                <a:solidFill>
                  <a:srgbClr val="616773"/>
                </a:solidFill>
                <a:latin typeface="Malgun Gothic"/>
                <a:ea typeface="Malgun Gothic"/>
                <a:cs typeface="Malgun Gothic"/>
              </a:defRPr>
            </a:lvl1pPr>
            <a:lvl2pPr algn="l">
              <a:defRPr sz="900" b="0">
                <a:solidFill>
                  <a:srgbClr val="616773"/>
                </a:solidFill>
                <a:latin typeface="Malgun Gothic"/>
                <a:ea typeface="Malgun Gothic"/>
                <a:cs typeface="Malgun Gothic"/>
              </a:defRPr>
            </a:lvl2pPr>
            <a:lvl3pPr algn="l">
              <a:defRPr sz="900" b="0">
                <a:solidFill>
                  <a:srgbClr val="616773"/>
                </a:solidFill>
                <a:latin typeface="Malgun Gothic"/>
                <a:ea typeface="Malgun Gothic"/>
                <a:cs typeface="Malgun Gothic"/>
              </a:defRPr>
            </a:lvl3pPr>
            <a:lvl4pPr algn="l">
              <a:defRPr sz="900" b="0">
                <a:solidFill>
                  <a:srgbClr val="616773"/>
                </a:solidFill>
                <a:latin typeface="Malgun Gothic"/>
                <a:ea typeface="Malgun Gothic"/>
                <a:cs typeface="Malgun Gothic"/>
              </a:defRPr>
            </a:lvl4pPr>
            <a:lvl5pPr algn="l">
              <a:defRPr sz="900" b="0">
                <a:solidFill>
                  <a:srgbClr val="616773"/>
                </a:solidFill>
                <a:latin typeface="Malgun Gothic"/>
                <a:ea typeface="Malgun Gothic"/>
                <a:cs typeface="Malgun Gothic"/>
              </a:defRPr>
            </a:lvl5pPr>
            <a:lvl6pPr algn="l">
              <a:defRPr sz="900" b="0">
                <a:solidFill>
                  <a:srgbClr val="616773"/>
                </a:solidFill>
                <a:latin typeface="Malgun Gothic"/>
                <a:ea typeface="Malgun Gothic"/>
                <a:cs typeface="Malgun Gothic"/>
              </a:defRPr>
            </a:lvl6pPr>
            <a:lvl7pPr algn="l">
              <a:defRPr sz="900" b="0">
                <a:solidFill>
                  <a:srgbClr val="616773"/>
                </a:solidFill>
                <a:latin typeface="Malgun Gothic"/>
                <a:ea typeface="Malgun Gothic"/>
                <a:cs typeface="Malgun Gothic"/>
              </a:defRPr>
            </a:lvl7pPr>
            <a:lvl8pPr algn="l">
              <a:defRPr sz="900" b="0">
                <a:solidFill>
                  <a:srgbClr val="616773"/>
                </a:solidFill>
                <a:latin typeface="Malgun Gothic"/>
                <a:ea typeface="Malgun Gothic"/>
                <a:cs typeface="Malgun Gothic"/>
              </a:defRPr>
            </a:lvl8pPr>
            <a:lvl9pPr algn="l">
              <a:defRPr sz="900" b="0">
                <a:solidFill>
                  <a:srgbClr val="616773"/>
                </a:solidFill>
                <a:latin typeface="Malgun Gothic"/>
                <a:ea typeface="Malgun Gothic"/>
                <a:cs typeface="Malgun Gothic"/>
              </a:defRPr>
            </a:lvl9pPr>
          </a:lstStyle>
          <a:p>
            <a:pPr algn="l">
              <a:defRPr sz="900" b="0">
                <a:solidFill>
                  <a:srgbClr val="616773"/>
                </a:solidFill>
                <a:latin typeface="Malgun Gothic"/>
                <a:ea typeface="Malgun Gothic"/>
                <a:cs typeface="Malgun Gothic"/>
              </a:defRPr>
            </a:pPr>
            <a:r>
              <a:rPr sz="900" b="0">
                <a:solidFill>
                  <a:srgbClr val="616773"/>
                </a:solidFill>
                <a:latin typeface="Malgun Gothic"/>
                <a:ea typeface="Malgun Gothic"/>
                <a:cs typeface="Malgun Gothic"/>
              </a:rPr>
              <a:t>An Eun Kyoung</a:t>
            </a:r>
          </a:p>
        </p:txBody>
      </p:sp>
      <p:sp>
        <p:nvSpPr>
          <p:cNvPr id="5" name="session1-260">
            <a:extLst>
              <a:ext uri="{FF2B5EF4-FFF2-40B4-BE49-F238E27FC236}">
                <a16:creationId xmlns:a16="http://schemas.microsoft.com/office/drawing/2014/main" id="{57C23CD3-A3A9-4B9D-84B9-0C31FBB4A94E}"/>
              </a:ext>
            </a:extLst>
          </p:cNvPr>
          <p:cNvSpPr>
            <a:spLocks noGrp="1"/>
          </p:cNvSpPr>
          <p:nvPr/>
        </p:nvSpPr>
        <p:spPr>
          <a:xfrm>
            <a:off x="11144250" y="6438900"/>
            <a:ext cx="457200" cy="228600"/>
          </a:xfrm>
          <a:prstGeom prst="rect">
            <a:avLst/>
          </a:prstGeom>
          <a:noFill/>
          <a:ln w="0">
            <a:noFill/>
          </a:ln>
        </p:spPr>
        <p:txBody>
          <a:bodyPr wrap="square" lIns="0" tIns="0" rIns="0" bIns="0" anchor="t">
            <a:noAutofit/>
          </a:bodyPr>
          <a:lstStyle>
            <a:defPPr algn="r">
              <a:defRPr sz="1050" b="1">
                <a:solidFill>
                  <a:srgbClr val="101456"/>
                </a:solidFill>
                <a:latin typeface="Malgun Gothic"/>
                <a:ea typeface="Malgun Gothic"/>
                <a:cs typeface="Malgun Gothic"/>
              </a:defRPr>
            </a:defPPr>
            <a:lvl1pPr algn="r">
              <a:defRPr sz="1050" b="1">
                <a:solidFill>
                  <a:srgbClr val="101456"/>
                </a:solidFill>
                <a:latin typeface="Malgun Gothic"/>
                <a:ea typeface="Malgun Gothic"/>
                <a:cs typeface="Malgun Gothic"/>
              </a:defRPr>
            </a:lvl1pPr>
            <a:lvl2pPr algn="r">
              <a:defRPr sz="1050" b="1">
                <a:solidFill>
                  <a:srgbClr val="101456"/>
                </a:solidFill>
                <a:latin typeface="Malgun Gothic"/>
                <a:ea typeface="Malgun Gothic"/>
                <a:cs typeface="Malgun Gothic"/>
              </a:defRPr>
            </a:lvl2pPr>
            <a:lvl3pPr algn="r">
              <a:defRPr sz="1050" b="1">
                <a:solidFill>
                  <a:srgbClr val="101456"/>
                </a:solidFill>
                <a:latin typeface="Malgun Gothic"/>
                <a:ea typeface="Malgun Gothic"/>
                <a:cs typeface="Malgun Gothic"/>
              </a:defRPr>
            </a:lvl3pPr>
            <a:lvl4pPr algn="r">
              <a:defRPr sz="1050" b="1">
                <a:solidFill>
                  <a:srgbClr val="101456"/>
                </a:solidFill>
                <a:latin typeface="Malgun Gothic"/>
                <a:ea typeface="Malgun Gothic"/>
                <a:cs typeface="Malgun Gothic"/>
              </a:defRPr>
            </a:lvl4pPr>
            <a:lvl5pPr algn="r">
              <a:defRPr sz="1050" b="1">
                <a:solidFill>
                  <a:srgbClr val="101456"/>
                </a:solidFill>
                <a:latin typeface="Malgun Gothic"/>
                <a:ea typeface="Malgun Gothic"/>
                <a:cs typeface="Malgun Gothic"/>
              </a:defRPr>
            </a:lvl5pPr>
            <a:lvl6pPr algn="r">
              <a:defRPr sz="1050" b="1">
                <a:solidFill>
                  <a:srgbClr val="101456"/>
                </a:solidFill>
                <a:latin typeface="Malgun Gothic"/>
                <a:ea typeface="Malgun Gothic"/>
                <a:cs typeface="Malgun Gothic"/>
              </a:defRPr>
            </a:lvl6pPr>
            <a:lvl7pPr algn="r">
              <a:defRPr sz="1050" b="1">
                <a:solidFill>
                  <a:srgbClr val="101456"/>
                </a:solidFill>
                <a:latin typeface="Malgun Gothic"/>
                <a:ea typeface="Malgun Gothic"/>
                <a:cs typeface="Malgun Gothic"/>
              </a:defRPr>
            </a:lvl7pPr>
            <a:lvl8pPr algn="r">
              <a:defRPr sz="1050" b="1">
                <a:solidFill>
                  <a:srgbClr val="101456"/>
                </a:solidFill>
                <a:latin typeface="Malgun Gothic"/>
                <a:ea typeface="Malgun Gothic"/>
                <a:cs typeface="Malgun Gothic"/>
              </a:defRPr>
            </a:lvl8pPr>
            <a:lvl9pPr algn="r">
              <a:defRPr sz="1050" b="1">
                <a:solidFill>
                  <a:srgbClr val="101456"/>
                </a:solidFill>
                <a:latin typeface="Malgun Gothic"/>
                <a:ea typeface="Malgun Gothic"/>
                <a:cs typeface="Malgun Gothic"/>
              </a:defRPr>
            </a:lvl9pPr>
          </a:lstStyle>
          <a:p>
            <a:pPr algn="r">
              <a:defRPr sz="1050" b="1">
                <a:solidFill>
                  <a:srgbClr val="101456"/>
                </a:solidFill>
                <a:latin typeface="Malgun Gothic"/>
                <a:ea typeface="Malgun Gothic"/>
                <a:cs typeface="Malgun Gothic"/>
              </a:defRPr>
            </a:pPr>
            <a:r>
              <a:rPr sz="1050" b="1">
                <a:solidFill>
                  <a:srgbClr val="101456"/>
                </a:solidFill>
                <a:latin typeface="Malgun Gothic"/>
                <a:ea typeface="Malgun Gothic"/>
                <a:cs typeface="Malgun Gothic"/>
              </a:rPr>
              <a:t>08</a:t>
            </a:r>
          </a:p>
        </p:txBody>
      </p:sp>
      <p:graphicFrame>
        <p:nvGraphicFramePr>
          <p:cNvPr id="6" name="Chart">
            <a:extLst>
              <a:ext uri="{FF2B5EF4-FFF2-40B4-BE49-F238E27FC236}">
                <a16:creationId xmlns:a16="http://schemas.microsoft.com/office/drawing/2014/main" id="{03FD4699-332F-4387-A0E7-7A110033B224}"/>
              </a:ext>
            </a:extLst>
          </p:cNvPr>
          <p:cNvGraphicFramePr/>
          <p:nvPr/>
        </p:nvGraphicFramePr>
        <p:xfrm>
          <a:off x="590550" y="2133600"/>
          <a:ext cx="5648325" cy="2428875"/>
        </p:xfrm>
        <a:graphic>
          <a:graphicData uri="http://schemas.openxmlformats.org/drawingml/2006/chart">
            <c:chart xmlns:c="http://schemas.openxmlformats.org/drawingml/2006/chart" xmlns:r="http://schemas.openxmlformats.org/officeDocument/2006/relationships" r:id="rId3"/>
          </a:graphicData>
        </a:graphic>
      </p:graphicFrame>
      <p:sp>
        <p:nvSpPr>
          <p:cNvPr id="7" name="session1-261">
            <a:extLst>
              <a:ext uri="{FF2B5EF4-FFF2-40B4-BE49-F238E27FC236}">
                <a16:creationId xmlns:a16="http://schemas.microsoft.com/office/drawing/2014/main" id="{44471C0F-F369-4595-B5D8-3D0C06CC1B7D}"/>
              </a:ext>
            </a:extLst>
          </p:cNvPr>
          <p:cNvSpPr>
            <a:spLocks noGrp="1"/>
          </p:cNvSpPr>
          <p:nvPr/>
        </p:nvSpPr>
        <p:spPr>
          <a:xfrm>
            <a:off x="619125" y="1895475"/>
            <a:ext cx="5476875" cy="285750"/>
          </a:xfrm>
          <a:prstGeom prst="rect">
            <a:avLst/>
          </a:prstGeom>
          <a:noFill/>
          <a:ln w="0">
            <a:noFill/>
          </a:ln>
        </p:spPr>
        <p:txBody>
          <a:bodyPr wrap="square" lIns="0" tIns="0" rIns="0" bIns="0" anchor="t">
            <a:noAutofit/>
          </a:bodyPr>
          <a:lstStyle>
            <a:defPPr algn="l">
              <a:defRPr sz="1575" b="1">
                <a:solidFill>
                  <a:srgbClr val="213EDB"/>
                </a:solidFill>
                <a:latin typeface="Malgun Gothic"/>
                <a:ea typeface="Malgun Gothic"/>
                <a:cs typeface="Malgun Gothic"/>
              </a:defRPr>
            </a:defPPr>
            <a:lvl1pPr algn="l">
              <a:defRPr sz="1575" b="1">
                <a:solidFill>
                  <a:srgbClr val="213EDB"/>
                </a:solidFill>
                <a:latin typeface="Malgun Gothic"/>
                <a:ea typeface="Malgun Gothic"/>
                <a:cs typeface="Malgun Gothic"/>
              </a:defRPr>
            </a:lvl1pPr>
            <a:lvl2pPr algn="l">
              <a:defRPr sz="1575" b="1">
                <a:solidFill>
                  <a:srgbClr val="213EDB"/>
                </a:solidFill>
                <a:latin typeface="Malgun Gothic"/>
                <a:ea typeface="Malgun Gothic"/>
                <a:cs typeface="Malgun Gothic"/>
              </a:defRPr>
            </a:lvl2pPr>
            <a:lvl3pPr algn="l">
              <a:defRPr sz="1575" b="1">
                <a:solidFill>
                  <a:srgbClr val="213EDB"/>
                </a:solidFill>
                <a:latin typeface="Malgun Gothic"/>
                <a:ea typeface="Malgun Gothic"/>
                <a:cs typeface="Malgun Gothic"/>
              </a:defRPr>
            </a:lvl3pPr>
            <a:lvl4pPr algn="l">
              <a:defRPr sz="1575" b="1">
                <a:solidFill>
                  <a:srgbClr val="213EDB"/>
                </a:solidFill>
                <a:latin typeface="Malgun Gothic"/>
                <a:ea typeface="Malgun Gothic"/>
                <a:cs typeface="Malgun Gothic"/>
              </a:defRPr>
            </a:lvl4pPr>
            <a:lvl5pPr algn="l">
              <a:defRPr sz="1575" b="1">
                <a:solidFill>
                  <a:srgbClr val="213EDB"/>
                </a:solidFill>
                <a:latin typeface="Malgun Gothic"/>
                <a:ea typeface="Malgun Gothic"/>
                <a:cs typeface="Malgun Gothic"/>
              </a:defRPr>
            </a:lvl5pPr>
            <a:lvl6pPr algn="l">
              <a:defRPr sz="1575" b="1">
                <a:solidFill>
                  <a:srgbClr val="213EDB"/>
                </a:solidFill>
                <a:latin typeface="Malgun Gothic"/>
                <a:ea typeface="Malgun Gothic"/>
                <a:cs typeface="Malgun Gothic"/>
              </a:defRPr>
            </a:lvl6pPr>
            <a:lvl7pPr algn="l">
              <a:defRPr sz="1575" b="1">
                <a:solidFill>
                  <a:srgbClr val="213EDB"/>
                </a:solidFill>
                <a:latin typeface="Malgun Gothic"/>
                <a:ea typeface="Malgun Gothic"/>
                <a:cs typeface="Malgun Gothic"/>
              </a:defRPr>
            </a:lvl7pPr>
            <a:lvl8pPr algn="l">
              <a:defRPr sz="1575" b="1">
                <a:solidFill>
                  <a:srgbClr val="213EDB"/>
                </a:solidFill>
                <a:latin typeface="Malgun Gothic"/>
                <a:ea typeface="Malgun Gothic"/>
                <a:cs typeface="Malgun Gothic"/>
              </a:defRPr>
            </a:lvl8pPr>
            <a:lvl9pPr algn="l">
              <a:defRPr sz="1575" b="1">
                <a:solidFill>
                  <a:srgbClr val="213EDB"/>
                </a:solidFill>
                <a:latin typeface="Malgun Gothic"/>
                <a:ea typeface="Malgun Gothic"/>
                <a:cs typeface="Malgun Gothic"/>
              </a:defRPr>
            </a:lvl9pPr>
          </a:lstStyle>
          <a:p>
            <a:pPr algn="l">
              <a:defRPr sz="1575" b="1">
                <a:solidFill>
                  <a:srgbClr val="213EDB"/>
                </a:solidFill>
                <a:latin typeface="Malgun Gothic"/>
                <a:ea typeface="Malgun Gothic"/>
                <a:cs typeface="Malgun Gothic"/>
              </a:defRPr>
            </a:pPr>
            <a:r>
              <a:rPr sz="1575" b="1">
                <a:solidFill>
                  <a:srgbClr val="213EDB"/>
                </a:solidFill>
                <a:latin typeface="Malgun Gothic"/>
                <a:ea typeface="Malgun Gothic"/>
                <a:cs typeface="Malgun Gothic"/>
              </a:rPr>
              <a:t>상품별 반품률</a:t>
            </a:r>
          </a:p>
        </p:txBody>
      </p:sp>
      <p:sp>
        <p:nvSpPr>
          <p:cNvPr id="8" name="session1-262">
            <a:extLst>
              <a:ext uri="{FF2B5EF4-FFF2-40B4-BE49-F238E27FC236}">
                <a16:creationId xmlns:a16="http://schemas.microsoft.com/office/drawing/2014/main" id="{8725C75D-6BD1-4644-8940-4107ED630873}"/>
              </a:ext>
            </a:extLst>
          </p:cNvPr>
          <p:cNvSpPr>
            <a:spLocks noGrp="1"/>
          </p:cNvSpPr>
          <p:nvPr/>
        </p:nvSpPr>
        <p:spPr>
          <a:xfrm>
            <a:off x="6848475" y="2085975"/>
            <a:ext cx="4733925" cy="447675"/>
          </a:xfrm>
          <a:prstGeom prst="rect">
            <a:avLst/>
          </a:prstGeom>
          <a:noFill/>
          <a:ln w="0">
            <a:noFill/>
          </a:ln>
        </p:spPr>
        <p:txBody>
          <a:bodyPr wrap="square" lIns="0" tIns="0" rIns="0" bIns="0" anchor="t">
            <a:noAutofit/>
          </a:bodyPr>
          <a:lstStyle>
            <a:defPPr algn="l">
              <a:defRPr sz="2250" b="1">
                <a:solidFill>
                  <a:srgbClr val="213EDB"/>
                </a:solidFill>
                <a:latin typeface="Malgun Gothic"/>
                <a:ea typeface="Malgun Gothic"/>
                <a:cs typeface="Malgun Gothic"/>
              </a:defRPr>
            </a:defPPr>
            <a:lvl1pPr algn="l">
              <a:defRPr sz="2250" b="1">
                <a:solidFill>
                  <a:srgbClr val="213EDB"/>
                </a:solidFill>
                <a:latin typeface="Malgun Gothic"/>
                <a:ea typeface="Malgun Gothic"/>
                <a:cs typeface="Malgun Gothic"/>
              </a:defRPr>
            </a:lvl1pPr>
            <a:lvl2pPr algn="l">
              <a:defRPr sz="2250" b="1">
                <a:solidFill>
                  <a:srgbClr val="213EDB"/>
                </a:solidFill>
                <a:latin typeface="Malgun Gothic"/>
                <a:ea typeface="Malgun Gothic"/>
                <a:cs typeface="Malgun Gothic"/>
              </a:defRPr>
            </a:lvl2pPr>
            <a:lvl3pPr algn="l">
              <a:defRPr sz="2250" b="1">
                <a:solidFill>
                  <a:srgbClr val="213EDB"/>
                </a:solidFill>
                <a:latin typeface="Malgun Gothic"/>
                <a:ea typeface="Malgun Gothic"/>
                <a:cs typeface="Malgun Gothic"/>
              </a:defRPr>
            </a:lvl3pPr>
            <a:lvl4pPr algn="l">
              <a:defRPr sz="2250" b="1">
                <a:solidFill>
                  <a:srgbClr val="213EDB"/>
                </a:solidFill>
                <a:latin typeface="Malgun Gothic"/>
                <a:ea typeface="Malgun Gothic"/>
                <a:cs typeface="Malgun Gothic"/>
              </a:defRPr>
            </a:lvl4pPr>
            <a:lvl5pPr algn="l">
              <a:defRPr sz="2250" b="1">
                <a:solidFill>
                  <a:srgbClr val="213EDB"/>
                </a:solidFill>
                <a:latin typeface="Malgun Gothic"/>
                <a:ea typeface="Malgun Gothic"/>
                <a:cs typeface="Malgun Gothic"/>
              </a:defRPr>
            </a:lvl5pPr>
            <a:lvl6pPr algn="l">
              <a:defRPr sz="2250" b="1">
                <a:solidFill>
                  <a:srgbClr val="213EDB"/>
                </a:solidFill>
                <a:latin typeface="Malgun Gothic"/>
                <a:ea typeface="Malgun Gothic"/>
                <a:cs typeface="Malgun Gothic"/>
              </a:defRPr>
            </a:lvl6pPr>
            <a:lvl7pPr algn="l">
              <a:defRPr sz="2250" b="1">
                <a:solidFill>
                  <a:srgbClr val="213EDB"/>
                </a:solidFill>
                <a:latin typeface="Malgun Gothic"/>
                <a:ea typeface="Malgun Gothic"/>
                <a:cs typeface="Malgun Gothic"/>
              </a:defRPr>
            </a:lvl7pPr>
            <a:lvl8pPr algn="l">
              <a:defRPr sz="2250" b="1">
                <a:solidFill>
                  <a:srgbClr val="213EDB"/>
                </a:solidFill>
                <a:latin typeface="Malgun Gothic"/>
                <a:ea typeface="Malgun Gothic"/>
                <a:cs typeface="Malgun Gothic"/>
              </a:defRPr>
            </a:lvl8pPr>
            <a:lvl9pPr algn="l">
              <a:defRPr sz="2250" b="1">
                <a:solidFill>
                  <a:srgbClr val="213EDB"/>
                </a:solidFill>
                <a:latin typeface="Malgun Gothic"/>
                <a:ea typeface="Malgun Gothic"/>
                <a:cs typeface="Malgun Gothic"/>
              </a:defRPr>
            </a:lvl9pPr>
          </a:lstStyle>
          <a:p>
            <a:pPr algn="l">
              <a:defRPr sz="2250" b="1">
                <a:solidFill>
                  <a:srgbClr val="213EDB"/>
                </a:solidFill>
                <a:latin typeface="Malgun Gothic"/>
                <a:ea typeface="Malgun Gothic"/>
                <a:cs typeface="Malgun Gothic"/>
              </a:defRPr>
            </a:pPr>
            <a:r>
              <a:rPr sz="2250" b="1">
                <a:solidFill>
                  <a:srgbClr val="213EDB"/>
                </a:solidFill>
                <a:latin typeface="Malgun Gothic"/>
                <a:ea typeface="Malgun Gothic"/>
                <a:cs typeface="Malgun Gothic"/>
              </a:rPr>
              <a:t>순매출 1,425,000원</a:t>
            </a:r>
          </a:p>
        </p:txBody>
      </p:sp>
      <p:sp>
        <p:nvSpPr>
          <p:cNvPr id="9" name="session1-263">
            <a:extLst>
              <a:ext uri="{FF2B5EF4-FFF2-40B4-BE49-F238E27FC236}">
                <a16:creationId xmlns:a16="http://schemas.microsoft.com/office/drawing/2014/main" id="{E2FBB6CC-0441-43FD-ACBA-9D685F52CC8D}"/>
              </a:ext>
            </a:extLst>
          </p:cNvPr>
          <p:cNvSpPr>
            <a:spLocks noGrp="1"/>
          </p:cNvSpPr>
          <p:nvPr/>
        </p:nvSpPr>
        <p:spPr>
          <a:xfrm>
            <a:off x="6858000" y="2628900"/>
            <a:ext cx="4724400" cy="390525"/>
          </a:xfrm>
          <a:prstGeom prst="rect">
            <a:avLst/>
          </a:prstGeom>
          <a:noFill/>
          <a:ln w="0">
            <a:noFill/>
          </a:ln>
        </p:spPr>
        <p:txBody>
          <a:bodyPr wrap="square" lIns="0" tIns="0" rIns="0" bIns="0" anchor="t">
            <a:noAutofit/>
          </a:bodyPr>
          <a:lstStyle>
            <a:defPPr algn="l">
              <a:defRPr sz="1650" b="1">
                <a:solidFill>
                  <a:srgbClr val="101456"/>
                </a:solidFill>
                <a:latin typeface="Malgun Gothic"/>
                <a:ea typeface="Malgun Gothic"/>
                <a:cs typeface="Malgun Gothic"/>
              </a:defRPr>
            </a:defPPr>
            <a:lvl1pPr algn="l">
              <a:defRPr sz="1650" b="1">
                <a:solidFill>
                  <a:srgbClr val="101456"/>
                </a:solidFill>
                <a:latin typeface="Malgun Gothic"/>
                <a:ea typeface="Malgun Gothic"/>
                <a:cs typeface="Malgun Gothic"/>
              </a:defRPr>
            </a:lvl1pPr>
            <a:lvl2pPr algn="l">
              <a:defRPr sz="1650" b="1">
                <a:solidFill>
                  <a:srgbClr val="101456"/>
                </a:solidFill>
                <a:latin typeface="Malgun Gothic"/>
                <a:ea typeface="Malgun Gothic"/>
                <a:cs typeface="Malgun Gothic"/>
              </a:defRPr>
            </a:lvl2pPr>
            <a:lvl3pPr algn="l">
              <a:defRPr sz="1650" b="1">
                <a:solidFill>
                  <a:srgbClr val="101456"/>
                </a:solidFill>
                <a:latin typeface="Malgun Gothic"/>
                <a:ea typeface="Malgun Gothic"/>
                <a:cs typeface="Malgun Gothic"/>
              </a:defRPr>
            </a:lvl3pPr>
            <a:lvl4pPr algn="l">
              <a:defRPr sz="1650" b="1">
                <a:solidFill>
                  <a:srgbClr val="101456"/>
                </a:solidFill>
                <a:latin typeface="Malgun Gothic"/>
                <a:ea typeface="Malgun Gothic"/>
                <a:cs typeface="Malgun Gothic"/>
              </a:defRPr>
            </a:lvl4pPr>
            <a:lvl5pPr algn="l">
              <a:defRPr sz="1650" b="1">
                <a:solidFill>
                  <a:srgbClr val="101456"/>
                </a:solidFill>
                <a:latin typeface="Malgun Gothic"/>
                <a:ea typeface="Malgun Gothic"/>
                <a:cs typeface="Malgun Gothic"/>
              </a:defRPr>
            </a:lvl5pPr>
            <a:lvl6pPr algn="l">
              <a:defRPr sz="1650" b="1">
                <a:solidFill>
                  <a:srgbClr val="101456"/>
                </a:solidFill>
                <a:latin typeface="Malgun Gothic"/>
                <a:ea typeface="Malgun Gothic"/>
                <a:cs typeface="Malgun Gothic"/>
              </a:defRPr>
            </a:lvl6pPr>
            <a:lvl7pPr algn="l">
              <a:defRPr sz="1650" b="1">
                <a:solidFill>
                  <a:srgbClr val="101456"/>
                </a:solidFill>
                <a:latin typeface="Malgun Gothic"/>
                <a:ea typeface="Malgun Gothic"/>
                <a:cs typeface="Malgun Gothic"/>
              </a:defRPr>
            </a:lvl7pPr>
            <a:lvl8pPr algn="l">
              <a:defRPr sz="1650" b="1">
                <a:solidFill>
                  <a:srgbClr val="101456"/>
                </a:solidFill>
                <a:latin typeface="Malgun Gothic"/>
                <a:ea typeface="Malgun Gothic"/>
                <a:cs typeface="Malgun Gothic"/>
              </a:defRPr>
            </a:lvl8pPr>
            <a:lvl9pPr algn="l">
              <a:defRPr sz="1650" b="1">
                <a:solidFill>
                  <a:srgbClr val="101456"/>
                </a:solidFill>
                <a:latin typeface="Malgun Gothic"/>
                <a:ea typeface="Malgun Gothic"/>
                <a:cs typeface="Malgun Gothic"/>
              </a:defRPr>
            </a:lvl9pPr>
          </a:lstStyle>
          <a:p>
            <a:pPr algn="l">
              <a:defRPr sz="1650" b="1">
                <a:solidFill>
                  <a:srgbClr val="101456"/>
                </a:solidFill>
                <a:latin typeface="Malgun Gothic"/>
                <a:ea typeface="Malgun Gothic"/>
                <a:cs typeface="Malgun Gothic"/>
              </a:defRPr>
            </a:pPr>
            <a:r>
              <a:rPr sz="1650" b="1">
                <a:solidFill>
                  <a:srgbClr val="101456"/>
                </a:solidFill>
                <a:latin typeface="Malgun Gothic"/>
                <a:ea typeface="Malgun Gothic"/>
                <a:cs typeface="Malgun Gothic"/>
              </a:rPr>
              <a:t>전체 반품률 9.13% (21/230)</a:t>
            </a:r>
          </a:p>
        </p:txBody>
      </p:sp>
      <p:sp>
        <p:nvSpPr>
          <p:cNvPr id="10" name="session1-264">
            <a:extLst>
              <a:ext uri="{FF2B5EF4-FFF2-40B4-BE49-F238E27FC236}">
                <a16:creationId xmlns:a16="http://schemas.microsoft.com/office/drawing/2014/main" id="{B97463E0-4014-43E9-B235-D8DC53E68B20}"/>
              </a:ext>
            </a:extLst>
          </p:cNvPr>
          <p:cNvSpPr>
            <a:spLocks noGrp="1"/>
          </p:cNvSpPr>
          <p:nvPr/>
        </p:nvSpPr>
        <p:spPr>
          <a:xfrm>
            <a:off x="6858000" y="3209925"/>
            <a:ext cx="4667250" cy="323850"/>
          </a:xfrm>
          <a:prstGeom prst="rect">
            <a:avLst/>
          </a:prstGeom>
          <a:noFill/>
          <a:ln w="0">
            <a:noFill/>
          </a:ln>
        </p:spPr>
        <p:txBody>
          <a:bodyPr wrap="square" lIns="0" tIns="0" rIns="0" bIns="0" anchor="t">
            <a:noAutofit/>
          </a:bodyPr>
          <a:lstStyle>
            <a:defPPr algn="l">
              <a:defRPr sz="1800" b="1">
                <a:solidFill>
                  <a:srgbClr val="15171C"/>
                </a:solidFill>
                <a:latin typeface="Malgun Gothic"/>
                <a:ea typeface="Malgun Gothic"/>
                <a:cs typeface="Malgun Gothic"/>
              </a:defRPr>
            </a:defPPr>
            <a:lvl1pPr algn="l">
              <a:defRPr sz="1800" b="1">
                <a:solidFill>
                  <a:srgbClr val="15171C"/>
                </a:solidFill>
                <a:latin typeface="Malgun Gothic"/>
                <a:ea typeface="Malgun Gothic"/>
                <a:cs typeface="Malgun Gothic"/>
              </a:defRPr>
            </a:lvl1pPr>
            <a:lvl2pPr algn="l">
              <a:defRPr sz="1800" b="1">
                <a:solidFill>
                  <a:srgbClr val="15171C"/>
                </a:solidFill>
                <a:latin typeface="Malgun Gothic"/>
                <a:ea typeface="Malgun Gothic"/>
                <a:cs typeface="Malgun Gothic"/>
              </a:defRPr>
            </a:lvl2pPr>
            <a:lvl3pPr algn="l">
              <a:defRPr sz="1800" b="1">
                <a:solidFill>
                  <a:srgbClr val="15171C"/>
                </a:solidFill>
                <a:latin typeface="Malgun Gothic"/>
                <a:ea typeface="Malgun Gothic"/>
                <a:cs typeface="Malgun Gothic"/>
              </a:defRPr>
            </a:lvl3pPr>
            <a:lvl4pPr algn="l">
              <a:defRPr sz="1800" b="1">
                <a:solidFill>
                  <a:srgbClr val="15171C"/>
                </a:solidFill>
                <a:latin typeface="Malgun Gothic"/>
                <a:ea typeface="Malgun Gothic"/>
                <a:cs typeface="Malgun Gothic"/>
              </a:defRPr>
            </a:lvl4pPr>
            <a:lvl5pPr algn="l">
              <a:defRPr sz="1800" b="1">
                <a:solidFill>
                  <a:srgbClr val="15171C"/>
                </a:solidFill>
                <a:latin typeface="Malgun Gothic"/>
                <a:ea typeface="Malgun Gothic"/>
                <a:cs typeface="Malgun Gothic"/>
              </a:defRPr>
            </a:lvl5pPr>
            <a:lvl6pPr algn="l">
              <a:defRPr sz="1800" b="1">
                <a:solidFill>
                  <a:srgbClr val="15171C"/>
                </a:solidFill>
                <a:latin typeface="Malgun Gothic"/>
                <a:ea typeface="Malgun Gothic"/>
                <a:cs typeface="Malgun Gothic"/>
              </a:defRPr>
            </a:lvl6pPr>
            <a:lvl7pPr algn="l">
              <a:defRPr sz="1800" b="1">
                <a:solidFill>
                  <a:srgbClr val="15171C"/>
                </a:solidFill>
                <a:latin typeface="Malgun Gothic"/>
                <a:ea typeface="Malgun Gothic"/>
                <a:cs typeface="Malgun Gothic"/>
              </a:defRPr>
            </a:lvl7pPr>
            <a:lvl8pPr algn="l">
              <a:defRPr sz="1800" b="1">
                <a:solidFill>
                  <a:srgbClr val="15171C"/>
                </a:solidFill>
                <a:latin typeface="Malgun Gothic"/>
                <a:ea typeface="Malgun Gothic"/>
                <a:cs typeface="Malgun Gothic"/>
              </a:defRPr>
            </a:lvl8pPr>
            <a:lvl9pPr algn="l">
              <a:defRPr sz="1800" b="1">
                <a:solidFill>
                  <a:srgbClr val="15171C"/>
                </a:solidFill>
                <a:latin typeface="Malgun Gothic"/>
                <a:ea typeface="Malgun Gothic"/>
                <a:cs typeface="Malgun Gothic"/>
              </a:defRPr>
            </a:lvl9pPr>
          </a:lstStyle>
          <a:p>
            <a:pPr algn="l">
              <a:defRPr sz="1800" b="1">
                <a:solidFill>
                  <a:srgbClr val="15171C"/>
                </a:solidFill>
                <a:latin typeface="Malgun Gothic"/>
                <a:ea typeface="Malgun Gothic"/>
                <a:cs typeface="Malgun Gothic"/>
              </a:defRPr>
            </a:pPr>
            <a:r>
              <a:rPr sz="1800" b="1">
                <a:solidFill>
                  <a:srgbClr val="15171C"/>
                </a:solidFill>
                <a:latin typeface="Malgun Gothic"/>
                <a:ea typeface="Malgun Gothic"/>
                <a:cs typeface="Malgun Gothic"/>
              </a:rPr>
              <a:t>한 장 기획안의 제안</a:t>
            </a:r>
          </a:p>
        </p:txBody>
      </p:sp>
      <p:sp>
        <p:nvSpPr>
          <p:cNvPr id="11" name="session1-265">
            <a:extLst>
              <a:ext uri="{FF2B5EF4-FFF2-40B4-BE49-F238E27FC236}">
                <a16:creationId xmlns:a16="http://schemas.microsoft.com/office/drawing/2014/main" id="{DC66126A-107F-4839-870A-53585A85F276}"/>
              </a:ext>
            </a:extLst>
          </p:cNvPr>
          <p:cNvSpPr>
            <a:spLocks noGrp="1"/>
          </p:cNvSpPr>
          <p:nvPr/>
        </p:nvSpPr>
        <p:spPr>
          <a:xfrm>
            <a:off x="6858000" y="3686175"/>
            <a:ext cx="4724400" cy="752475"/>
          </a:xfrm>
          <a:prstGeom prst="rect">
            <a:avLst/>
          </a:prstGeom>
          <a:noFill/>
          <a:ln w="0">
            <a:noFill/>
          </a:ln>
        </p:spPr>
        <p:txBody>
          <a:bodyPr wrap="square" lIns="0" tIns="0" rIns="0" bIns="0" anchor="t">
            <a:noAutofit/>
          </a:bodyPr>
          <a:lstStyle>
            <a:defPPr algn="l">
              <a:defRPr sz="1650" b="0">
                <a:solidFill>
                  <a:srgbClr val="15171C"/>
                </a:solidFill>
                <a:latin typeface="Malgun Gothic"/>
                <a:ea typeface="Malgun Gothic"/>
                <a:cs typeface="Malgun Gothic"/>
              </a:defRPr>
            </a:defPPr>
            <a:lvl1pPr algn="l">
              <a:defRPr sz="1650" b="0">
                <a:solidFill>
                  <a:srgbClr val="15171C"/>
                </a:solidFill>
                <a:latin typeface="Malgun Gothic"/>
                <a:ea typeface="Malgun Gothic"/>
                <a:cs typeface="Malgun Gothic"/>
              </a:defRPr>
            </a:lvl1pPr>
            <a:lvl2pPr algn="l">
              <a:defRPr sz="1650" b="0">
                <a:solidFill>
                  <a:srgbClr val="15171C"/>
                </a:solidFill>
                <a:latin typeface="Malgun Gothic"/>
                <a:ea typeface="Malgun Gothic"/>
                <a:cs typeface="Malgun Gothic"/>
              </a:defRPr>
            </a:lvl2pPr>
            <a:lvl3pPr algn="l">
              <a:defRPr sz="1650" b="0">
                <a:solidFill>
                  <a:srgbClr val="15171C"/>
                </a:solidFill>
                <a:latin typeface="Malgun Gothic"/>
                <a:ea typeface="Malgun Gothic"/>
                <a:cs typeface="Malgun Gothic"/>
              </a:defRPr>
            </a:lvl3pPr>
            <a:lvl4pPr algn="l">
              <a:defRPr sz="1650" b="0">
                <a:solidFill>
                  <a:srgbClr val="15171C"/>
                </a:solidFill>
                <a:latin typeface="Malgun Gothic"/>
                <a:ea typeface="Malgun Gothic"/>
                <a:cs typeface="Malgun Gothic"/>
              </a:defRPr>
            </a:lvl4pPr>
            <a:lvl5pPr algn="l">
              <a:defRPr sz="1650" b="0">
                <a:solidFill>
                  <a:srgbClr val="15171C"/>
                </a:solidFill>
                <a:latin typeface="Malgun Gothic"/>
                <a:ea typeface="Malgun Gothic"/>
                <a:cs typeface="Malgun Gothic"/>
              </a:defRPr>
            </a:lvl5pPr>
            <a:lvl6pPr algn="l">
              <a:defRPr sz="1650" b="0">
                <a:solidFill>
                  <a:srgbClr val="15171C"/>
                </a:solidFill>
                <a:latin typeface="Malgun Gothic"/>
                <a:ea typeface="Malgun Gothic"/>
                <a:cs typeface="Malgun Gothic"/>
              </a:defRPr>
            </a:lvl6pPr>
            <a:lvl7pPr algn="l">
              <a:defRPr sz="1650" b="0">
                <a:solidFill>
                  <a:srgbClr val="15171C"/>
                </a:solidFill>
                <a:latin typeface="Malgun Gothic"/>
                <a:ea typeface="Malgun Gothic"/>
                <a:cs typeface="Malgun Gothic"/>
              </a:defRPr>
            </a:lvl7pPr>
            <a:lvl8pPr algn="l">
              <a:defRPr sz="1650" b="0">
                <a:solidFill>
                  <a:srgbClr val="15171C"/>
                </a:solidFill>
                <a:latin typeface="Malgun Gothic"/>
                <a:ea typeface="Malgun Gothic"/>
                <a:cs typeface="Malgun Gothic"/>
              </a:defRPr>
            </a:lvl8pPr>
            <a:lvl9pPr algn="l">
              <a:defRPr sz="1650" b="0">
                <a:solidFill>
                  <a:srgbClr val="15171C"/>
                </a:solidFill>
                <a:latin typeface="Malgun Gothic"/>
                <a:ea typeface="Malgun Gothic"/>
                <a:cs typeface="Malgun Gothic"/>
              </a:defRPr>
            </a:lvl9pPr>
          </a:lstStyle>
          <a:p>
            <a:pPr algn="l">
              <a:defRPr sz="1650" b="0">
                <a:solidFill>
                  <a:srgbClr val="15171C"/>
                </a:solidFill>
                <a:latin typeface="Malgun Gothic"/>
                <a:ea typeface="Malgun Gothic"/>
                <a:cs typeface="Malgun Gothic"/>
              </a:defRPr>
            </a:pPr>
            <a:r>
              <a:rPr sz="1650" b="0">
                <a:solidFill>
                  <a:srgbClr val="15171C"/>
                </a:solidFill>
                <a:latin typeface="Malgun Gothic"/>
                <a:ea typeface="Malgun Gothic"/>
                <a:cs typeface="Malgun Gothic"/>
              </a:rPr>
              <a:t>파우치 규격·수납 예시를 확인해</a:t>
            </a:r>
          </a:p>
          <a:p>
            <a:pPr algn="l">
              <a:defRPr sz="1650" b="0">
                <a:solidFill>
                  <a:srgbClr val="15171C"/>
                </a:solidFill>
                <a:latin typeface="Malgun Gothic"/>
                <a:ea typeface="Malgun Gothic"/>
                <a:cs typeface="Malgun Gothic"/>
              </a:defRPr>
            </a:pPr>
            <a:r>
              <a:rPr sz="1650" b="0">
                <a:solidFill>
                  <a:srgbClr val="15171C"/>
                </a:solidFill>
                <a:latin typeface="Malgun Gothic"/>
                <a:ea typeface="Malgun Gothic"/>
                <a:cs typeface="Malgun Gothic"/>
              </a:rPr>
              <a:t>상세페이지를 보완하고 반품 사유 기록</a:t>
            </a:r>
          </a:p>
        </p:txBody>
      </p:sp>
      <p:sp>
        <p:nvSpPr>
          <p:cNvPr id="12" name="session1-266">
            <a:extLst>
              <a:ext uri="{FF2B5EF4-FFF2-40B4-BE49-F238E27FC236}">
                <a16:creationId xmlns:a16="http://schemas.microsoft.com/office/drawing/2014/main" id="{E3326201-492F-4B3B-B75F-B3F5F8711E2C}"/>
              </a:ext>
            </a:extLst>
          </p:cNvPr>
          <p:cNvSpPr>
            <a:spLocks noGrp="1"/>
          </p:cNvSpPr>
          <p:nvPr/>
        </p:nvSpPr>
        <p:spPr>
          <a:xfrm>
            <a:off x="609600" y="4810125"/>
            <a:ext cx="10953750" cy="295275"/>
          </a:xfrm>
          <a:prstGeom prst="rect">
            <a:avLst/>
          </a:prstGeom>
          <a:noFill/>
          <a:ln w="0">
            <a:noFill/>
          </a:ln>
        </p:spPr>
        <p:txBody>
          <a:bodyPr wrap="square" lIns="0" tIns="0" rIns="0" bIns="0" anchor="t">
            <a:noAutofit/>
          </a:bodyPr>
          <a:lstStyle>
            <a:defPPr algn="l">
              <a:defRPr sz="1725" b="1">
                <a:solidFill>
                  <a:srgbClr val="213EDB"/>
                </a:solidFill>
                <a:latin typeface="Malgun Gothic"/>
                <a:ea typeface="Malgun Gothic"/>
                <a:cs typeface="Malgun Gothic"/>
              </a:defRPr>
            </a:defPPr>
            <a:lvl1pPr algn="l">
              <a:defRPr sz="1725" b="1">
                <a:solidFill>
                  <a:srgbClr val="213EDB"/>
                </a:solidFill>
                <a:latin typeface="Malgun Gothic"/>
                <a:ea typeface="Malgun Gothic"/>
                <a:cs typeface="Malgun Gothic"/>
              </a:defRPr>
            </a:lvl1pPr>
            <a:lvl2pPr algn="l">
              <a:defRPr sz="1725" b="1">
                <a:solidFill>
                  <a:srgbClr val="213EDB"/>
                </a:solidFill>
                <a:latin typeface="Malgun Gothic"/>
                <a:ea typeface="Malgun Gothic"/>
                <a:cs typeface="Malgun Gothic"/>
              </a:defRPr>
            </a:lvl2pPr>
            <a:lvl3pPr algn="l">
              <a:defRPr sz="1725" b="1">
                <a:solidFill>
                  <a:srgbClr val="213EDB"/>
                </a:solidFill>
                <a:latin typeface="Malgun Gothic"/>
                <a:ea typeface="Malgun Gothic"/>
                <a:cs typeface="Malgun Gothic"/>
              </a:defRPr>
            </a:lvl3pPr>
            <a:lvl4pPr algn="l">
              <a:defRPr sz="1725" b="1">
                <a:solidFill>
                  <a:srgbClr val="213EDB"/>
                </a:solidFill>
                <a:latin typeface="Malgun Gothic"/>
                <a:ea typeface="Malgun Gothic"/>
                <a:cs typeface="Malgun Gothic"/>
              </a:defRPr>
            </a:lvl4pPr>
            <a:lvl5pPr algn="l">
              <a:defRPr sz="1725" b="1">
                <a:solidFill>
                  <a:srgbClr val="213EDB"/>
                </a:solidFill>
                <a:latin typeface="Malgun Gothic"/>
                <a:ea typeface="Malgun Gothic"/>
                <a:cs typeface="Malgun Gothic"/>
              </a:defRPr>
            </a:lvl5pPr>
            <a:lvl6pPr algn="l">
              <a:defRPr sz="1725" b="1">
                <a:solidFill>
                  <a:srgbClr val="213EDB"/>
                </a:solidFill>
                <a:latin typeface="Malgun Gothic"/>
                <a:ea typeface="Malgun Gothic"/>
                <a:cs typeface="Malgun Gothic"/>
              </a:defRPr>
            </a:lvl6pPr>
            <a:lvl7pPr algn="l">
              <a:defRPr sz="1725" b="1">
                <a:solidFill>
                  <a:srgbClr val="213EDB"/>
                </a:solidFill>
                <a:latin typeface="Malgun Gothic"/>
                <a:ea typeface="Malgun Gothic"/>
                <a:cs typeface="Malgun Gothic"/>
              </a:defRPr>
            </a:lvl7pPr>
            <a:lvl8pPr algn="l">
              <a:defRPr sz="1725" b="1">
                <a:solidFill>
                  <a:srgbClr val="213EDB"/>
                </a:solidFill>
                <a:latin typeface="Malgun Gothic"/>
                <a:ea typeface="Malgun Gothic"/>
                <a:cs typeface="Malgun Gothic"/>
              </a:defRPr>
            </a:lvl8pPr>
            <a:lvl9pPr algn="l">
              <a:defRPr sz="1725" b="1">
                <a:solidFill>
                  <a:srgbClr val="213EDB"/>
                </a:solidFill>
                <a:latin typeface="Malgun Gothic"/>
                <a:ea typeface="Malgun Gothic"/>
                <a:cs typeface="Malgun Gothic"/>
              </a:defRPr>
            </a:lvl9pPr>
          </a:lstStyle>
          <a:p>
            <a:pPr algn="l">
              <a:defRPr sz="1725" b="1">
                <a:solidFill>
                  <a:srgbClr val="213EDB"/>
                </a:solidFill>
                <a:latin typeface="Malgun Gothic"/>
                <a:ea typeface="Malgun Gothic"/>
                <a:cs typeface="Malgun Gothic"/>
              </a:defRPr>
            </a:pPr>
            <a:r>
              <a:rPr sz="1725" b="1">
                <a:solidFill>
                  <a:srgbClr val="213EDB"/>
                </a:solidFill>
                <a:latin typeface="Malgun Gothic"/>
                <a:ea typeface="Malgun Gothic"/>
                <a:cs typeface="Malgun Gothic"/>
              </a:rPr>
              <a:t>외부 카드뉴스 4장 구성 예시</a:t>
            </a:r>
          </a:p>
        </p:txBody>
      </p:sp>
      <p:sp>
        <p:nvSpPr>
          <p:cNvPr id="13" name="session1-267">
            <a:extLst>
              <a:ext uri="{FF2B5EF4-FFF2-40B4-BE49-F238E27FC236}">
                <a16:creationId xmlns:a16="http://schemas.microsoft.com/office/drawing/2014/main" id="{4E4ADE5D-01A0-4D08-874D-850EE617D276}"/>
              </a:ext>
            </a:extLst>
          </p:cNvPr>
          <p:cNvSpPr>
            <a:spLocks noGrp="1"/>
          </p:cNvSpPr>
          <p:nvPr/>
        </p:nvSpPr>
        <p:spPr>
          <a:xfrm>
            <a:off x="590550" y="5248275"/>
            <a:ext cx="2533650" cy="742950"/>
          </a:xfrm>
          <a:prstGeom prst="rect">
            <a:avLst/>
          </a:prstGeom>
          <a:solidFill>
            <a:srgbClr val="213EDB"/>
          </a:solidFill>
          <a:ln w="0">
            <a:noFill/>
          </a:ln>
        </p:spPr>
        <p:txBody>
          <a:bodyPr/>
          <a:lstStyle/>
          <a:p>
            <a:endParaRPr lang="ko-KR" altLang="en-US"/>
          </a:p>
        </p:txBody>
      </p:sp>
      <p:sp>
        <p:nvSpPr>
          <p:cNvPr id="14" name="session1-268">
            <a:extLst>
              <a:ext uri="{FF2B5EF4-FFF2-40B4-BE49-F238E27FC236}">
                <a16:creationId xmlns:a16="http://schemas.microsoft.com/office/drawing/2014/main" id="{FFF1F0B6-5005-43A9-B850-927A28467942}"/>
              </a:ext>
            </a:extLst>
          </p:cNvPr>
          <p:cNvSpPr>
            <a:spLocks noGrp="1"/>
          </p:cNvSpPr>
          <p:nvPr/>
        </p:nvSpPr>
        <p:spPr>
          <a:xfrm>
            <a:off x="752475" y="5457825"/>
            <a:ext cx="2200275" cy="304800"/>
          </a:xfrm>
          <a:prstGeom prst="rect">
            <a:avLst/>
          </a:prstGeom>
          <a:noFill/>
          <a:ln w="0">
            <a:noFill/>
          </a:ln>
        </p:spPr>
        <p:txBody>
          <a:bodyPr wrap="square" lIns="0" tIns="0" rIns="0" bIns="0" anchor="t">
            <a:noAutofit/>
          </a:bodyPr>
          <a:lstStyle>
            <a:defPPr algn="l">
              <a:defRPr sz="1575" b="1">
                <a:solidFill>
                  <a:srgbClr val="FFFFFF"/>
                </a:solidFill>
                <a:latin typeface="Malgun Gothic"/>
                <a:ea typeface="Malgun Gothic"/>
                <a:cs typeface="Malgun Gothic"/>
              </a:defRPr>
            </a:defPPr>
            <a:lvl1pPr algn="l">
              <a:defRPr sz="1575" b="1">
                <a:solidFill>
                  <a:srgbClr val="FFFFFF"/>
                </a:solidFill>
                <a:latin typeface="Malgun Gothic"/>
                <a:ea typeface="Malgun Gothic"/>
                <a:cs typeface="Malgun Gothic"/>
              </a:defRPr>
            </a:lvl1pPr>
            <a:lvl2pPr algn="l">
              <a:defRPr sz="1575" b="1">
                <a:solidFill>
                  <a:srgbClr val="FFFFFF"/>
                </a:solidFill>
                <a:latin typeface="Malgun Gothic"/>
                <a:ea typeface="Malgun Gothic"/>
                <a:cs typeface="Malgun Gothic"/>
              </a:defRPr>
            </a:lvl2pPr>
            <a:lvl3pPr algn="l">
              <a:defRPr sz="1575" b="1">
                <a:solidFill>
                  <a:srgbClr val="FFFFFF"/>
                </a:solidFill>
                <a:latin typeface="Malgun Gothic"/>
                <a:ea typeface="Malgun Gothic"/>
                <a:cs typeface="Malgun Gothic"/>
              </a:defRPr>
            </a:lvl3pPr>
            <a:lvl4pPr algn="l">
              <a:defRPr sz="1575" b="1">
                <a:solidFill>
                  <a:srgbClr val="FFFFFF"/>
                </a:solidFill>
                <a:latin typeface="Malgun Gothic"/>
                <a:ea typeface="Malgun Gothic"/>
                <a:cs typeface="Malgun Gothic"/>
              </a:defRPr>
            </a:lvl4pPr>
            <a:lvl5pPr algn="l">
              <a:defRPr sz="1575" b="1">
                <a:solidFill>
                  <a:srgbClr val="FFFFFF"/>
                </a:solidFill>
                <a:latin typeface="Malgun Gothic"/>
                <a:ea typeface="Malgun Gothic"/>
                <a:cs typeface="Malgun Gothic"/>
              </a:defRPr>
            </a:lvl5pPr>
            <a:lvl6pPr algn="l">
              <a:defRPr sz="1575" b="1">
                <a:solidFill>
                  <a:srgbClr val="FFFFFF"/>
                </a:solidFill>
                <a:latin typeface="Malgun Gothic"/>
                <a:ea typeface="Malgun Gothic"/>
                <a:cs typeface="Malgun Gothic"/>
              </a:defRPr>
            </a:lvl6pPr>
            <a:lvl7pPr algn="l">
              <a:defRPr sz="1575" b="1">
                <a:solidFill>
                  <a:srgbClr val="FFFFFF"/>
                </a:solidFill>
                <a:latin typeface="Malgun Gothic"/>
                <a:ea typeface="Malgun Gothic"/>
                <a:cs typeface="Malgun Gothic"/>
              </a:defRPr>
            </a:lvl7pPr>
            <a:lvl8pPr algn="l">
              <a:defRPr sz="1575" b="1">
                <a:solidFill>
                  <a:srgbClr val="FFFFFF"/>
                </a:solidFill>
                <a:latin typeface="Malgun Gothic"/>
                <a:ea typeface="Malgun Gothic"/>
                <a:cs typeface="Malgun Gothic"/>
              </a:defRPr>
            </a:lvl8pPr>
            <a:lvl9pPr algn="l">
              <a:defRPr sz="1575" b="1">
                <a:solidFill>
                  <a:srgbClr val="FFFFFF"/>
                </a:solidFill>
                <a:latin typeface="Malgun Gothic"/>
                <a:ea typeface="Malgun Gothic"/>
                <a:cs typeface="Malgun Gothic"/>
              </a:defRPr>
            </a:lvl9pPr>
          </a:lstStyle>
          <a:p>
            <a:pPr algn="l">
              <a:defRPr sz="1575" b="1">
                <a:solidFill>
                  <a:srgbClr val="FFFFFF"/>
                </a:solidFill>
                <a:latin typeface="Malgun Gothic"/>
                <a:ea typeface="Malgun Gothic"/>
                <a:cs typeface="Malgun Gothic"/>
              </a:defRPr>
            </a:pPr>
            <a:r>
              <a:rPr sz="1575" b="1">
                <a:solidFill>
                  <a:srgbClr val="FFFFFF"/>
                </a:solidFill>
                <a:latin typeface="Malgun Gothic"/>
                <a:ea typeface="Malgun Gothic"/>
                <a:cs typeface="Malgun Gothic"/>
              </a:rPr>
              <a:t>관심 · 소품 정리</a:t>
            </a:r>
          </a:p>
        </p:txBody>
      </p:sp>
      <p:sp>
        <p:nvSpPr>
          <p:cNvPr id="15" name="session1-269">
            <a:extLst>
              <a:ext uri="{FF2B5EF4-FFF2-40B4-BE49-F238E27FC236}">
                <a16:creationId xmlns:a16="http://schemas.microsoft.com/office/drawing/2014/main" id="{E58521E4-95B5-4CC9-96AA-E7864C354D52}"/>
              </a:ext>
            </a:extLst>
          </p:cNvPr>
          <p:cNvSpPr>
            <a:spLocks noGrp="1"/>
          </p:cNvSpPr>
          <p:nvPr/>
        </p:nvSpPr>
        <p:spPr>
          <a:xfrm>
            <a:off x="3381375" y="5248275"/>
            <a:ext cx="2533650" cy="742950"/>
          </a:xfrm>
          <a:prstGeom prst="rect">
            <a:avLst/>
          </a:prstGeom>
          <a:solidFill>
            <a:srgbClr val="F0F1F5"/>
          </a:solidFill>
          <a:ln w="0">
            <a:noFill/>
          </a:ln>
        </p:spPr>
        <p:txBody>
          <a:bodyPr/>
          <a:lstStyle/>
          <a:p>
            <a:endParaRPr lang="ko-KR" altLang="en-US"/>
          </a:p>
        </p:txBody>
      </p:sp>
      <p:sp>
        <p:nvSpPr>
          <p:cNvPr id="16" name="session1-270">
            <a:extLst>
              <a:ext uri="{FF2B5EF4-FFF2-40B4-BE49-F238E27FC236}">
                <a16:creationId xmlns:a16="http://schemas.microsoft.com/office/drawing/2014/main" id="{160C64BA-5016-4ACB-A5F7-BE5DAACAEF43}"/>
              </a:ext>
            </a:extLst>
          </p:cNvPr>
          <p:cNvSpPr>
            <a:spLocks noGrp="1"/>
          </p:cNvSpPr>
          <p:nvPr/>
        </p:nvSpPr>
        <p:spPr>
          <a:xfrm>
            <a:off x="3543300" y="5457825"/>
            <a:ext cx="2200275" cy="304800"/>
          </a:xfrm>
          <a:prstGeom prst="rect">
            <a:avLst/>
          </a:prstGeom>
          <a:noFill/>
          <a:ln w="0">
            <a:noFill/>
          </a:ln>
        </p:spPr>
        <p:txBody>
          <a:bodyPr wrap="square" lIns="0" tIns="0" rIns="0" bIns="0" anchor="t">
            <a:noAutofit/>
          </a:bodyPr>
          <a:lstStyle>
            <a:defPPr algn="l">
              <a:defRPr sz="1575" b="1">
                <a:solidFill>
                  <a:srgbClr val="101456"/>
                </a:solidFill>
                <a:latin typeface="Malgun Gothic"/>
                <a:ea typeface="Malgun Gothic"/>
                <a:cs typeface="Malgun Gothic"/>
              </a:defRPr>
            </a:defPPr>
            <a:lvl1pPr algn="l">
              <a:defRPr sz="1575" b="1">
                <a:solidFill>
                  <a:srgbClr val="101456"/>
                </a:solidFill>
                <a:latin typeface="Malgun Gothic"/>
                <a:ea typeface="Malgun Gothic"/>
                <a:cs typeface="Malgun Gothic"/>
              </a:defRPr>
            </a:lvl1pPr>
            <a:lvl2pPr algn="l">
              <a:defRPr sz="1575" b="1">
                <a:solidFill>
                  <a:srgbClr val="101456"/>
                </a:solidFill>
                <a:latin typeface="Malgun Gothic"/>
                <a:ea typeface="Malgun Gothic"/>
                <a:cs typeface="Malgun Gothic"/>
              </a:defRPr>
            </a:lvl2pPr>
            <a:lvl3pPr algn="l">
              <a:defRPr sz="1575" b="1">
                <a:solidFill>
                  <a:srgbClr val="101456"/>
                </a:solidFill>
                <a:latin typeface="Malgun Gothic"/>
                <a:ea typeface="Malgun Gothic"/>
                <a:cs typeface="Malgun Gothic"/>
              </a:defRPr>
            </a:lvl3pPr>
            <a:lvl4pPr algn="l">
              <a:defRPr sz="1575" b="1">
                <a:solidFill>
                  <a:srgbClr val="101456"/>
                </a:solidFill>
                <a:latin typeface="Malgun Gothic"/>
                <a:ea typeface="Malgun Gothic"/>
                <a:cs typeface="Malgun Gothic"/>
              </a:defRPr>
            </a:lvl4pPr>
            <a:lvl5pPr algn="l">
              <a:defRPr sz="1575" b="1">
                <a:solidFill>
                  <a:srgbClr val="101456"/>
                </a:solidFill>
                <a:latin typeface="Malgun Gothic"/>
                <a:ea typeface="Malgun Gothic"/>
                <a:cs typeface="Malgun Gothic"/>
              </a:defRPr>
            </a:lvl5pPr>
            <a:lvl6pPr algn="l">
              <a:defRPr sz="1575" b="1">
                <a:solidFill>
                  <a:srgbClr val="101456"/>
                </a:solidFill>
                <a:latin typeface="Malgun Gothic"/>
                <a:ea typeface="Malgun Gothic"/>
                <a:cs typeface="Malgun Gothic"/>
              </a:defRPr>
            </a:lvl6pPr>
            <a:lvl7pPr algn="l">
              <a:defRPr sz="1575" b="1">
                <a:solidFill>
                  <a:srgbClr val="101456"/>
                </a:solidFill>
                <a:latin typeface="Malgun Gothic"/>
                <a:ea typeface="Malgun Gothic"/>
                <a:cs typeface="Malgun Gothic"/>
              </a:defRPr>
            </a:lvl7pPr>
            <a:lvl8pPr algn="l">
              <a:defRPr sz="1575" b="1">
                <a:solidFill>
                  <a:srgbClr val="101456"/>
                </a:solidFill>
                <a:latin typeface="Malgun Gothic"/>
                <a:ea typeface="Malgun Gothic"/>
                <a:cs typeface="Malgun Gothic"/>
              </a:defRPr>
            </a:lvl8pPr>
            <a:lvl9pPr algn="l">
              <a:defRPr sz="1575" b="1">
                <a:solidFill>
                  <a:srgbClr val="101456"/>
                </a:solidFill>
                <a:latin typeface="Malgun Gothic"/>
                <a:ea typeface="Malgun Gothic"/>
                <a:cs typeface="Malgun Gothic"/>
              </a:defRPr>
            </a:lvl9pPr>
          </a:lstStyle>
          <a:p>
            <a:pPr algn="l">
              <a:defRPr sz="1575" b="1">
                <a:solidFill>
                  <a:srgbClr val="101456"/>
                </a:solidFill>
                <a:latin typeface="Malgun Gothic"/>
                <a:ea typeface="Malgun Gothic"/>
                <a:cs typeface="Malgun Gothic"/>
              </a:defRPr>
            </a:pPr>
            <a:r>
              <a:rPr sz="1575" b="1">
                <a:solidFill>
                  <a:srgbClr val="101456"/>
                </a:solidFill>
                <a:latin typeface="Malgun Gothic"/>
                <a:ea typeface="Malgun Gothic"/>
                <a:cs typeface="Malgun Gothic"/>
              </a:rPr>
              <a:t>규격 · 18×12cm</a:t>
            </a:r>
          </a:p>
        </p:txBody>
      </p:sp>
      <p:sp>
        <p:nvSpPr>
          <p:cNvPr id="17" name="session1-271">
            <a:extLst>
              <a:ext uri="{FF2B5EF4-FFF2-40B4-BE49-F238E27FC236}">
                <a16:creationId xmlns:a16="http://schemas.microsoft.com/office/drawing/2014/main" id="{D9BB31F8-B0A6-4229-82BF-0BB385472C43}"/>
              </a:ext>
            </a:extLst>
          </p:cNvPr>
          <p:cNvSpPr>
            <a:spLocks noGrp="1"/>
          </p:cNvSpPr>
          <p:nvPr/>
        </p:nvSpPr>
        <p:spPr>
          <a:xfrm>
            <a:off x="6172200" y="5248275"/>
            <a:ext cx="2533650" cy="742950"/>
          </a:xfrm>
          <a:prstGeom prst="rect">
            <a:avLst/>
          </a:prstGeom>
          <a:solidFill>
            <a:srgbClr val="F0F1F5"/>
          </a:solidFill>
          <a:ln w="0">
            <a:noFill/>
          </a:ln>
        </p:spPr>
        <p:txBody>
          <a:bodyPr/>
          <a:lstStyle/>
          <a:p>
            <a:endParaRPr lang="ko-KR" altLang="en-US"/>
          </a:p>
        </p:txBody>
      </p:sp>
      <p:sp>
        <p:nvSpPr>
          <p:cNvPr id="18" name="session1-272">
            <a:extLst>
              <a:ext uri="{FF2B5EF4-FFF2-40B4-BE49-F238E27FC236}">
                <a16:creationId xmlns:a16="http://schemas.microsoft.com/office/drawing/2014/main" id="{E706224D-9FB9-4CB4-B158-76DE247C87BF}"/>
              </a:ext>
            </a:extLst>
          </p:cNvPr>
          <p:cNvSpPr>
            <a:spLocks noGrp="1"/>
          </p:cNvSpPr>
          <p:nvPr/>
        </p:nvSpPr>
        <p:spPr>
          <a:xfrm>
            <a:off x="6334125" y="5457825"/>
            <a:ext cx="2200275" cy="304800"/>
          </a:xfrm>
          <a:prstGeom prst="rect">
            <a:avLst/>
          </a:prstGeom>
          <a:noFill/>
          <a:ln w="0">
            <a:noFill/>
          </a:ln>
        </p:spPr>
        <p:txBody>
          <a:bodyPr wrap="square" lIns="0" tIns="0" rIns="0" bIns="0" anchor="t">
            <a:noAutofit/>
          </a:bodyPr>
          <a:lstStyle>
            <a:defPPr algn="l">
              <a:defRPr sz="1575" b="1">
                <a:solidFill>
                  <a:srgbClr val="101456"/>
                </a:solidFill>
                <a:latin typeface="Malgun Gothic"/>
                <a:ea typeface="Malgun Gothic"/>
                <a:cs typeface="Malgun Gothic"/>
              </a:defRPr>
            </a:defPPr>
            <a:lvl1pPr algn="l">
              <a:defRPr sz="1575" b="1">
                <a:solidFill>
                  <a:srgbClr val="101456"/>
                </a:solidFill>
                <a:latin typeface="Malgun Gothic"/>
                <a:ea typeface="Malgun Gothic"/>
                <a:cs typeface="Malgun Gothic"/>
              </a:defRPr>
            </a:lvl1pPr>
            <a:lvl2pPr algn="l">
              <a:defRPr sz="1575" b="1">
                <a:solidFill>
                  <a:srgbClr val="101456"/>
                </a:solidFill>
                <a:latin typeface="Malgun Gothic"/>
                <a:ea typeface="Malgun Gothic"/>
                <a:cs typeface="Malgun Gothic"/>
              </a:defRPr>
            </a:lvl2pPr>
            <a:lvl3pPr algn="l">
              <a:defRPr sz="1575" b="1">
                <a:solidFill>
                  <a:srgbClr val="101456"/>
                </a:solidFill>
                <a:latin typeface="Malgun Gothic"/>
                <a:ea typeface="Malgun Gothic"/>
                <a:cs typeface="Malgun Gothic"/>
              </a:defRPr>
            </a:lvl3pPr>
            <a:lvl4pPr algn="l">
              <a:defRPr sz="1575" b="1">
                <a:solidFill>
                  <a:srgbClr val="101456"/>
                </a:solidFill>
                <a:latin typeface="Malgun Gothic"/>
                <a:ea typeface="Malgun Gothic"/>
                <a:cs typeface="Malgun Gothic"/>
              </a:defRPr>
            </a:lvl4pPr>
            <a:lvl5pPr algn="l">
              <a:defRPr sz="1575" b="1">
                <a:solidFill>
                  <a:srgbClr val="101456"/>
                </a:solidFill>
                <a:latin typeface="Malgun Gothic"/>
                <a:ea typeface="Malgun Gothic"/>
                <a:cs typeface="Malgun Gothic"/>
              </a:defRPr>
            </a:lvl5pPr>
            <a:lvl6pPr algn="l">
              <a:defRPr sz="1575" b="1">
                <a:solidFill>
                  <a:srgbClr val="101456"/>
                </a:solidFill>
                <a:latin typeface="Malgun Gothic"/>
                <a:ea typeface="Malgun Gothic"/>
                <a:cs typeface="Malgun Gothic"/>
              </a:defRPr>
            </a:lvl6pPr>
            <a:lvl7pPr algn="l">
              <a:defRPr sz="1575" b="1">
                <a:solidFill>
                  <a:srgbClr val="101456"/>
                </a:solidFill>
                <a:latin typeface="Malgun Gothic"/>
                <a:ea typeface="Malgun Gothic"/>
                <a:cs typeface="Malgun Gothic"/>
              </a:defRPr>
            </a:lvl7pPr>
            <a:lvl8pPr algn="l">
              <a:defRPr sz="1575" b="1">
                <a:solidFill>
                  <a:srgbClr val="101456"/>
                </a:solidFill>
                <a:latin typeface="Malgun Gothic"/>
                <a:ea typeface="Malgun Gothic"/>
                <a:cs typeface="Malgun Gothic"/>
              </a:defRPr>
            </a:lvl8pPr>
            <a:lvl9pPr algn="l">
              <a:defRPr sz="1575" b="1">
                <a:solidFill>
                  <a:srgbClr val="101456"/>
                </a:solidFill>
                <a:latin typeface="Malgun Gothic"/>
                <a:ea typeface="Malgun Gothic"/>
                <a:cs typeface="Malgun Gothic"/>
              </a:defRPr>
            </a:lvl9pPr>
          </a:lstStyle>
          <a:p>
            <a:pPr algn="l">
              <a:defRPr sz="1575" b="1">
                <a:solidFill>
                  <a:srgbClr val="101456"/>
                </a:solidFill>
                <a:latin typeface="Malgun Gothic"/>
                <a:ea typeface="Malgun Gothic"/>
                <a:cs typeface="Malgun Gothic"/>
              </a:defRPr>
            </a:pPr>
            <a:r>
              <a:rPr sz="1575" b="1">
                <a:solidFill>
                  <a:srgbClr val="101456"/>
                </a:solidFill>
                <a:latin typeface="Malgun Gothic"/>
                <a:ea typeface="Malgun Gothic"/>
                <a:cs typeface="Malgun Gothic"/>
              </a:rPr>
              <a:t>조건 · 10,000원</a:t>
            </a:r>
          </a:p>
        </p:txBody>
      </p:sp>
      <p:sp>
        <p:nvSpPr>
          <p:cNvPr id="19" name="session1-273">
            <a:extLst>
              <a:ext uri="{FF2B5EF4-FFF2-40B4-BE49-F238E27FC236}">
                <a16:creationId xmlns:a16="http://schemas.microsoft.com/office/drawing/2014/main" id="{3E3FEFA9-8B39-4DE7-97AD-4341134779A2}"/>
              </a:ext>
            </a:extLst>
          </p:cNvPr>
          <p:cNvSpPr>
            <a:spLocks noGrp="1"/>
          </p:cNvSpPr>
          <p:nvPr/>
        </p:nvSpPr>
        <p:spPr>
          <a:xfrm>
            <a:off x="8963025" y="5248275"/>
            <a:ext cx="2533650" cy="742950"/>
          </a:xfrm>
          <a:prstGeom prst="rect">
            <a:avLst/>
          </a:prstGeom>
          <a:solidFill>
            <a:srgbClr val="101456"/>
          </a:solidFill>
          <a:ln w="0">
            <a:noFill/>
          </a:ln>
        </p:spPr>
        <p:txBody>
          <a:bodyPr/>
          <a:lstStyle/>
          <a:p>
            <a:endParaRPr lang="ko-KR" altLang="en-US"/>
          </a:p>
        </p:txBody>
      </p:sp>
      <p:sp>
        <p:nvSpPr>
          <p:cNvPr id="20" name="session1-274">
            <a:extLst>
              <a:ext uri="{FF2B5EF4-FFF2-40B4-BE49-F238E27FC236}">
                <a16:creationId xmlns:a16="http://schemas.microsoft.com/office/drawing/2014/main" id="{352A9F90-29E2-4072-A8A5-7547F5995DBA}"/>
              </a:ext>
            </a:extLst>
          </p:cNvPr>
          <p:cNvSpPr>
            <a:spLocks noGrp="1"/>
          </p:cNvSpPr>
          <p:nvPr/>
        </p:nvSpPr>
        <p:spPr>
          <a:xfrm>
            <a:off x="9124950" y="5457825"/>
            <a:ext cx="2200275" cy="304800"/>
          </a:xfrm>
          <a:prstGeom prst="rect">
            <a:avLst/>
          </a:prstGeom>
          <a:noFill/>
          <a:ln w="0">
            <a:noFill/>
          </a:ln>
        </p:spPr>
        <p:txBody>
          <a:bodyPr wrap="square" lIns="0" tIns="0" rIns="0" bIns="0" anchor="t">
            <a:noAutofit/>
          </a:bodyPr>
          <a:lstStyle>
            <a:defPPr algn="l">
              <a:defRPr sz="1575" b="1">
                <a:solidFill>
                  <a:srgbClr val="FFFFFF"/>
                </a:solidFill>
                <a:latin typeface="Malgun Gothic"/>
                <a:ea typeface="Malgun Gothic"/>
                <a:cs typeface="Malgun Gothic"/>
              </a:defRPr>
            </a:defPPr>
            <a:lvl1pPr algn="l">
              <a:defRPr sz="1575" b="1">
                <a:solidFill>
                  <a:srgbClr val="FFFFFF"/>
                </a:solidFill>
                <a:latin typeface="Malgun Gothic"/>
                <a:ea typeface="Malgun Gothic"/>
                <a:cs typeface="Malgun Gothic"/>
              </a:defRPr>
            </a:lvl1pPr>
            <a:lvl2pPr algn="l">
              <a:defRPr sz="1575" b="1">
                <a:solidFill>
                  <a:srgbClr val="FFFFFF"/>
                </a:solidFill>
                <a:latin typeface="Malgun Gothic"/>
                <a:ea typeface="Malgun Gothic"/>
                <a:cs typeface="Malgun Gothic"/>
              </a:defRPr>
            </a:lvl2pPr>
            <a:lvl3pPr algn="l">
              <a:defRPr sz="1575" b="1">
                <a:solidFill>
                  <a:srgbClr val="FFFFFF"/>
                </a:solidFill>
                <a:latin typeface="Malgun Gothic"/>
                <a:ea typeface="Malgun Gothic"/>
                <a:cs typeface="Malgun Gothic"/>
              </a:defRPr>
            </a:lvl3pPr>
            <a:lvl4pPr algn="l">
              <a:defRPr sz="1575" b="1">
                <a:solidFill>
                  <a:srgbClr val="FFFFFF"/>
                </a:solidFill>
                <a:latin typeface="Malgun Gothic"/>
                <a:ea typeface="Malgun Gothic"/>
                <a:cs typeface="Malgun Gothic"/>
              </a:defRPr>
            </a:lvl4pPr>
            <a:lvl5pPr algn="l">
              <a:defRPr sz="1575" b="1">
                <a:solidFill>
                  <a:srgbClr val="FFFFFF"/>
                </a:solidFill>
                <a:latin typeface="Malgun Gothic"/>
                <a:ea typeface="Malgun Gothic"/>
                <a:cs typeface="Malgun Gothic"/>
              </a:defRPr>
            </a:lvl5pPr>
            <a:lvl6pPr algn="l">
              <a:defRPr sz="1575" b="1">
                <a:solidFill>
                  <a:srgbClr val="FFFFFF"/>
                </a:solidFill>
                <a:latin typeface="Malgun Gothic"/>
                <a:ea typeface="Malgun Gothic"/>
                <a:cs typeface="Malgun Gothic"/>
              </a:defRPr>
            </a:lvl6pPr>
            <a:lvl7pPr algn="l">
              <a:defRPr sz="1575" b="1">
                <a:solidFill>
                  <a:srgbClr val="FFFFFF"/>
                </a:solidFill>
                <a:latin typeface="Malgun Gothic"/>
                <a:ea typeface="Malgun Gothic"/>
                <a:cs typeface="Malgun Gothic"/>
              </a:defRPr>
            </a:lvl7pPr>
            <a:lvl8pPr algn="l">
              <a:defRPr sz="1575" b="1">
                <a:solidFill>
                  <a:srgbClr val="FFFFFF"/>
                </a:solidFill>
                <a:latin typeface="Malgun Gothic"/>
                <a:ea typeface="Malgun Gothic"/>
                <a:cs typeface="Malgun Gothic"/>
              </a:defRPr>
            </a:lvl8pPr>
            <a:lvl9pPr algn="l">
              <a:defRPr sz="1575" b="1">
                <a:solidFill>
                  <a:srgbClr val="FFFFFF"/>
                </a:solidFill>
                <a:latin typeface="Malgun Gothic"/>
                <a:ea typeface="Malgun Gothic"/>
                <a:cs typeface="Malgun Gothic"/>
              </a:defRPr>
            </a:lvl9pPr>
          </a:lstStyle>
          <a:p>
            <a:pPr algn="l">
              <a:defRPr sz="1575" b="1">
                <a:solidFill>
                  <a:srgbClr val="FFFFFF"/>
                </a:solidFill>
                <a:latin typeface="Malgun Gothic"/>
                <a:ea typeface="Malgun Gothic"/>
                <a:cs typeface="Malgun Gothic"/>
              </a:defRPr>
            </a:pPr>
            <a:r>
              <a:rPr sz="1575" b="1">
                <a:solidFill>
                  <a:srgbClr val="FFFFFF"/>
                </a:solidFill>
                <a:latin typeface="Malgun Gothic"/>
                <a:ea typeface="Malgun Gothic"/>
                <a:cs typeface="Malgun Gothic"/>
              </a:rPr>
              <a:t>행동 · 조건 확인</a:t>
            </a:r>
          </a:p>
        </p:txBody>
      </p:sp>
      <p:sp>
        <p:nvSpPr>
          <p:cNvPr id="21" name="session1-275">
            <a:extLst>
              <a:ext uri="{FF2B5EF4-FFF2-40B4-BE49-F238E27FC236}">
                <a16:creationId xmlns:a16="http://schemas.microsoft.com/office/drawing/2014/main" id="{6D912329-B278-4FE1-A1C9-5DD01CBFAC63}"/>
              </a:ext>
            </a:extLst>
          </p:cNvPr>
          <p:cNvSpPr>
            <a:spLocks noGrp="1"/>
          </p:cNvSpPr>
          <p:nvPr/>
        </p:nvSpPr>
        <p:spPr>
          <a:xfrm>
            <a:off x="609600" y="6143625"/>
            <a:ext cx="10906125" cy="257175"/>
          </a:xfrm>
          <a:prstGeom prst="rect">
            <a:avLst/>
          </a:prstGeom>
          <a:noFill/>
          <a:ln w="0">
            <a:noFill/>
          </a:ln>
        </p:spPr>
        <p:txBody>
          <a:bodyPr wrap="square" lIns="0" tIns="0" rIns="0" bIns="0" anchor="t">
            <a:noAutofit/>
          </a:bodyPr>
          <a:lstStyle>
            <a:defPPr algn="l">
              <a:defRPr sz="1350" b="0">
                <a:solidFill>
                  <a:srgbClr val="616773"/>
                </a:solidFill>
                <a:latin typeface="Malgun Gothic"/>
                <a:ea typeface="Malgun Gothic"/>
                <a:cs typeface="Malgun Gothic"/>
              </a:defRPr>
            </a:defPPr>
            <a:lvl1pPr algn="l">
              <a:defRPr sz="1350" b="0">
                <a:solidFill>
                  <a:srgbClr val="616773"/>
                </a:solidFill>
                <a:latin typeface="Malgun Gothic"/>
                <a:ea typeface="Malgun Gothic"/>
                <a:cs typeface="Malgun Gothic"/>
              </a:defRPr>
            </a:lvl1pPr>
            <a:lvl2pPr algn="l">
              <a:defRPr sz="1350" b="0">
                <a:solidFill>
                  <a:srgbClr val="616773"/>
                </a:solidFill>
                <a:latin typeface="Malgun Gothic"/>
                <a:ea typeface="Malgun Gothic"/>
                <a:cs typeface="Malgun Gothic"/>
              </a:defRPr>
            </a:lvl2pPr>
            <a:lvl3pPr algn="l">
              <a:defRPr sz="1350" b="0">
                <a:solidFill>
                  <a:srgbClr val="616773"/>
                </a:solidFill>
                <a:latin typeface="Malgun Gothic"/>
                <a:ea typeface="Malgun Gothic"/>
                <a:cs typeface="Malgun Gothic"/>
              </a:defRPr>
            </a:lvl3pPr>
            <a:lvl4pPr algn="l">
              <a:defRPr sz="1350" b="0">
                <a:solidFill>
                  <a:srgbClr val="616773"/>
                </a:solidFill>
                <a:latin typeface="Malgun Gothic"/>
                <a:ea typeface="Malgun Gothic"/>
                <a:cs typeface="Malgun Gothic"/>
              </a:defRPr>
            </a:lvl4pPr>
            <a:lvl5pPr algn="l">
              <a:defRPr sz="1350" b="0">
                <a:solidFill>
                  <a:srgbClr val="616773"/>
                </a:solidFill>
                <a:latin typeface="Malgun Gothic"/>
                <a:ea typeface="Malgun Gothic"/>
                <a:cs typeface="Malgun Gothic"/>
              </a:defRPr>
            </a:lvl5pPr>
            <a:lvl6pPr algn="l">
              <a:defRPr sz="1350" b="0">
                <a:solidFill>
                  <a:srgbClr val="616773"/>
                </a:solidFill>
                <a:latin typeface="Malgun Gothic"/>
                <a:ea typeface="Malgun Gothic"/>
                <a:cs typeface="Malgun Gothic"/>
              </a:defRPr>
            </a:lvl6pPr>
            <a:lvl7pPr algn="l">
              <a:defRPr sz="1350" b="0">
                <a:solidFill>
                  <a:srgbClr val="616773"/>
                </a:solidFill>
                <a:latin typeface="Malgun Gothic"/>
                <a:ea typeface="Malgun Gothic"/>
                <a:cs typeface="Malgun Gothic"/>
              </a:defRPr>
            </a:lvl7pPr>
            <a:lvl8pPr algn="l">
              <a:defRPr sz="1350" b="0">
                <a:solidFill>
                  <a:srgbClr val="616773"/>
                </a:solidFill>
                <a:latin typeface="Malgun Gothic"/>
                <a:ea typeface="Malgun Gothic"/>
                <a:cs typeface="Malgun Gothic"/>
              </a:defRPr>
            </a:lvl8pPr>
            <a:lvl9pPr algn="l">
              <a:defRPr sz="1350" b="0">
                <a:solidFill>
                  <a:srgbClr val="616773"/>
                </a:solidFill>
                <a:latin typeface="Malgun Gothic"/>
                <a:ea typeface="Malgun Gothic"/>
                <a:cs typeface="Malgun Gothic"/>
              </a:defRPr>
            </a:lvl9pPr>
          </a:lstStyle>
          <a:p>
            <a:pPr algn="l">
              <a:defRPr sz="1350" b="0">
                <a:solidFill>
                  <a:srgbClr val="616773"/>
                </a:solidFill>
                <a:latin typeface="Malgun Gothic"/>
                <a:ea typeface="Malgun Gothic"/>
                <a:cs typeface="Malgun Gothic"/>
              </a:defRPr>
            </a:pPr>
            <a:r>
              <a:rPr sz="1350" b="0">
                <a:solidFill>
                  <a:srgbClr val="616773"/>
                </a:solidFill>
                <a:latin typeface="Malgun Gothic"/>
                <a:ea typeface="Malgun Gothic"/>
                <a:cs typeface="Malgun Gothic"/>
              </a:rPr>
              <a:t>내부 운영 수치는 외부 문안에 넣지 않습니다. 미확인 가격·일정·효능은 확인 필요로 남깁니다.</a:t>
            </a:r>
          </a:p>
        </p:txBody>
      </p:sp>
    </p:spTree>
    <p:extLst>
      <p:ext uri="{BB962C8B-B14F-4D97-AF65-F5344CB8AC3E}">
        <p14:creationId xmlns:p14="http://schemas.microsoft.com/office/powerpoint/2010/main" val="7425274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session1-276">
            <a:extLst>
              <a:ext uri="{FF2B5EF4-FFF2-40B4-BE49-F238E27FC236}">
                <a16:creationId xmlns:a16="http://schemas.microsoft.com/office/drawing/2014/main" id="{895699C5-74E0-4D2D-97C3-39B1CC4F39E7}"/>
              </a:ext>
            </a:extLst>
          </p:cNvPr>
          <p:cNvSpPr>
            <a:spLocks noGrp="1"/>
          </p:cNvSpPr>
          <p:nvPr/>
        </p:nvSpPr>
        <p:spPr>
          <a:xfrm>
            <a:off x="590550" y="295275"/>
            <a:ext cx="9715500" cy="228600"/>
          </a:xfrm>
          <a:prstGeom prst="rect">
            <a:avLst/>
          </a:prstGeom>
          <a:noFill/>
          <a:ln w="0">
            <a:noFill/>
          </a:ln>
        </p:spPr>
        <p:txBody>
          <a:bodyPr wrap="square" lIns="0" tIns="0" rIns="0" bIns="0" anchor="t">
            <a:noAutofit/>
          </a:bodyPr>
          <a:lstStyle>
            <a:defPPr algn="l">
              <a:defRPr sz="1050" b="0">
                <a:solidFill>
                  <a:srgbClr val="616773"/>
                </a:solidFill>
                <a:latin typeface="Malgun Gothic"/>
                <a:ea typeface="Malgun Gothic"/>
                <a:cs typeface="Malgun Gothic"/>
              </a:defRPr>
            </a:defPPr>
            <a:lvl1pPr algn="l">
              <a:defRPr sz="1050" b="0">
                <a:solidFill>
                  <a:srgbClr val="616773"/>
                </a:solidFill>
                <a:latin typeface="Malgun Gothic"/>
                <a:ea typeface="Malgun Gothic"/>
                <a:cs typeface="Malgun Gothic"/>
              </a:defRPr>
            </a:lvl1pPr>
            <a:lvl2pPr algn="l">
              <a:defRPr sz="1050" b="0">
                <a:solidFill>
                  <a:srgbClr val="616773"/>
                </a:solidFill>
                <a:latin typeface="Malgun Gothic"/>
                <a:ea typeface="Malgun Gothic"/>
                <a:cs typeface="Malgun Gothic"/>
              </a:defRPr>
            </a:lvl2pPr>
            <a:lvl3pPr algn="l">
              <a:defRPr sz="1050" b="0">
                <a:solidFill>
                  <a:srgbClr val="616773"/>
                </a:solidFill>
                <a:latin typeface="Malgun Gothic"/>
                <a:ea typeface="Malgun Gothic"/>
                <a:cs typeface="Malgun Gothic"/>
              </a:defRPr>
            </a:lvl3pPr>
            <a:lvl4pPr algn="l">
              <a:defRPr sz="1050" b="0">
                <a:solidFill>
                  <a:srgbClr val="616773"/>
                </a:solidFill>
                <a:latin typeface="Malgun Gothic"/>
                <a:ea typeface="Malgun Gothic"/>
                <a:cs typeface="Malgun Gothic"/>
              </a:defRPr>
            </a:lvl4pPr>
            <a:lvl5pPr algn="l">
              <a:defRPr sz="1050" b="0">
                <a:solidFill>
                  <a:srgbClr val="616773"/>
                </a:solidFill>
                <a:latin typeface="Malgun Gothic"/>
                <a:ea typeface="Malgun Gothic"/>
                <a:cs typeface="Malgun Gothic"/>
              </a:defRPr>
            </a:lvl5pPr>
            <a:lvl6pPr algn="l">
              <a:defRPr sz="1050" b="0">
                <a:solidFill>
                  <a:srgbClr val="616773"/>
                </a:solidFill>
                <a:latin typeface="Malgun Gothic"/>
                <a:ea typeface="Malgun Gothic"/>
                <a:cs typeface="Malgun Gothic"/>
              </a:defRPr>
            </a:lvl6pPr>
            <a:lvl7pPr algn="l">
              <a:defRPr sz="1050" b="0">
                <a:solidFill>
                  <a:srgbClr val="616773"/>
                </a:solidFill>
                <a:latin typeface="Malgun Gothic"/>
                <a:ea typeface="Malgun Gothic"/>
                <a:cs typeface="Malgun Gothic"/>
              </a:defRPr>
            </a:lvl7pPr>
            <a:lvl8pPr algn="l">
              <a:defRPr sz="1050" b="0">
                <a:solidFill>
                  <a:srgbClr val="616773"/>
                </a:solidFill>
                <a:latin typeface="Malgun Gothic"/>
                <a:ea typeface="Malgun Gothic"/>
                <a:cs typeface="Malgun Gothic"/>
              </a:defRPr>
            </a:lvl8pPr>
            <a:lvl9pPr algn="l">
              <a:defRPr sz="1050" b="0">
                <a:solidFill>
                  <a:srgbClr val="616773"/>
                </a:solidFill>
                <a:latin typeface="Malgun Gothic"/>
                <a:ea typeface="Malgun Gothic"/>
                <a:cs typeface="Malgun Gothic"/>
              </a:defRPr>
            </a:lvl9pPr>
          </a:lstStyle>
          <a:p>
            <a:pPr algn="l">
              <a:defRPr sz="1050" b="0">
                <a:solidFill>
                  <a:srgbClr val="616773"/>
                </a:solidFill>
                <a:latin typeface="Malgun Gothic"/>
                <a:ea typeface="Malgun Gothic"/>
                <a:cs typeface="Malgun Gothic"/>
              </a:defRPr>
            </a:pPr>
            <a:r>
              <a:rPr sz="1050" b="0">
                <a:solidFill>
                  <a:srgbClr val="616773"/>
                </a:solidFill>
                <a:latin typeface="Malgun Gothic"/>
                <a:ea typeface="Malgun Gothic"/>
                <a:cs typeface="Malgun Gothic"/>
              </a:rPr>
              <a:t>직무별 예시 · 교육자</a:t>
            </a:r>
          </a:p>
        </p:txBody>
      </p:sp>
      <p:sp>
        <p:nvSpPr>
          <p:cNvPr id="2" name="session1-277">
            <a:extLst>
              <a:ext uri="{FF2B5EF4-FFF2-40B4-BE49-F238E27FC236}">
                <a16:creationId xmlns:a16="http://schemas.microsoft.com/office/drawing/2014/main" id="{85F52517-0B4B-46A1-8AB9-3C9C9F4F2A71}"/>
              </a:ext>
            </a:extLst>
          </p:cNvPr>
          <p:cNvSpPr>
            <a:spLocks noGrp="1"/>
          </p:cNvSpPr>
          <p:nvPr/>
        </p:nvSpPr>
        <p:spPr>
          <a:xfrm>
            <a:off x="571500" y="742950"/>
            <a:ext cx="11049000" cy="609600"/>
          </a:xfrm>
          <a:prstGeom prst="rect">
            <a:avLst/>
          </a:prstGeom>
          <a:noFill/>
          <a:ln w="0">
            <a:noFill/>
          </a:ln>
        </p:spPr>
        <p:txBody>
          <a:bodyPr wrap="square" lIns="0" tIns="0" rIns="0" bIns="0" anchor="t">
            <a:noAutofit/>
          </a:bodyPr>
          <a:lstStyle>
            <a:defPPr algn="l">
              <a:defRPr sz="3000" b="1">
                <a:solidFill>
                  <a:srgbClr val="15171C"/>
                </a:solidFill>
                <a:latin typeface="Malgun Gothic"/>
                <a:ea typeface="Malgun Gothic"/>
                <a:cs typeface="Malgun Gothic"/>
              </a:defRPr>
            </a:defPPr>
            <a:lvl1pPr algn="l">
              <a:defRPr sz="3000" b="1">
                <a:solidFill>
                  <a:srgbClr val="15171C"/>
                </a:solidFill>
                <a:latin typeface="Malgun Gothic"/>
                <a:ea typeface="Malgun Gothic"/>
                <a:cs typeface="Malgun Gothic"/>
              </a:defRPr>
            </a:lvl1pPr>
            <a:lvl2pPr algn="l">
              <a:defRPr sz="3000" b="1">
                <a:solidFill>
                  <a:srgbClr val="15171C"/>
                </a:solidFill>
                <a:latin typeface="Malgun Gothic"/>
                <a:ea typeface="Malgun Gothic"/>
                <a:cs typeface="Malgun Gothic"/>
              </a:defRPr>
            </a:lvl2pPr>
            <a:lvl3pPr algn="l">
              <a:defRPr sz="3000" b="1">
                <a:solidFill>
                  <a:srgbClr val="15171C"/>
                </a:solidFill>
                <a:latin typeface="Malgun Gothic"/>
                <a:ea typeface="Malgun Gothic"/>
                <a:cs typeface="Malgun Gothic"/>
              </a:defRPr>
            </a:lvl3pPr>
            <a:lvl4pPr algn="l">
              <a:defRPr sz="3000" b="1">
                <a:solidFill>
                  <a:srgbClr val="15171C"/>
                </a:solidFill>
                <a:latin typeface="Malgun Gothic"/>
                <a:ea typeface="Malgun Gothic"/>
                <a:cs typeface="Malgun Gothic"/>
              </a:defRPr>
            </a:lvl4pPr>
            <a:lvl5pPr algn="l">
              <a:defRPr sz="3000" b="1">
                <a:solidFill>
                  <a:srgbClr val="15171C"/>
                </a:solidFill>
                <a:latin typeface="Malgun Gothic"/>
                <a:ea typeface="Malgun Gothic"/>
                <a:cs typeface="Malgun Gothic"/>
              </a:defRPr>
            </a:lvl5pPr>
            <a:lvl6pPr algn="l">
              <a:defRPr sz="3000" b="1">
                <a:solidFill>
                  <a:srgbClr val="15171C"/>
                </a:solidFill>
                <a:latin typeface="Malgun Gothic"/>
                <a:ea typeface="Malgun Gothic"/>
                <a:cs typeface="Malgun Gothic"/>
              </a:defRPr>
            </a:lvl6pPr>
            <a:lvl7pPr algn="l">
              <a:defRPr sz="3000" b="1">
                <a:solidFill>
                  <a:srgbClr val="15171C"/>
                </a:solidFill>
                <a:latin typeface="Malgun Gothic"/>
                <a:ea typeface="Malgun Gothic"/>
                <a:cs typeface="Malgun Gothic"/>
              </a:defRPr>
            </a:lvl7pPr>
            <a:lvl8pPr algn="l">
              <a:defRPr sz="3000" b="1">
                <a:solidFill>
                  <a:srgbClr val="15171C"/>
                </a:solidFill>
                <a:latin typeface="Malgun Gothic"/>
                <a:ea typeface="Malgun Gothic"/>
                <a:cs typeface="Malgun Gothic"/>
              </a:defRPr>
            </a:lvl8pPr>
            <a:lvl9pPr algn="l">
              <a:defRPr sz="3000" b="1">
                <a:solidFill>
                  <a:srgbClr val="15171C"/>
                </a:solidFill>
                <a:latin typeface="Malgun Gothic"/>
                <a:ea typeface="Malgun Gothic"/>
                <a:cs typeface="Malgun Gothic"/>
              </a:defRPr>
            </a:lvl9pPr>
          </a:lstStyle>
          <a:p>
            <a:pPr algn="l">
              <a:defRPr sz="3000" b="1">
                <a:solidFill>
                  <a:srgbClr val="15171C"/>
                </a:solidFill>
                <a:latin typeface="Malgun Gothic"/>
                <a:ea typeface="Malgun Gothic"/>
                <a:cs typeface="Malgun Gothic"/>
              </a:defRPr>
            </a:pPr>
            <a:r>
              <a:rPr sz="3000" b="1">
                <a:solidFill>
                  <a:srgbClr val="15171C"/>
                </a:solidFill>
                <a:latin typeface="Malgun Gothic"/>
                <a:ea typeface="Malgun Gothic"/>
                <a:cs typeface="Malgun Gothic"/>
              </a:rPr>
              <a:t>교육자 컨텍스트와 입력 자료</a:t>
            </a:r>
          </a:p>
        </p:txBody>
      </p:sp>
      <p:sp>
        <p:nvSpPr>
          <p:cNvPr id="3" name="session1-278">
            <a:extLst>
              <a:ext uri="{FF2B5EF4-FFF2-40B4-BE49-F238E27FC236}">
                <a16:creationId xmlns:a16="http://schemas.microsoft.com/office/drawing/2014/main" id="{333754B7-3214-440A-9442-69B55779EC81}"/>
              </a:ext>
            </a:extLst>
          </p:cNvPr>
          <p:cNvSpPr>
            <a:spLocks noGrp="1"/>
          </p:cNvSpPr>
          <p:nvPr/>
        </p:nvSpPr>
        <p:spPr>
          <a:xfrm>
            <a:off x="590550" y="1390650"/>
            <a:ext cx="10953750" cy="409575"/>
          </a:xfrm>
          <a:prstGeom prst="rect">
            <a:avLst/>
          </a:prstGeom>
          <a:noFill/>
          <a:ln w="0">
            <a:noFill/>
          </a:ln>
        </p:spPr>
        <p:txBody>
          <a:bodyPr wrap="square" lIns="0" tIns="0" rIns="0" bIns="0" anchor="t">
            <a:noAutofit/>
          </a:bodyPr>
          <a:lstStyle>
            <a:defPPr algn="l">
              <a:defRPr sz="1575" b="0">
                <a:solidFill>
                  <a:srgbClr val="616773"/>
                </a:solidFill>
                <a:latin typeface="Malgun Gothic"/>
                <a:ea typeface="Malgun Gothic"/>
                <a:cs typeface="Malgun Gothic"/>
              </a:defRPr>
            </a:defPPr>
            <a:lvl1pPr algn="l">
              <a:defRPr sz="1575" b="0">
                <a:solidFill>
                  <a:srgbClr val="616773"/>
                </a:solidFill>
                <a:latin typeface="Malgun Gothic"/>
                <a:ea typeface="Malgun Gothic"/>
                <a:cs typeface="Malgun Gothic"/>
              </a:defRPr>
            </a:lvl1pPr>
            <a:lvl2pPr algn="l">
              <a:defRPr sz="1575" b="0">
                <a:solidFill>
                  <a:srgbClr val="616773"/>
                </a:solidFill>
                <a:latin typeface="Malgun Gothic"/>
                <a:ea typeface="Malgun Gothic"/>
                <a:cs typeface="Malgun Gothic"/>
              </a:defRPr>
            </a:lvl2pPr>
            <a:lvl3pPr algn="l">
              <a:defRPr sz="1575" b="0">
                <a:solidFill>
                  <a:srgbClr val="616773"/>
                </a:solidFill>
                <a:latin typeface="Malgun Gothic"/>
                <a:ea typeface="Malgun Gothic"/>
                <a:cs typeface="Malgun Gothic"/>
              </a:defRPr>
            </a:lvl3pPr>
            <a:lvl4pPr algn="l">
              <a:defRPr sz="1575" b="0">
                <a:solidFill>
                  <a:srgbClr val="616773"/>
                </a:solidFill>
                <a:latin typeface="Malgun Gothic"/>
                <a:ea typeface="Malgun Gothic"/>
                <a:cs typeface="Malgun Gothic"/>
              </a:defRPr>
            </a:lvl4pPr>
            <a:lvl5pPr algn="l">
              <a:defRPr sz="1575" b="0">
                <a:solidFill>
                  <a:srgbClr val="616773"/>
                </a:solidFill>
                <a:latin typeface="Malgun Gothic"/>
                <a:ea typeface="Malgun Gothic"/>
                <a:cs typeface="Malgun Gothic"/>
              </a:defRPr>
            </a:lvl5pPr>
            <a:lvl6pPr algn="l">
              <a:defRPr sz="1575" b="0">
                <a:solidFill>
                  <a:srgbClr val="616773"/>
                </a:solidFill>
                <a:latin typeface="Malgun Gothic"/>
                <a:ea typeface="Malgun Gothic"/>
                <a:cs typeface="Malgun Gothic"/>
              </a:defRPr>
            </a:lvl6pPr>
            <a:lvl7pPr algn="l">
              <a:defRPr sz="1575" b="0">
                <a:solidFill>
                  <a:srgbClr val="616773"/>
                </a:solidFill>
                <a:latin typeface="Malgun Gothic"/>
                <a:ea typeface="Malgun Gothic"/>
                <a:cs typeface="Malgun Gothic"/>
              </a:defRPr>
            </a:lvl7pPr>
            <a:lvl8pPr algn="l">
              <a:defRPr sz="1575" b="0">
                <a:solidFill>
                  <a:srgbClr val="616773"/>
                </a:solidFill>
                <a:latin typeface="Malgun Gothic"/>
                <a:ea typeface="Malgun Gothic"/>
                <a:cs typeface="Malgun Gothic"/>
              </a:defRPr>
            </a:lvl8pPr>
            <a:lvl9pPr algn="l">
              <a:defRPr sz="1575" b="0">
                <a:solidFill>
                  <a:srgbClr val="616773"/>
                </a:solidFill>
                <a:latin typeface="Malgun Gothic"/>
                <a:ea typeface="Malgun Gothic"/>
                <a:cs typeface="Malgun Gothic"/>
              </a:defRPr>
            </a:lvl9pPr>
          </a:lstStyle>
          <a:p>
            <a:pPr algn="l">
              <a:defRPr sz="1575" b="0">
                <a:solidFill>
                  <a:srgbClr val="616773"/>
                </a:solidFill>
                <a:latin typeface="Malgun Gothic"/>
                <a:ea typeface="Malgun Gothic"/>
                <a:cs typeface="Malgun Gothic"/>
              </a:defRPr>
            </a:pPr>
            <a:r>
              <a:rPr sz="1575" b="0">
                <a:solidFill>
                  <a:srgbClr val="616773"/>
                </a:solidFill>
                <a:latin typeface="Malgun Gothic"/>
                <a:ea typeface="Malgun Gothic"/>
                <a:cs typeface="Malgun Gothic"/>
              </a:rPr>
              <a:t>교육용 가상 자료입니다. 내 직무를 선택해 같은 자료를 결과물 3개로 연결합니다.</a:t>
            </a:r>
          </a:p>
        </p:txBody>
      </p:sp>
      <p:sp>
        <p:nvSpPr>
          <p:cNvPr id="4" name="session1-279">
            <a:extLst>
              <a:ext uri="{FF2B5EF4-FFF2-40B4-BE49-F238E27FC236}">
                <a16:creationId xmlns:a16="http://schemas.microsoft.com/office/drawing/2014/main" id="{B76732E3-FC54-42B8-8BA5-8C237ABCEA39}"/>
              </a:ext>
            </a:extLst>
          </p:cNvPr>
          <p:cNvSpPr>
            <a:spLocks noGrp="1"/>
          </p:cNvSpPr>
          <p:nvPr/>
        </p:nvSpPr>
        <p:spPr>
          <a:xfrm>
            <a:off x="590550" y="6477000"/>
            <a:ext cx="2857500" cy="180975"/>
          </a:xfrm>
          <a:prstGeom prst="rect">
            <a:avLst/>
          </a:prstGeom>
          <a:noFill/>
          <a:ln w="0">
            <a:noFill/>
          </a:ln>
        </p:spPr>
        <p:txBody>
          <a:bodyPr wrap="square" lIns="0" tIns="0" rIns="0" bIns="0" anchor="t">
            <a:noAutofit/>
          </a:bodyPr>
          <a:lstStyle>
            <a:defPPr algn="l">
              <a:defRPr sz="900" b="0">
                <a:solidFill>
                  <a:srgbClr val="616773"/>
                </a:solidFill>
                <a:latin typeface="Malgun Gothic"/>
                <a:ea typeface="Malgun Gothic"/>
                <a:cs typeface="Malgun Gothic"/>
              </a:defRPr>
            </a:defPPr>
            <a:lvl1pPr algn="l">
              <a:defRPr sz="900" b="0">
                <a:solidFill>
                  <a:srgbClr val="616773"/>
                </a:solidFill>
                <a:latin typeface="Malgun Gothic"/>
                <a:ea typeface="Malgun Gothic"/>
                <a:cs typeface="Malgun Gothic"/>
              </a:defRPr>
            </a:lvl1pPr>
            <a:lvl2pPr algn="l">
              <a:defRPr sz="900" b="0">
                <a:solidFill>
                  <a:srgbClr val="616773"/>
                </a:solidFill>
                <a:latin typeface="Malgun Gothic"/>
                <a:ea typeface="Malgun Gothic"/>
                <a:cs typeface="Malgun Gothic"/>
              </a:defRPr>
            </a:lvl2pPr>
            <a:lvl3pPr algn="l">
              <a:defRPr sz="900" b="0">
                <a:solidFill>
                  <a:srgbClr val="616773"/>
                </a:solidFill>
                <a:latin typeface="Malgun Gothic"/>
                <a:ea typeface="Malgun Gothic"/>
                <a:cs typeface="Malgun Gothic"/>
              </a:defRPr>
            </a:lvl3pPr>
            <a:lvl4pPr algn="l">
              <a:defRPr sz="900" b="0">
                <a:solidFill>
                  <a:srgbClr val="616773"/>
                </a:solidFill>
                <a:latin typeface="Malgun Gothic"/>
                <a:ea typeface="Malgun Gothic"/>
                <a:cs typeface="Malgun Gothic"/>
              </a:defRPr>
            </a:lvl4pPr>
            <a:lvl5pPr algn="l">
              <a:defRPr sz="900" b="0">
                <a:solidFill>
                  <a:srgbClr val="616773"/>
                </a:solidFill>
                <a:latin typeface="Malgun Gothic"/>
                <a:ea typeface="Malgun Gothic"/>
                <a:cs typeface="Malgun Gothic"/>
              </a:defRPr>
            </a:lvl5pPr>
            <a:lvl6pPr algn="l">
              <a:defRPr sz="900" b="0">
                <a:solidFill>
                  <a:srgbClr val="616773"/>
                </a:solidFill>
                <a:latin typeface="Malgun Gothic"/>
                <a:ea typeface="Malgun Gothic"/>
                <a:cs typeface="Malgun Gothic"/>
              </a:defRPr>
            </a:lvl6pPr>
            <a:lvl7pPr algn="l">
              <a:defRPr sz="900" b="0">
                <a:solidFill>
                  <a:srgbClr val="616773"/>
                </a:solidFill>
                <a:latin typeface="Malgun Gothic"/>
                <a:ea typeface="Malgun Gothic"/>
                <a:cs typeface="Malgun Gothic"/>
              </a:defRPr>
            </a:lvl7pPr>
            <a:lvl8pPr algn="l">
              <a:defRPr sz="900" b="0">
                <a:solidFill>
                  <a:srgbClr val="616773"/>
                </a:solidFill>
                <a:latin typeface="Malgun Gothic"/>
                <a:ea typeface="Malgun Gothic"/>
                <a:cs typeface="Malgun Gothic"/>
              </a:defRPr>
            </a:lvl8pPr>
            <a:lvl9pPr algn="l">
              <a:defRPr sz="900" b="0">
                <a:solidFill>
                  <a:srgbClr val="616773"/>
                </a:solidFill>
                <a:latin typeface="Malgun Gothic"/>
                <a:ea typeface="Malgun Gothic"/>
                <a:cs typeface="Malgun Gothic"/>
              </a:defRPr>
            </a:lvl9pPr>
          </a:lstStyle>
          <a:p>
            <a:pPr algn="l">
              <a:defRPr sz="900" b="0">
                <a:solidFill>
                  <a:srgbClr val="616773"/>
                </a:solidFill>
                <a:latin typeface="Malgun Gothic"/>
                <a:ea typeface="Malgun Gothic"/>
                <a:cs typeface="Malgun Gothic"/>
              </a:defRPr>
            </a:pPr>
            <a:r>
              <a:rPr sz="900" b="0">
                <a:solidFill>
                  <a:srgbClr val="616773"/>
                </a:solidFill>
                <a:latin typeface="Malgun Gothic"/>
                <a:ea typeface="Malgun Gothic"/>
                <a:cs typeface="Malgun Gothic"/>
              </a:rPr>
              <a:t>An Eun Kyoung</a:t>
            </a:r>
          </a:p>
        </p:txBody>
      </p:sp>
      <p:sp>
        <p:nvSpPr>
          <p:cNvPr id="5" name="session1-280">
            <a:extLst>
              <a:ext uri="{FF2B5EF4-FFF2-40B4-BE49-F238E27FC236}">
                <a16:creationId xmlns:a16="http://schemas.microsoft.com/office/drawing/2014/main" id="{C2136FDB-D6AE-4844-82E2-073D7DBEDF02}"/>
              </a:ext>
            </a:extLst>
          </p:cNvPr>
          <p:cNvSpPr>
            <a:spLocks noGrp="1"/>
          </p:cNvSpPr>
          <p:nvPr/>
        </p:nvSpPr>
        <p:spPr>
          <a:xfrm>
            <a:off x="11144250" y="6438900"/>
            <a:ext cx="457200" cy="228600"/>
          </a:xfrm>
          <a:prstGeom prst="rect">
            <a:avLst/>
          </a:prstGeom>
          <a:noFill/>
          <a:ln w="0">
            <a:noFill/>
          </a:ln>
        </p:spPr>
        <p:txBody>
          <a:bodyPr wrap="square" lIns="0" tIns="0" rIns="0" bIns="0" anchor="t">
            <a:noAutofit/>
          </a:bodyPr>
          <a:lstStyle>
            <a:defPPr algn="r">
              <a:defRPr sz="1050" b="1">
                <a:solidFill>
                  <a:srgbClr val="101456"/>
                </a:solidFill>
                <a:latin typeface="Malgun Gothic"/>
                <a:ea typeface="Malgun Gothic"/>
                <a:cs typeface="Malgun Gothic"/>
              </a:defRPr>
            </a:defPPr>
            <a:lvl1pPr algn="r">
              <a:defRPr sz="1050" b="1">
                <a:solidFill>
                  <a:srgbClr val="101456"/>
                </a:solidFill>
                <a:latin typeface="Malgun Gothic"/>
                <a:ea typeface="Malgun Gothic"/>
                <a:cs typeface="Malgun Gothic"/>
              </a:defRPr>
            </a:lvl1pPr>
            <a:lvl2pPr algn="r">
              <a:defRPr sz="1050" b="1">
                <a:solidFill>
                  <a:srgbClr val="101456"/>
                </a:solidFill>
                <a:latin typeface="Malgun Gothic"/>
                <a:ea typeface="Malgun Gothic"/>
                <a:cs typeface="Malgun Gothic"/>
              </a:defRPr>
            </a:lvl2pPr>
            <a:lvl3pPr algn="r">
              <a:defRPr sz="1050" b="1">
                <a:solidFill>
                  <a:srgbClr val="101456"/>
                </a:solidFill>
                <a:latin typeface="Malgun Gothic"/>
                <a:ea typeface="Malgun Gothic"/>
                <a:cs typeface="Malgun Gothic"/>
              </a:defRPr>
            </a:lvl3pPr>
            <a:lvl4pPr algn="r">
              <a:defRPr sz="1050" b="1">
                <a:solidFill>
                  <a:srgbClr val="101456"/>
                </a:solidFill>
                <a:latin typeface="Malgun Gothic"/>
                <a:ea typeface="Malgun Gothic"/>
                <a:cs typeface="Malgun Gothic"/>
              </a:defRPr>
            </a:lvl4pPr>
            <a:lvl5pPr algn="r">
              <a:defRPr sz="1050" b="1">
                <a:solidFill>
                  <a:srgbClr val="101456"/>
                </a:solidFill>
                <a:latin typeface="Malgun Gothic"/>
                <a:ea typeface="Malgun Gothic"/>
                <a:cs typeface="Malgun Gothic"/>
              </a:defRPr>
            </a:lvl5pPr>
            <a:lvl6pPr algn="r">
              <a:defRPr sz="1050" b="1">
                <a:solidFill>
                  <a:srgbClr val="101456"/>
                </a:solidFill>
                <a:latin typeface="Malgun Gothic"/>
                <a:ea typeface="Malgun Gothic"/>
                <a:cs typeface="Malgun Gothic"/>
              </a:defRPr>
            </a:lvl6pPr>
            <a:lvl7pPr algn="r">
              <a:defRPr sz="1050" b="1">
                <a:solidFill>
                  <a:srgbClr val="101456"/>
                </a:solidFill>
                <a:latin typeface="Malgun Gothic"/>
                <a:ea typeface="Malgun Gothic"/>
                <a:cs typeface="Malgun Gothic"/>
              </a:defRPr>
            </a:lvl7pPr>
            <a:lvl8pPr algn="r">
              <a:defRPr sz="1050" b="1">
                <a:solidFill>
                  <a:srgbClr val="101456"/>
                </a:solidFill>
                <a:latin typeface="Malgun Gothic"/>
                <a:ea typeface="Malgun Gothic"/>
                <a:cs typeface="Malgun Gothic"/>
              </a:defRPr>
            </a:lvl8pPr>
            <a:lvl9pPr algn="r">
              <a:defRPr sz="1050" b="1">
                <a:solidFill>
                  <a:srgbClr val="101456"/>
                </a:solidFill>
                <a:latin typeface="Malgun Gothic"/>
                <a:ea typeface="Malgun Gothic"/>
                <a:cs typeface="Malgun Gothic"/>
              </a:defRPr>
            </a:lvl9pPr>
          </a:lstStyle>
          <a:p>
            <a:pPr algn="r">
              <a:defRPr sz="1050" b="1">
                <a:solidFill>
                  <a:srgbClr val="101456"/>
                </a:solidFill>
                <a:latin typeface="Malgun Gothic"/>
                <a:ea typeface="Malgun Gothic"/>
                <a:cs typeface="Malgun Gothic"/>
              </a:defRPr>
            </a:pPr>
            <a:r>
              <a:rPr sz="1050" b="1">
                <a:solidFill>
                  <a:srgbClr val="101456"/>
                </a:solidFill>
                <a:latin typeface="Malgun Gothic"/>
                <a:ea typeface="Malgun Gothic"/>
                <a:cs typeface="Malgun Gothic"/>
              </a:rPr>
              <a:t>09</a:t>
            </a:r>
          </a:p>
        </p:txBody>
      </p:sp>
      <p:sp>
        <p:nvSpPr>
          <p:cNvPr id="6" name="session1-281">
            <a:extLst>
              <a:ext uri="{FF2B5EF4-FFF2-40B4-BE49-F238E27FC236}">
                <a16:creationId xmlns:a16="http://schemas.microsoft.com/office/drawing/2014/main" id="{79219787-8D04-4EEF-B9F1-63BE435D2ABF}"/>
              </a:ext>
            </a:extLst>
          </p:cNvPr>
          <p:cNvSpPr>
            <a:spLocks noGrp="1"/>
          </p:cNvSpPr>
          <p:nvPr/>
        </p:nvSpPr>
        <p:spPr>
          <a:xfrm>
            <a:off x="609600" y="2057400"/>
            <a:ext cx="5353050" cy="1000125"/>
          </a:xfrm>
          <a:prstGeom prst="rect">
            <a:avLst/>
          </a:prstGeom>
          <a:noFill/>
          <a:ln w="0">
            <a:noFill/>
          </a:ln>
        </p:spPr>
        <p:txBody>
          <a:bodyPr wrap="square" lIns="0" tIns="0" rIns="0" bIns="0" anchor="t">
            <a:noAutofit/>
          </a:bodyPr>
          <a:lstStyle>
            <a:defPPr algn="l">
              <a:defRPr sz="1725" b="0">
                <a:solidFill>
                  <a:srgbClr val="15171C"/>
                </a:solidFill>
                <a:latin typeface="Malgun Gothic"/>
                <a:ea typeface="Malgun Gothic"/>
                <a:cs typeface="Malgun Gothic"/>
              </a:defRPr>
            </a:defPPr>
            <a:lvl1pPr algn="l">
              <a:defRPr sz="1725" b="0">
                <a:solidFill>
                  <a:srgbClr val="15171C"/>
                </a:solidFill>
                <a:latin typeface="Malgun Gothic"/>
                <a:ea typeface="Malgun Gothic"/>
                <a:cs typeface="Malgun Gothic"/>
              </a:defRPr>
            </a:lvl1pPr>
            <a:lvl2pPr algn="l">
              <a:defRPr sz="1725" b="0">
                <a:solidFill>
                  <a:srgbClr val="15171C"/>
                </a:solidFill>
                <a:latin typeface="Malgun Gothic"/>
                <a:ea typeface="Malgun Gothic"/>
                <a:cs typeface="Malgun Gothic"/>
              </a:defRPr>
            </a:lvl2pPr>
            <a:lvl3pPr algn="l">
              <a:defRPr sz="1725" b="0">
                <a:solidFill>
                  <a:srgbClr val="15171C"/>
                </a:solidFill>
                <a:latin typeface="Malgun Gothic"/>
                <a:ea typeface="Malgun Gothic"/>
                <a:cs typeface="Malgun Gothic"/>
              </a:defRPr>
            </a:lvl3pPr>
            <a:lvl4pPr algn="l">
              <a:defRPr sz="1725" b="0">
                <a:solidFill>
                  <a:srgbClr val="15171C"/>
                </a:solidFill>
                <a:latin typeface="Malgun Gothic"/>
                <a:ea typeface="Malgun Gothic"/>
                <a:cs typeface="Malgun Gothic"/>
              </a:defRPr>
            </a:lvl4pPr>
            <a:lvl5pPr algn="l">
              <a:defRPr sz="1725" b="0">
                <a:solidFill>
                  <a:srgbClr val="15171C"/>
                </a:solidFill>
                <a:latin typeface="Malgun Gothic"/>
                <a:ea typeface="Malgun Gothic"/>
                <a:cs typeface="Malgun Gothic"/>
              </a:defRPr>
            </a:lvl5pPr>
            <a:lvl6pPr algn="l">
              <a:defRPr sz="1725" b="0">
                <a:solidFill>
                  <a:srgbClr val="15171C"/>
                </a:solidFill>
                <a:latin typeface="Malgun Gothic"/>
                <a:ea typeface="Malgun Gothic"/>
                <a:cs typeface="Malgun Gothic"/>
              </a:defRPr>
            </a:lvl6pPr>
            <a:lvl7pPr algn="l">
              <a:defRPr sz="1725" b="0">
                <a:solidFill>
                  <a:srgbClr val="15171C"/>
                </a:solidFill>
                <a:latin typeface="Malgun Gothic"/>
                <a:ea typeface="Malgun Gothic"/>
                <a:cs typeface="Malgun Gothic"/>
              </a:defRPr>
            </a:lvl7pPr>
            <a:lvl8pPr algn="l">
              <a:defRPr sz="1725" b="0">
                <a:solidFill>
                  <a:srgbClr val="15171C"/>
                </a:solidFill>
                <a:latin typeface="Malgun Gothic"/>
                <a:ea typeface="Malgun Gothic"/>
                <a:cs typeface="Malgun Gothic"/>
              </a:defRPr>
            </a:lvl8pPr>
            <a:lvl9pPr algn="l">
              <a:defRPr sz="1725" b="0">
                <a:solidFill>
                  <a:srgbClr val="15171C"/>
                </a:solidFill>
                <a:latin typeface="Malgun Gothic"/>
                <a:ea typeface="Malgun Gothic"/>
                <a:cs typeface="Malgun Gothic"/>
              </a:defRPr>
            </a:lvl9pPr>
          </a:lstStyle>
          <a:p>
            <a:pPr algn="l">
              <a:defRPr sz="1725" b="0">
                <a:solidFill>
                  <a:srgbClr val="15171C"/>
                </a:solidFill>
                <a:latin typeface="Malgun Gothic"/>
                <a:ea typeface="Malgun Gothic"/>
                <a:cs typeface="Malgun Gothic"/>
              </a:defRPr>
            </a:pPr>
            <a:r>
              <a:rPr sz="1725" b="0">
                <a:solidFill>
                  <a:srgbClr val="15171C"/>
                </a:solidFill>
                <a:latin typeface="Malgun Gothic"/>
                <a:ea typeface="Malgun Gothic"/>
                <a:cs typeface="Malgun Gothic"/>
              </a:rPr>
              <a:t>역할  성인 대상 교육 기획·운영</a:t>
            </a:r>
          </a:p>
          <a:p>
            <a:pPr algn="l">
              <a:defRPr sz="1725" b="0">
                <a:solidFill>
                  <a:srgbClr val="15171C"/>
                </a:solidFill>
                <a:latin typeface="Malgun Gothic"/>
                <a:ea typeface="Malgun Gothic"/>
                <a:cs typeface="Malgun Gothic"/>
              </a:defRPr>
            </a:pPr>
            <a:r>
              <a:rPr sz="1725" b="0">
                <a:solidFill>
                  <a:srgbClr val="15171C"/>
                </a:solidFill>
                <a:latin typeface="Malgun Gothic"/>
                <a:ea typeface="Malgun Gothic"/>
                <a:cs typeface="Malgun Gothic"/>
              </a:rPr>
              <a:t>문제  어떤 참여 안내를 먼저 보완할까?</a:t>
            </a:r>
          </a:p>
        </p:txBody>
      </p:sp>
      <p:sp>
        <p:nvSpPr>
          <p:cNvPr id="7" name="session1-282">
            <a:extLst>
              <a:ext uri="{FF2B5EF4-FFF2-40B4-BE49-F238E27FC236}">
                <a16:creationId xmlns:a16="http://schemas.microsoft.com/office/drawing/2014/main" id="{6B822EB1-B29F-42F8-9B2D-37D25E5AEA13}"/>
              </a:ext>
            </a:extLst>
          </p:cNvPr>
          <p:cNvSpPr>
            <a:spLocks noGrp="1"/>
          </p:cNvSpPr>
          <p:nvPr/>
        </p:nvSpPr>
        <p:spPr>
          <a:xfrm>
            <a:off x="6257925" y="2057400"/>
            <a:ext cx="5314950" cy="1000125"/>
          </a:xfrm>
          <a:prstGeom prst="rect">
            <a:avLst/>
          </a:prstGeom>
          <a:noFill/>
          <a:ln w="0">
            <a:noFill/>
          </a:ln>
        </p:spPr>
        <p:txBody>
          <a:bodyPr wrap="square" lIns="0" tIns="0" rIns="0" bIns="0" anchor="t">
            <a:noAutofit/>
          </a:bodyPr>
          <a:lstStyle>
            <a:defPPr algn="l">
              <a:defRPr sz="1650" b="1">
                <a:solidFill>
                  <a:srgbClr val="101456"/>
                </a:solidFill>
                <a:latin typeface="Malgun Gothic"/>
                <a:ea typeface="Malgun Gothic"/>
                <a:cs typeface="Malgun Gothic"/>
              </a:defRPr>
            </a:defPPr>
            <a:lvl1pPr algn="l">
              <a:defRPr sz="1650" b="1">
                <a:solidFill>
                  <a:srgbClr val="101456"/>
                </a:solidFill>
                <a:latin typeface="Malgun Gothic"/>
                <a:ea typeface="Malgun Gothic"/>
                <a:cs typeface="Malgun Gothic"/>
              </a:defRPr>
            </a:lvl1pPr>
            <a:lvl2pPr algn="l">
              <a:defRPr sz="1650" b="1">
                <a:solidFill>
                  <a:srgbClr val="101456"/>
                </a:solidFill>
                <a:latin typeface="Malgun Gothic"/>
                <a:ea typeface="Malgun Gothic"/>
                <a:cs typeface="Malgun Gothic"/>
              </a:defRPr>
            </a:lvl2pPr>
            <a:lvl3pPr algn="l">
              <a:defRPr sz="1650" b="1">
                <a:solidFill>
                  <a:srgbClr val="101456"/>
                </a:solidFill>
                <a:latin typeface="Malgun Gothic"/>
                <a:ea typeface="Malgun Gothic"/>
                <a:cs typeface="Malgun Gothic"/>
              </a:defRPr>
            </a:lvl3pPr>
            <a:lvl4pPr algn="l">
              <a:defRPr sz="1650" b="1">
                <a:solidFill>
                  <a:srgbClr val="101456"/>
                </a:solidFill>
                <a:latin typeface="Malgun Gothic"/>
                <a:ea typeface="Malgun Gothic"/>
                <a:cs typeface="Malgun Gothic"/>
              </a:defRPr>
            </a:lvl4pPr>
            <a:lvl5pPr algn="l">
              <a:defRPr sz="1650" b="1">
                <a:solidFill>
                  <a:srgbClr val="101456"/>
                </a:solidFill>
                <a:latin typeface="Malgun Gothic"/>
                <a:ea typeface="Malgun Gothic"/>
                <a:cs typeface="Malgun Gothic"/>
              </a:defRPr>
            </a:lvl5pPr>
            <a:lvl6pPr algn="l">
              <a:defRPr sz="1650" b="1">
                <a:solidFill>
                  <a:srgbClr val="101456"/>
                </a:solidFill>
                <a:latin typeface="Malgun Gothic"/>
                <a:ea typeface="Malgun Gothic"/>
                <a:cs typeface="Malgun Gothic"/>
              </a:defRPr>
            </a:lvl6pPr>
            <a:lvl7pPr algn="l">
              <a:defRPr sz="1650" b="1">
                <a:solidFill>
                  <a:srgbClr val="101456"/>
                </a:solidFill>
                <a:latin typeface="Malgun Gothic"/>
                <a:ea typeface="Malgun Gothic"/>
                <a:cs typeface="Malgun Gothic"/>
              </a:defRPr>
            </a:lvl7pPr>
            <a:lvl8pPr algn="l">
              <a:defRPr sz="1650" b="1">
                <a:solidFill>
                  <a:srgbClr val="101456"/>
                </a:solidFill>
                <a:latin typeface="Malgun Gothic"/>
                <a:ea typeface="Malgun Gothic"/>
                <a:cs typeface="Malgun Gothic"/>
              </a:defRPr>
            </a:lvl8pPr>
            <a:lvl9pPr algn="l">
              <a:defRPr sz="1650" b="1">
                <a:solidFill>
                  <a:srgbClr val="101456"/>
                </a:solidFill>
                <a:latin typeface="Malgun Gothic"/>
                <a:ea typeface="Malgun Gothic"/>
                <a:cs typeface="Malgun Gothic"/>
              </a:defRPr>
            </a:lvl9pPr>
          </a:lstStyle>
          <a:p>
            <a:pPr algn="l">
              <a:defRPr sz="1650" b="1">
                <a:solidFill>
                  <a:srgbClr val="101456"/>
                </a:solidFill>
                <a:latin typeface="Malgun Gothic"/>
                <a:ea typeface="Malgun Gothic"/>
                <a:cs typeface="Malgun Gothic"/>
              </a:defRPr>
            </a:pPr>
            <a:r>
              <a:rPr sz="1650" b="1">
                <a:solidFill>
                  <a:srgbClr val="101456"/>
                </a:solidFill>
                <a:latin typeface="Malgun Gothic"/>
                <a:ea typeface="Malgun Gothic"/>
                <a:cs typeface="Malgun Gothic"/>
              </a:rPr>
              <a:t>단위  과정·월별 운영 1회 / 5점 만족도</a:t>
            </a:r>
          </a:p>
          <a:p>
            <a:pPr algn="l">
              <a:defRPr sz="1650" b="1">
                <a:solidFill>
                  <a:srgbClr val="101456"/>
                </a:solidFill>
                <a:latin typeface="Malgun Gothic"/>
                <a:ea typeface="Malgun Gothic"/>
                <a:cs typeface="Malgun Gothic"/>
              </a:defRPr>
            </a:pPr>
            <a:r>
              <a:rPr sz="1650" b="1">
                <a:solidFill>
                  <a:srgbClr val="101456"/>
                </a:solidFill>
                <a:latin typeface="Malgun Gothic"/>
                <a:ea typeface="Malgun Gothic"/>
                <a:cs typeface="Malgun Gothic"/>
              </a:rPr>
              <a:t>기준  출석률과 응답자 가중 만족도</a:t>
            </a:r>
          </a:p>
        </p:txBody>
      </p:sp>
      <p:graphicFrame>
        <p:nvGraphicFramePr>
          <p:cNvPr id="8" name="표 7">
            <a:extLst>
              <a:ext uri="{FF2B5EF4-FFF2-40B4-BE49-F238E27FC236}">
                <a16:creationId xmlns:a16="http://schemas.microsoft.com/office/drawing/2014/main" id="{2FB6622C-866B-4B64-AFB2-25B0171FEF59}"/>
              </a:ext>
            </a:extLst>
          </p:cNvPr>
          <p:cNvGraphicFramePr/>
          <p:nvPr/>
        </p:nvGraphicFramePr>
        <p:xfrm>
          <a:off x="590550" y="3276600"/>
          <a:ext cx="11010900" cy="2162175"/>
        </p:xfrm>
        <a:graphic>
          <a:graphicData uri="http://schemas.openxmlformats.org/drawingml/2006/table">
            <a:tbl>
              <a:tblPr/>
              <a:tblGrid>
                <a:gridCol w="723900">
                  <a:extLst>
                    <a:ext uri="{9D8B030D-6E8A-4147-A177-3AD203B41FA5}">
                      <a16:colId xmlns:a16="http://schemas.microsoft.com/office/drawing/2014/main" val="20000"/>
                    </a:ext>
                  </a:extLst>
                </a:gridCol>
                <a:gridCol w="1095375">
                  <a:extLst>
                    <a:ext uri="{9D8B030D-6E8A-4147-A177-3AD203B41FA5}">
                      <a16:colId xmlns:a16="http://schemas.microsoft.com/office/drawing/2014/main" val="20001"/>
                    </a:ext>
                  </a:extLst>
                </a:gridCol>
                <a:gridCol w="1714500">
                  <a:extLst>
                    <a:ext uri="{9D8B030D-6E8A-4147-A177-3AD203B41FA5}">
                      <a16:colId xmlns:a16="http://schemas.microsoft.com/office/drawing/2014/main" val="20002"/>
                    </a:ext>
                  </a:extLst>
                </a:gridCol>
                <a:gridCol w="1495425">
                  <a:extLst>
                    <a:ext uri="{9D8B030D-6E8A-4147-A177-3AD203B41FA5}">
                      <a16:colId xmlns:a16="http://schemas.microsoft.com/office/drawing/2014/main" val="20003"/>
                    </a:ext>
                  </a:extLst>
                </a:gridCol>
                <a:gridCol w="1495425">
                  <a:extLst>
                    <a:ext uri="{9D8B030D-6E8A-4147-A177-3AD203B41FA5}">
                      <a16:colId xmlns:a16="http://schemas.microsoft.com/office/drawing/2014/main" val="20004"/>
                    </a:ext>
                  </a:extLst>
                </a:gridCol>
                <a:gridCol w="1495425">
                  <a:extLst>
                    <a:ext uri="{9D8B030D-6E8A-4147-A177-3AD203B41FA5}">
                      <a16:colId xmlns:a16="http://schemas.microsoft.com/office/drawing/2014/main" val="20005"/>
                    </a:ext>
                  </a:extLst>
                </a:gridCol>
                <a:gridCol w="1495425">
                  <a:extLst>
                    <a:ext uri="{9D8B030D-6E8A-4147-A177-3AD203B41FA5}">
                      <a16:colId xmlns:a16="http://schemas.microsoft.com/office/drawing/2014/main" val="20006"/>
                    </a:ext>
                  </a:extLst>
                </a:gridCol>
                <a:gridCol w="1495425">
                  <a:extLst>
                    <a:ext uri="{9D8B030D-6E8A-4147-A177-3AD203B41FA5}">
                      <a16:colId xmlns:a16="http://schemas.microsoft.com/office/drawing/2014/main" val="20007"/>
                    </a:ext>
                  </a:extLst>
                </a:gridCol>
              </a:tblGrid>
              <a:tr h="432435">
                <a:tc>
                  <a:txBody>
                    <a:bodyPr/>
                    <a:lstStyle/>
                    <a:p>
                      <a:pPr algn="l"/>
                      <a:r>
                        <a:rPr sz="1575" b="1">
                          <a:solidFill>
                            <a:srgbClr val="FFFFFF"/>
                          </a:solidFill>
                          <a:latin typeface="Malgun Gothic"/>
                          <a:ea typeface="Malgun Gothic"/>
                          <a:cs typeface="Malgun Gothic"/>
                        </a:rPr>
                        <a:t>행</a:t>
                      </a:r>
                    </a:p>
                  </a:txBody>
                  <a:tcPr anchor="ctr">
                    <a:lnL w="6668">
                      <a:solidFill>
                        <a:srgbClr val="DADDE5"/>
                      </a:solidFill>
                      <a:prstDash val="soli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575" b="1">
                          <a:solidFill>
                            <a:srgbClr val="FFFFFF"/>
                          </a:solidFill>
                          <a:latin typeface="Malgun Gothic"/>
                          <a:ea typeface="Malgun Gothic"/>
                          <a:cs typeface="Malgun Gothic"/>
                        </a:rPr>
                        <a:t>월</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575" b="1">
                          <a:solidFill>
                            <a:srgbClr val="FFFFFF"/>
                          </a:solidFill>
                          <a:latin typeface="Malgun Gothic"/>
                          <a:ea typeface="Malgun Gothic"/>
                          <a:cs typeface="Malgun Gothic"/>
                        </a:rPr>
                        <a:t>과정</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575" b="1">
                          <a:solidFill>
                            <a:srgbClr val="FFFFFF"/>
                          </a:solidFill>
                          <a:latin typeface="Malgun Gothic"/>
                          <a:ea typeface="Malgun Gothic"/>
                          <a:cs typeface="Malgun Gothic"/>
                        </a:rPr>
                        <a:t>정원</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575" b="1">
                          <a:solidFill>
                            <a:srgbClr val="FFFFFF"/>
                          </a:solidFill>
                          <a:latin typeface="Malgun Gothic"/>
                          <a:ea typeface="Malgun Gothic"/>
                          <a:cs typeface="Malgun Gothic"/>
                        </a:rPr>
                        <a:t>신청</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575" b="1">
                          <a:solidFill>
                            <a:srgbClr val="FFFFFF"/>
                          </a:solidFill>
                          <a:latin typeface="Malgun Gothic"/>
                          <a:ea typeface="Malgun Gothic"/>
                          <a:cs typeface="Malgun Gothic"/>
                        </a:rPr>
                        <a:t>출석</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575" b="1">
                          <a:solidFill>
                            <a:srgbClr val="FFFFFF"/>
                          </a:solidFill>
                          <a:latin typeface="Malgun Gothic"/>
                          <a:ea typeface="Malgun Gothic"/>
                          <a:cs typeface="Malgun Gothic"/>
                        </a:rPr>
                        <a:t>응답</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575" b="1">
                          <a:solidFill>
                            <a:srgbClr val="FFFFFF"/>
                          </a:solidFill>
                          <a:latin typeface="Malgun Gothic"/>
                          <a:ea typeface="Malgun Gothic"/>
                          <a:cs typeface="Malgun Gothic"/>
                        </a:rPr>
                        <a:t>점수합</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extLst>
                  <a:ext uri="{0D108BD9-81ED-4DB2-BD59-A6C34878D82A}">
                    <a16:rowId xmlns:a16="http://schemas.microsoft.com/office/drawing/2014/main" val="10000"/>
                  </a:ext>
                </a:extLst>
              </a:tr>
              <a:tr h="432435">
                <a:tc>
                  <a:txBody>
                    <a:bodyPr/>
                    <a:lstStyle/>
                    <a:p>
                      <a:pPr algn="l"/>
                      <a:r>
                        <a:rPr sz="1575" b="0">
                          <a:solidFill>
                            <a:srgbClr val="15171C"/>
                          </a:solidFill>
                          <a:latin typeface="Malgun Gothic"/>
                          <a:ea typeface="Malgun Gothic"/>
                          <a:cs typeface="Malgun Gothic"/>
                        </a:rPr>
                        <a:t>E01</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8월</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문서기획</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20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18</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15</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12</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54</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extLst>
                  <a:ext uri="{0D108BD9-81ED-4DB2-BD59-A6C34878D82A}">
                    <a16:rowId xmlns:a16="http://schemas.microsoft.com/office/drawing/2014/main" val="10001"/>
                  </a:ext>
                </a:extLst>
              </a:tr>
              <a:tr h="432435">
                <a:tc>
                  <a:txBody>
                    <a:bodyPr/>
                    <a:lstStyle/>
                    <a:p>
                      <a:pPr algn="l"/>
                      <a:r>
                        <a:rPr sz="1575" b="0">
                          <a:solidFill>
                            <a:srgbClr val="15171C"/>
                          </a:solidFill>
                          <a:latin typeface="Malgun Gothic"/>
                          <a:ea typeface="Malgun Gothic"/>
                          <a:cs typeface="Malgun Gothic"/>
                        </a:rPr>
                        <a:t>E02</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9월</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문서기획</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20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20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16</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14</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63</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extLst>
                  <a:ext uri="{0D108BD9-81ED-4DB2-BD59-A6C34878D82A}">
                    <a16:rowId xmlns:a16="http://schemas.microsoft.com/office/drawing/2014/main" val="10002"/>
                  </a:ext>
                </a:extLst>
              </a:tr>
              <a:tr h="432435">
                <a:tc>
                  <a:txBody>
                    <a:bodyPr/>
                    <a:lstStyle/>
                    <a:p>
                      <a:pPr algn="l"/>
                      <a:r>
                        <a:rPr sz="1575" b="0">
                          <a:solidFill>
                            <a:srgbClr val="15171C"/>
                          </a:solidFill>
                          <a:latin typeface="Malgun Gothic"/>
                          <a:ea typeface="Malgun Gothic"/>
                          <a:cs typeface="Malgun Gothic"/>
                        </a:rPr>
                        <a:t>E03</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8월</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카드뉴스</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20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16</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14</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10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75" b="0">
                          <a:solidFill>
                            <a:srgbClr val="15171C"/>
                          </a:solidFill>
                          <a:latin typeface="Malgun Gothic"/>
                          <a:ea typeface="Malgun Gothic"/>
                          <a:cs typeface="Malgun Gothic"/>
                        </a:rPr>
                        <a:t>44</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extLst>
                  <a:ext uri="{0D108BD9-81ED-4DB2-BD59-A6C34878D82A}">
                    <a16:rowId xmlns:a16="http://schemas.microsoft.com/office/drawing/2014/main" val="10003"/>
                  </a:ext>
                </a:extLst>
              </a:tr>
              <a:tr h="432435">
                <a:tc>
                  <a:txBody>
                    <a:bodyPr/>
                    <a:lstStyle/>
                    <a:p>
                      <a:pPr algn="l"/>
                      <a:r>
                        <a:rPr sz="1575" b="0">
                          <a:solidFill>
                            <a:srgbClr val="15171C"/>
                          </a:solidFill>
                          <a:latin typeface="Malgun Gothic"/>
                          <a:ea typeface="Malgun Gothic"/>
                          <a:cs typeface="Malgun Gothic"/>
                        </a:rPr>
                        <a:t>E04</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9월</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카드뉴스</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20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18</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12</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8</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75" b="0">
                          <a:solidFill>
                            <a:srgbClr val="15171C"/>
                          </a:solidFill>
                          <a:latin typeface="Malgun Gothic"/>
                          <a:ea typeface="Malgun Gothic"/>
                          <a:cs typeface="Malgun Gothic"/>
                        </a:rPr>
                        <a:t>34</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extLst>
                  <a:ext uri="{0D108BD9-81ED-4DB2-BD59-A6C34878D82A}">
                    <a16:rowId xmlns:a16="http://schemas.microsoft.com/office/drawing/2014/main" val="10004"/>
                  </a:ext>
                </a:extLst>
              </a:tr>
            </a:tbl>
          </a:graphicData>
        </a:graphic>
      </p:graphicFrame>
      <p:sp>
        <p:nvSpPr>
          <p:cNvPr id="9" name="session1-283">
            <a:extLst>
              <a:ext uri="{FF2B5EF4-FFF2-40B4-BE49-F238E27FC236}">
                <a16:creationId xmlns:a16="http://schemas.microsoft.com/office/drawing/2014/main" id="{0A824840-98DC-4BDA-9039-95A840B2F83C}"/>
              </a:ext>
            </a:extLst>
          </p:cNvPr>
          <p:cNvSpPr>
            <a:spLocks noGrp="1"/>
          </p:cNvSpPr>
          <p:nvPr/>
        </p:nvSpPr>
        <p:spPr>
          <a:xfrm>
            <a:off x="609600" y="5715000"/>
            <a:ext cx="10858500" cy="428625"/>
          </a:xfrm>
          <a:prstGeom prst="rect">
            <a:avLst/>
          </a:prstGeom>
          <a:noFill/>
          <a:ln w="0">
            <a:noFill/>
          </a:ln>
        </p:spPr>
        <p:txBody>
          <a:bodyPr wrap="square" lIns="0" tIns="0" rIns="0" bIns="0" anchor="t">
            <a:noAutofit/>
          </a:bodyPr>
          <a:lstStyle>
            <a:defPPr algn="l">
              <a:defRPr sz="1650" b="1">
                <a:solidFill>
                  <a:srgbClr val="213EDB"/>
                </a:solidFill>
                <a:latin typeface="Malgun Gothic"/>
                <a:ea typeface="Malgun Gothic"/>
                <a:cs typeface="Malgun Gothic"/>
              </a:defRPr>
            </a:defPPr>
            <a:lvl1pPr algn="l">
              <a:defRPr sz="1650" b="1">
                <a:solidFill>
                  <a:srgbClr val="213EDB"/>
                </a:solidFill>
                <a:latin typeface="Malgun Gothic"/>
                <a:ea typeface="Malgun Gothic"/>
                <a:cs typeface="Malgun Gothic"/>
              </a:defRPr>
            </a:lvl1pPr>
            <a:lvl2pPr algn="l">
              <a:defRPr sz="1650" b="1">
                <a:solidFill>
                  <a:srgbClr val="213EDB"/>
                </a:solidFill>
                <a:latin typeface="Malgun Gothic"/>
                <a:ea typeface="Malgun Gothic"/>
                <a:cs typeface="Malgun Gothic"/>
              </a:defRPr>
            </a:lvl2pPr>
            <a:lvl3pPr algn="l">
              <a:defRPr sz="1650" b="1">
                <a:solidFill>
                  <a:srgbClr val="213EDB"/>
                </a:solidFill>
                <a:latin typeface="Malgun Gothic"/>
                <a:ea typeface="Malgun Gothic"/>
                <a:cs typeface="Malgun Gothic"/>
              </a:defRPr>
            </a:lvl3pPr>
            <a:lvl4pPr algn="l">
              <a:defRPr sz="1650" b="1">
                <a:solidFill>
                  <a:srgbClr val="213EDB"/>
                </a:solidFill>
                <a:latin typeface="Malgun Gothic"/>
                <a:ea typeface="Malgun Gothic"/>
                <a:cs typeface="Malgun Gothic"/>
              </a:defRPr>
            </a:lvl4pPr>
            <a:lvl5pPr algn="l">
              <a:defRPr sz="1650" b="1">
                <a:solidFill>
                  <a:srgbClr val="213EDB"/>
                </a:solidFill>
                <a:latin typeface="Malgun Gothic"/>
                <a:ea typeface="Malgun Gothic"/>
                <a:cs typeface="Malgun Gothic"/>
              </a:defRPr>
            </a:lvl5pPr>
            <a:lvl6pPr algn="l">
              <a:defRPr sz="1650" b="1">
                <a:solidFill>
                  <a:srgbClr val="213EDB"/>
                </a:solidFill>
                <a:latin typeface="Malgun Gothic"/>
                <a:ea typeface="Malgun Gothic"/>
                <a:cs typeface="Malgun Gothic"/>
              </a:defRPr>
            </a:lvl6pPr>
            <a:lvl7pPr algn="l">
              <a:defRPr sz="1650" b="1">
                <a:solidFill>
                  <a:srgbClr val="213EDB"/>
                </a:solidFill>
                <a:latin typeface="Malgun Gothic"/>
                <a:ea typeface="Malgun Gothic"/>
                <a:cs typeface="Malgun Gothic"/>
              </a:defRPr>
            </a:lvl7pPr>
            <a:lvl8pPr algn="l">
              <a:defRPr sz="1650" b="1">
                <a:solidFill>
                  <a:srgbClr val="213EDB"/>
                </a:solidFill>
                <a:latin typeface="Malgun Gothic"/>
                <a:ea typeface="Malgun Gothic"/>
                <a:cs typeface="Malgun Gothic"/>
              </a:defRPr>
            </a:lvl8pPr>
            <a:lvl9pPr algn="l">
              <a:defRPr sz="1650" b="1">
                <a:solidFill>
                  <a:srgbClr val="213EDB"/>
                </a:solidFill>
                <a:latin typeface="Malgun Gothic"/>
                <a:ea typeface="Malgun Gothic"/>
                <a:cs typeface="Malgun Gothic"/>
              </a:defRPr>
            </a:lvl9pPr>
          </a:lstStyle>
          <a:p>
            <a:pPr algn="l">
              <a:defRPr sz="1650" b="1">
                <a:solidFill>
                  <a:srgbClr val="213EDB"/>
                </a:solidFill>
                <a:latin typeface="Malgun Gothic"/>
                <a:ea typeface="Malgun Gothic"/>
                <a:cs typeface="Malgun Gothic"/>
              </a:defRPr>
            </a:pPr>
            <a:r>
              <a:rPr sz="1650" b="1">
                <a:solidFill>
                  <a:srgbClr val="213EDB"/>
                </a:solidFill>
                <a:latin typeface="Malgun Gothic"/>
                <a:ea typeface="Malgun Gothic"/>
                <a:cs typeface="Malgun Gothic"/>
              </a:rPr>
              <a:t>E05는 E04 중복 / E06은 출석·응답·점수 미확인 → 위 4행으로 비교</a:t>
            </a:r>
          </a:p>
        </p:txBody>
      </p:sp>
    </p:spTree>
    <p:extLst>
      <p:ext uri="{BB962C8B-B14F-4D97-AF65-F5344CB8AC3E}">
        <p14:creationId xmlns:p14="http://schemas.microsoft.com/office/powerpoint/2010/main" val="8445612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session1-284">
            <a:extLst>
              <a:ext uri="{FF2B5EF4-FFF2-40B4-BE49-F238E27FC236}">
                <a16:creationId xmlns:a16="http://schemas.microsoft.com/office/drawing/2014/main" id="{BD84B829-3590-4702-A907-14DE2E5DE002}"/>
              </a:ext>
            </a:extLst>
          </p:cNvPr>
          <p:cNvSpPr>
            <a:spLocks noGrp="1"/>
          </p:cNvSpPr>
          <p:nvPr/>
        </p:nvSpPr>
        <p:spPr>
          <a:xfrm>
            <a:off x="590550" y="295275"/>
            <a:ext cx="9715500" cy="228600"/>
          </a:xfrm>
          <a:prstGeom prst="rect">
            <a:avLst/>
          </a:prstGeom>
          <a:noFill/>
          <a:ln w="0">
            <a:noFill/>
          </a:ln>
        </p:spPr>
        <p:txBody>
          <a:bodyPr wrap="square" lIns="0" tIns="0" rIns="0" bIns="0" anchor="t">
            <a:noAutofit/>
          </a:bodyPr>
          <a:lstStyle>
            <a:defPPr algn="l">
              <a:defRPr sz="1050" b="0">
                <a:solidFill>
                  <a:srgbClr val="616773"/>
                </a:solidFill>
                <a:latin typeface="Malgun Gothic"/>
                <a:ea typeface="Malgun Gothic"/>
                <a:cs typeface="Malgun Gothic"/>
              </a:defRPr>
            </a:defPPr>
            <a:lvl1pPr algn="l">
              <a:defRPr sz="1050" b="0">
                <a:solidFill>
                  <a:srgbClr val="616773"/>
                </a:solidFill>
                <a:latin typeface="Malgun Gothic"/>
                <a:ea typeface="Malgun Gothic"/>
                <a:cs typeface="Malgun Gothic"/>
              </a:defRPr>
            </a:lvl1pPr>
            <a:lvl2pPr algn="l">
              <a:defRPr sz="1050" b="0">
                <a:solidFill>
                  <a:srgbClr val="616773"/>
                </a:solidFill>
                <a:latin typeface="Malgun Gothic"/>
                <a:ea typeface="Malgun Gothic"/>
                <a:cs typeface="Malgun Gothic"/>
              </a:defRPr>
            </a:lvl2pPr>
            <a:lvl3pPr algn="l">
              <a:defRPr sz="1050" b="0">
                <a:solidFill>
                  <a:srgbClr val="616773"/>
                </a:solidFill>
                <a:latin typeface="Malgun Gothic"/>
                <a:ea typeface="Malgun Gothic"/>
                <a:cs typeface="Malgun Gothic"/>
              </a:defRPr>
            </a:lvl3pPr>
            <a:lvl4pPr algn="l">
              <a:defRPr sz="1050" b="0">
                <a:solidFill>
                  <a:srgbClr val="616773"/>
                </a:solidFill>
                <a:latin typeface="Malgun Gothic"/>
                <a:ea typeface="Malgun Gothic"/>
                <a:cs typeface="Malgun Gothic"/>
              </a:defRPr>
            </a:lvl4pPr>
            <a:lvl5pPr algn="l">
              <a:defRPr sz="1050" b="0">
                <a:solidFill>
                  <a:srgbClr val="616773"/>
                </a:solidFill>
                <a:latin typeface="Malgun Gothic"/>
                <a:ea typeface="Malgun Gothic"/>
                <a:cs typeface="Malgun Gothic"/>
              </a:defRPr>
            </a:lvl5pPr>
            <a:lvl6pPr algn="l">
              <a:defRPr sz="1050" b="0">
                <a:solidFill>
                  <a:srgbClr val="616773"/>
                </a:solidFill>
                <a:latin typeface="Malgun Gothic"/>
                <a:ea typeface="Malgun Gothic"/>
                <a:cs typeface="Malgun Gothic"/>
              </a:defRPr>
            </a:lvl6pPr>
            <a:lvl7pPr algn="l">
              <a:defRPr sz="1050" b="0">
                <a:solidFill>
                  <a:srgbClr val="616773"/>
                </a:solidFill>
                <a:latin typeface="Malgun Gothic"/>
                <a:ea typeface="Malgun Gothic"/>
                <a:cs typeface="Malgun Gothic"/>
              </a:defRPr>
            </a:lvl7pPr>
            <a:lvl8pPr algn="l">
              <a:defRPr sz="1050" b="0">
                <a:solidFill>
                  <a:srgbClr val="616773"/>
                </a:solidFill>
                <a:latin typeface="Malgun Gothic"/>
                <a:ea typeface="Malgun Gothic"/>
                <a:cs typeface="Malgun Gothic"/>
              </a:defRPr>
            </a:lvl8pPr>
            <a:lvl9pPr algn="l">
              <a:defRPr sz="1050" b="0">
                <a:solidFill>
                  <a:srgbClr val="616773"/>
                </a:solidFill>
                <a:latin typeface="Malgun Gothic"/>
                <a:ea typeface="Malgun Gothic"/>
                <a:cs typeface="Malgun Gothic"/>
              </a:defRPr>
            </a:lvl9pPr>
          </a:lstStyle>
          <a:p>
            <a:pPr algn="l">
              <a:defRPr sz="1050" b="0">
                <a:solidFill>
                  <a:srgbClr val="616773"/>
                </a:solidFill>
                <a:latin typeface="Malgun Gothic"/>
                <a:ea typeface="Malgun Gothic"/>
                <a:cs typeface="Malgun Gothic"/>
              </a:defRPr>
            </a:pPr>
            <a:r>
              <a:rPr sz="1050" b="0">
                <a:solidFill>
                  <a:srgbClr val="616773"/>
                </a:solidFill>
                <a:latin typeface="Malgun Gothic"/>
                <a:ea typeface="Malgun Gothic"/>
                <a:cs typeface="Malgun Gothic"/>
              </a:rPr>
              <a:t>직무별 예시 · 교육자</a:t>
            </a:r>
          </a:p>
        </p:txBody>
      </p:sp>
      <p:sp>
        <p:nvSpPr>
          <p:cNvPr id="2" name="session1-285">
            <a:extLst>
              <a:ext uri="{FF2B5EF4-FFF2-40B4-BE49-F238E27FC236}">
                <a16:creationId xmlns:a16="http://schemas.microsoft.com/office/drawing/2014/main" id="{C2F7CE04-F93B-41DB-8121-958E5E398127}"/>
              </a:ext>
            </a:extLst>
          </p:cNvPr>
          <p:cNvSpPr>
            <a:spLocks noGrp="1"/>
          </p:cNvSpPr>
          <p:nvPr/>
        </p:nvSpPr>
        <p:spPr>
          <a:xfrm>
            <a:off x="571500" y="742950"/>
            <a:ext cx="11049000" cy="609600"/>
          </a:xfrm>
          <a:prstGeom prst="rect">
            <a:avLst/>
          </a:prstGeom>
          <a:noFill/>
          <a:ln w="0">
            <a:noFill/>
          </a:ln>
        </p:spPr>
        <p:txBody>
          <a:bodyPr wrap="square" lIns="0" tIns="0" rIns="0" bIns="0" anchor="t">
            <a:noAutofit/>
          </a:bodyPr>
          <a:lstStyle>
            <a:defPPr algn="l">
              <a:defRPr sz="3000" b="1">
                <a:solidFill>
                  <a:srgbClr val="15171C"/>
                </a:solidFill>
                <a:latin typeface="Malgun Gothic"/>
                <a:ea typeface="Malgun Gothic"/>
                <a:cs typeface="Malgun Gothic"/>
              </a:defRPr>
            </a:defPPr>
            <a:lvl1pPr algn="l">
              <a:defRPr sz="3000" b="1">
                <a:solidFill>
                  <a:srgbClr val="15171C"/>
                </a:solidFill>
                <a:latin typeface="Malgun Gothic"/>
                <a:ea typeface="Malgun Gothic"/>
                <a:cs typeface="Malgun Gothic"/>
              </a:defRPr>
            </a:lvl1pPr>
            <a:lvl2pPr algn="l">
              <a:defRPr sz="3000" b="1">
                <a:solidFill>
                  <a:srgbClr val="15171C"/>
                </a:solidFill>
                <a:latin typeface="Malgun Gothic"/>
                <a:ea typeface="Malgun Gothic"/>
                <a:cs typeface="Malgun Gothic"/>
              </a:defRPr>
            </a:lvl2pPr>
            <a:lvl3pPr algn="l">
              <a:defRPr sz="3000" b="1">
                <a:solidFill>
                  <a:srgbClr val="15171C"/>
                </a:solidFill>
                <a:latin typeface="Malgun Gothic"/>
                <a:ea typeface="Malgun Gothic"/>
                <a:cs typeface="Malgun Gothic"/>
              </a:defRPr>
            </a:lvl3pPr>
            <a:lvl4pPr algn="l">
              <a:defRPr sz="3000" b="1">
                <a:solidFill>
                  <a:srgbClr val="15171C"/>
                </a:solidFill>
                <a:latin typeface="Malgun Gothic"/>
                <a:ea typeface="Malgun Gothic"/>
                <a:cs typeface="Malgun Gothic"/>
              </a:defRPr>
            </a:lvl4pPr>
            <a:lvl5pPr algn="l">
              <a:defRPr sz="3000" b="1">
                <a:solidFill>
                  <a:srgbClr val="15171C"/>
                </a:solidFill>
                <a:latin typeface="Malgun Gothic"/>
                <a:ea typeface="Malgun Gothic"/>
                <a:cs typeface="Malgun Gothic"/>
              </a:defRPr>
            </a:lvl5pPr>
            <a:lvl6pPr algn="l">
              <a:defRPr sz="3000" b="1">
                <a:solidFill>
                  <a:srgbClr val="15171C"/>
                </a:solidFill>
                <a:latin typeface="Malgun Gothic"/>
                <a:ea typeface="Malgun Gothic"/>
                <a:cs typeface="Malgun Gothic"/>
              </a:defRPr>
            </a:lvl6pPr>
            <a:lvl7pPr algn="l">
              <a:defRPr sz="3000" b="1">
                <a:solidFill>
                  <a:srgbClr val="15171C"/>
                </a:solidFill>
                <a:latin typeface="Malgun Gothic"/>
                <a:ea typeface="Malgun Gothic"/>
                <a:cs typeface="Malgun Gothic"/>
              </a:defRPr>
            </a:lvl7pPr>
            <a:lvl8pPr algn="l">
              <a:defRPr sz="3000" b="1">
                <a:solidFill>
                  <a:srgbClr val="15171C"/>
                </a:solidFill>
                <a:latin typeface="Malgun Gothic"/>
                <a:ea typeface="Malgun Gothic"/>
                <a:cs typeface="Malgun Gothic"/>
              </a:defRPr>
            </a:lvl8pPr>
            <a:lvl9pPr algn="l">
              <a:defRPr sz="3000" b="1">
                <a:solidFill>
                  <a:srgbClr val="15171C"/>
                </a:solidFill>
                <a:latin typeface="Malgun Gothic"/>
                <a:ea typeface="Malgun Gothic"/>
                <a:cs typeface="Malgun Gothic"/>
              </a:defRPr>
            </a:lvl9pPr>
          </a:lstStyle>
          <a:p>
            <a:pPr algn="l">
              <a:defRPr sz="3000" b="1">
                <a:solidFill>
                  <a:srgbClr val="15171C"/>
                </a:solidFill>
                <a:latin typeface="Malgun Gothic"/>
                <a:ea typeface="Malgun Gothic"/>
                <a:cs typeface="Malgun Gothic"/>
              </a:defRPr>
            </a:pPr>
            <a:r>
              <a:rPr sz="3000" b="1">
                <a:solidFill>
                  <a:srgbClr val="15171C"/>
                </a:solidFill>
                <a:latin typeface="Malgun Gothic"/>
                <a:ea typeface="Malgun Gothic"/>
                <a:cs typeface="Malgun Gothic"/>
              </a:rPr>
              <a:t>교육자 대시보드에서 기획 초안으로</a:t>
            </a:r>
          </a:p>
        </p:txBody>
      </p:sp>
      <p:sp>
        <p:nvSpPr>
          <p:cNvPr id="3" name="session1-286">
            <a:extLst>
              <a:ext uri="{FF2B5EF4-FFF2-40B4-BE49-F238E27FC236}">
                <a16:creationId xmlns:a16="http://schemas.microsoft.com/office/drawing/2014/main" id="{7ADEFF72-525B-46B8-A5EF-36C7848FA7B2}"/>
              </a:ext>
            </a:extLst>
          </p:cNvPr>
          <p:cNvSpPr>
            <a:spLocks noGrp="1"/>
          </p:cNvSpPr>
          <p:nvPr/>
        </p:nvSpPr>
        <p:spPr>
          <a:xfrm>
            <a:off x="590550" y="1390650"/>
            <a:ext cx="10953750" cy="409575"/>
          </a:xfrm>
          <a:prstGeom prst="rect">
            <a:avLst/>
          </a:prstGeom>
          <a:noFill/>
          <a:ln w="0">
            <a:noFill/>
          </a:ln>
        </p:spPr>
        <p:txBody>
          <a:bodyPr wrap="square" lIns="0" tIns="0" rIns="0" bIns="0" anchor="t">
            <a:noAutofit/>
          </a:bodyPr>
          <a:lstStyle>
            <a:defPPr algn="l">
              <a:defRPr sz="1575" b="0">
                <a:solidFill>
                  <a:srgbClr val="616773"/>
                </a:solidFill>
                <a:latin typeface="Malgun Gothic"/>
                <a:ea typeface="Malgun Gothic"/>
                <a:cs typeface="Malgun Gothic"/>
              </a:defRPr>
            </a:defPPr>
            <a:lvl1pPr algn="l">
              <a:defRPr sz="1575" b="0">
                <a:solidFill>
                  <a:srgbClr val="616773"/>
                </a:solidFill>
                <a:latin typeface="Malgun Gothic"/>
                <a:ea typeface="Malgun Gothic"/>
                <a:cs typeface="Malgun Gothic"/>
              </a:defRPr>
            </a:lvl1pPr>
            <a:lvl2pPr algn="l">
              <a:defRPr sz="1575" b="0">
                <a:solidFill>
                  <a:srgbClr val="616773"/>
                </a:solidFill>
                <a:latin typeface="Malgun Gothic"/>
                <a:ea typeface="Malgun Gothic"/>
                <a:cs typeface="Malgun Gothic"/>
              </a:defRPr>
            </a:lvl2pPr>
            <a:lvl3pPr algn="l">
              <a:defRPr sz="1575" b="0">
                <a:solidFill>
                  <a:srgbClr val="616773"/>
                </a:solidFill>
                <a:latin typeface="Malgun Gothic"/>
                <a:ea typeface="Malgun Gothic"/>
                <a:cs typeface="Malgun Gothic"/>
              </a:defRPr>
            </a:lvl3pPr>
            <a:lvl4pPr algn="l">
              <a:defRPr sz="1575" b="0">
                <a:solidFill>
                  <a:srgbClr val="616773"/>
                </a:solidFill>
                <a:latin typeface="Malgun Gothic"/>
                <a:ea typeface="Malgun Gothic"/>
                <a:cs typeface="Malgun Gothic"/>
              </a:defRPr>
            </a:lvl4pPr>
            <a:lvl5pPr algn="l">
              <a:defRPr sz="1575" b="0">
                <a:solidFill>
                  <a:srgbClr val="616773"/>
                </a:solidFill>
                <a:latin typeface="Malgun Gothic"/>
                <a:ea typeface="Malgun Gothic"/>
                <a:cs typeface="Malgun Gothic"/>
              </a:defRPr>
            </a:lvl5pPr>
            <a:lvl6pPr algn="l">
              <a:defRPr sz="1575" b="0">
                <a:solidFill>
                  <a:srgbClr val="616773"/>
                </a:solidFill>
                <a:latin typeface="Malgun Gothic"/>
                <a:ea typeface="Malgun Gothic"/>
                <a:cs typeface="Malgun Gothic"/>
              </a:defRPr>
            </a:lvl6pPr>
            <a:lvl7pPr algn="l">
              <a:defRPr sz="1575" b="0">
                <a:solidFill>
                  <a:srgbClr val="616773"/>
                </a:solidFill>
                <a:latin typeface="Malgun Gothic"/>
                <a:ea typeface="Malgun Gothic"/>
                <a:cs typeface="Malgun Gothic"/>
              </a:defRPr>
            </a:lvl7pPr>
            <a:lvl8pPr algn="l">
              <a:defRPr sz="1575" b="0">
                <a:solidFill>
                  <a:srgbClr val="616773"/>
                </a:solidFill>
                <a:latin typeface="Malgun Gothic"/>
                <a:ea typeface="Malgun Gothic"/>
                <a:cs typeface="Malgun Gothic"/>
              </a:defRPr>
            </a:lvl8pPr>
            <a:lvl9pPr algn="l">
              <a:defRPr sz="1575" b="0">
                <a:solidFill>
                  <a:srgbClr val="616773"/>
                </a:solidFill>
                <a:latin typeface="Malgun Gothic"/>
                <a:ea typeface="Malgun Gothic"/>
                <a:cs typeface="Malgun Gothic"/>
              </a:defRPr>
            </a:lvl9pPr>
          </a:lstStyle>
          <a:p>
            <a:pPr algn="l">
              <a:defRPr sz="1575" b="0">
                <a:solidFill>
                  <a:srgbClr val="616773"/>
                </a:solidFill>
                <a:latin typeface="Malgun Gothic"/>
                <a:ea typeface="Malgun Gothic"/>
                <a:cs typeface="Malgun Gothic"/>
              </a:defRPr>
            </a:pPr>
            <a:r>
              <a:rPr sz="1575" b="0">
                <a:solidFill>
                  <a:srgbClr val="616773"/>
                </a:solidFill>
                <a:latin typeface="Malgun Gothic"/>
                <a:ea typeface="Malgun Gothic"/>
                <a:cs typeface="Malgun Gothic"/>
              </a:rPr>
              <a:t>검산한 자료만 기획안 근거로 사용하고 외부 문안에는 공개 가능한 조건만 넣습니다.</a:t>
            </a:r>
          </a:p>
        </p:txBody>
      </p:sp>
      <p:sp>
        <p:nvSpPr>
          <p:cNvPr id="4" name="session1-287">
            <a:extLst>
              <a:ext uri="{FF2B5EF4-FFF2-40B4-BE49-F238E27FC236}">
                <a16:creationId xmlns:a16="http://schemas.microsoft.com/office/drawing/2014/main" id="{7791DA10-BB49-4C94-B837-2F852A3CAC7B}"/>
              </a:ext>
            </a:extLst>
          </p:cNvPr>
          <p:cNvSpPr>
            <a:spLocks noGrp="1"/>
          </p:cNvSpPr>
          <p:nvPr/>
        </p:nvSpPr>
        <p:spPr>
          <a:xfrm>
            <a:off x="590550" y="6477000"/>
            <a:ext cx="2857500" cy="180975"/>
          </a:xfrm>
          <a:prstGeom prst="rect">
            <a:avLst/>
          </a:prstGeom>
          <a:noFill/>
          <a:ln w="0">
            <a:noFill/>
          </a:ln>
        </p:spPr>
        <p:txBody>
          <a:bodyPr wrap="square" lIns="0" tIns="0" rIns="0" bIns="0" anchor="t">
            <a:noAutofit/>
          </a:bodyPr>
          <a:lstStyle>
            <a:defPPr algn="l">
              <a:defRPr sz="900" b="0">
                <a:solidFill>
                  <a:srgbClr val="616773"/>
                </a:solidFill>
                <a:latin typeface="Malgun Gothic"/>
                <a:ea typeface="Malgun Gothic"/>
                <a:cs typeface="Malgun Gothic"/>
              </a:defRPr>
            </a:defPPr>
            <a:lvl1pPr algn="l">
              <a:defRPr sz="900" b="0">
                <a:solidFill>
                  <a:srgbClr val="616773"/>
                </a:solidFill>
                <a:latin typeface="Malgun Gothic"/>
                <a:ea typeface="Malgun Gothic"/>
                <a:cs typeface="Malgun Gothic"/>
              </a:defRPr>
            </a:lvl1pPr>
            <a:lvl2pPr algn="l">
              <a:defRPr sz="900" b="0">
                <a:solidFill>
                  <a:srgbClr val="616773"/>
                </a:solidFill>
                <a:latin typeface="Malgun Gothic"/>
                <a:ea typeface="Malgun Gothic"/>
                <a:cs typeface="Malgun Gothic"/>
              </a:defRPr>
            </a:lvl2pPr>
            <a:lvl3pPr algn="l">
              <a:defRPr sz="900" b="0">
                <a:solidFill>
                  <a:srgbClr val="616773"/>
                </a:solidFill>
                <a:latin typeface="Malgun Gothic"/>
                <a:ea typeface="Malgun Gothic"/>
                <a:cs typeface="Malgun Gothic"/>
              </a:defRPr>
            </a:lvl3pPr>
            <a:lvl4pPr algn="l">
              <a:defRPr sz="900" b="0">
                <a:solidFill>
                  <a:srgbClr val="616773"/>
                </a:solidFill>
                <a:latin typeface="Malgun Gothic"/>
                <a:ea typeface="Malgun Gothic"/>
                <a:cs typeface="Malgun Gothic"/>
              </a:defRPr>
            </a:lvl4pPr>
            <a:lvl5pPr algn="l">
              <a:defRPr sz="900" b="0">
                <a:solidFill>
                  <a:srgbClr val="616773"/>
                </a:solidFill>
                <a:latin typeface="Malgun Gothic"/>
                <a:ea typeface="Malgun Gothic"/>
                <a:cs typeface="Malgun Gothic"/>
              </a:defRPr>
            </a:lvl5pPr>
            <a:lvl6pPr algn="l">
              <a:defRPr sz="900" b="0">
                <a:solidFill>
                  <a:srgbClr val="616773"/>
                </a:solidFill>
                <a:latin typeface="Malgun Gothic"/>
                <a:ea typeface="Malgun Gothic"/>
                <a:cs typeface="Malgun Gothic"/>
              </a:defRPr>
            </a:lvl6pPr>
            <a:lvl7pPr algn="l">
              <a:defRPr sz="900" b="0">
                <a:solidFill>
                  <a:srgbClr val="616773"/>
                </a:solidFill>
                <a:latin typeface="Malgun Gothic"/>
                <a:ea typeface="Malgun Gothic"/>
                <a:cs typeface="Malgun Gothic"/>
              </a:defRPr>
            </a:lvl7pPr>
            <a:lvl8pPr algn="l">
              <a:defRPr sz="900" b="0">
                <a:solidFill>
                  <a:srgbClr val="616773"/>
                </a:solidFill>
                <a:latin typeface="Malgun Gothic"/>
                <a:ea typeface="Malgun Gothic"/>
                <a:cs typeface="Malgun Gothic"/>
              </a:defRPr>
            </a:lvl8pPr>
            <a:lvl9pPr algn="l">
              <a:defRPr sz="900" b="0">
                <a:solidFill>
                  <a:srgbClr val="616773"/>
                </a:solidFill>
                <a:latin typeface="Malgun Gothic"/>
                <a:ea typeface="Malgun Gothic"/>
                <a:cs typeface="Malgun Gothic"/>
              </a:defRPr>
            </a:lvl9pPr>
          </a:lstStyle>
          <a:p>
            <a:pPr algn="l">
              <a:defRPr sz="900" b="0">
                <a:solidFill>
                  <a:srgbClr val="616773"/>
                </a:solidFill>
                <a:latin typeface="Malgun Gothic"/>
                <a:ea typeface="Malgun Gothic"/>
                <a:cs typeface="Malgun Gothic"/>
              </a:defRPr>
            </a:pPr>
            <a:r>
              <a:rPr sz="900" b="0">
                <a:solidFill>
                  <a:srgbClr val="616773"/>
                </a:solidFill>
                <a:latin typeface="Malgun Gothic"/>
                <a:ea typeface="Malgun Gothic"/>
                <a:cs typeface="Malgun Gothic"/>
              </a:rPr>
              <a:t>An Eun Kyoung</a:t>
            </a:r>
          </a:p>
        </p:txBody>
      </p:sp>
      <p:sp>
        <p:nvSpPr>
          <p:cNvPr id="5" name="session1-288">
            <a:extLst>
              <a:ext uri="{FF2B5EF4-FFF2-40B4-BE49-F238E27FC236}">
                <a16:creationId xmlns:a16="http://schemas.microsoft.com/office/drawing/2014/main" id="{13813D29-055A-42E0-82D4-391D0A7C1BC0}"/>
              </a:ext>
            </a:extLst>
          </p:cNvPr>
          <p:cNvSpPr>
            <a:spLocks noGrp="1"/>
          </p:cNvSpPr>
          <p:nvPr/>
        </p:nvSpPr>
        <p:spPr>
          <a:xfrm>
            <a:off x="11144250" y="6438900"/>
            <a:ext cx="457200" cy="228600"/>
          </a:xfrm>
          <a:prstGeom prst="rect">
            <a:avLst/>
          </a:prstGeom>
          <a:noFill/>
          <a:ln w="0">
            <a:noFill/>
          </a:ln>
        </p:spPr>
        <p:txBody>
          <a:bodyPr wrap="square" lIns="0" tIns="0" rIns="0" bIns="0" anchor="t">
            <a:noAutofit/>
          </a:bodyPr>
          <a:lstStyle>
            <a:defPPr algn="r">
              <a:defRPr sz="1050" b="1">
                <a:solidFill>
                  <a:srgbClr val="101456"/>
                </a:solidFill>
                <a:latin typeface="Malgun Gothic"/>
                <a:ea typeface="Malgun Gothic"/>
                <a:cs typeface="Malgun Gothic"/>
              </a:defRPr>
            </a:defPPr>
            <a:lvl1pPr algn="r">
              <a:defRPr sz="1050" b="1">
                <a:solidFill>
                  <a:srgbClr val="101456"/>
                </a:solidFill>
                <a:latin typeface="Malgun Gothic"/>
                <a:ea typeface="Malgun Gothic"/>
                <a:cs typeface="Malgun Gothic"/>
              </a:defRPr>
            </a:lvl1pPr>
            <a:lvl2pPr algn="r">
              <a:defRPr sz="1050" b="1">
                <a:solidFill>
                  <a:srgbClr val="101456"/>
                </a:solidFill>
                <a:latin typeface="Malgun Gothic"/>
                <a:ea typeface="Malgun Gothic"/>
                <a:cs typeface="Malgun Gothic"/>
              </a:defRPr>
            </a:lvl2pPr>
            <a:lvl3pPr algn="r">
              <a:defRPr sz="1050" b="1">
                <a:solidFill>
                  <a:srgbClr val="101456"/>
                </a:solidFill>
                <a:latin typeface="Malgun Gothic"/>
                <a:ea typeface="Malgun Gothic"/>
                <a:cs typeface="Malgun Gothic"/>
              </a:defRPr>
            </a:lvl3pPr>
            <a:lvl4pPr algn="r">
              <a:defRPr sz="1050" b="1">
                <a:solidFill>
                  <a:srgbClr val="101456"/>
                </a:solidFill>
                <a:latin typeface="Malgun Gothic"/>
                <a:ea typeface="Malgun Gothic"/>
                <a:cs typeface="Malgun Gothic"/>
              </a:defRPr>
            </a:lvl4pPr>
            <a:lvl5pPr algn="r">
              <a:defRPr sz="1050" b="1">
                <a:solidFill>
                  <a:srgbClr val="101456"/>
                </a:solidFill>
                <a:latin typeface="Malgun Gothic"/>
                <a:ea typeface="Malgun Gothic"/>
                <a:cs typeface="Malgun Gothic"/>
              </a:defRPr>
            </a:lvl5pPr>
            <a:lvl6pPr algn="r">
              <a:defRPr sz="1050" b="1">
                <a:solidFill>
                  <a:srgbClr val="101456"/>
                </a:solidFill>
                <a:latin typeface="Malgun Gothic"/>
                <a:ea typeface="Malgun Gothic"/>
                <a:cs typeface="Malgun Gothic"/>
              </a:defRPr>
            </a:lvl6pPr>
            <a:lvl7pPr algn="r">
              <a:defRPr sz="1050" b="1">
                <a:solidFill>
                  <a:srgbClr val="101456"/>
                </a:solidFill>
                <a:latin typeface="Malgun Gothic"/>
                <a:ea typeface="Malgun Gothic"/>
                <a:cs typeface="Malgun Gothic"/>
              </a:defRPr>
            </a:lvl7pPr>
            <a:lvl8pPr algn="r">
              <a:defRPr sz="1050" b="1">
                <a:solidFill>
                  <a:srgbClr val="101456"/>
                </a:solidFill>
                <a:latin typeface="Malgun Gothic"/>
                <a:ea typeface="Malgun Gothic"/>
                <a:cs typeface="Malgun Gothic"/>
              </a:defRPr>
            </a:lvl8pPr>
            <a:lvl9pPr algn="r">
              <a:defRPr sz="1050" b="1">
                <a:solidFill>
                  <a:srgbClr val="101456"/>
                </a:solidFill>
                <a:latin typeface="Malgun Gothic"/>
                <a:ea typeface="Malgun Gothic"/>
                <a:cs typeface="Malgun Gothic"/>
              </a:defRPr>
            </a:lvl9pPr>
          </a:lstStyle>
          <a:p>
            <a:pPr algn="r">
              <a:defRPr sz="1050" b="1">
                <a:solidFill>
                  <a:srgbClr val="101456"/>
                </a:solidFill>
                <a:latin typeface="Malgun Gothic"/>
                <a:ea typeface="Malgun Gothic"/>
                <a:cs typeface="Malgun Gothic"/>
              </a:defRPr>
            </a:pPr>
            <a:r>
              <a:rPr sz="1050" b="1">
                <a:solidFill>
                  <a:srgbClr val="101456"/>
                </a:solidFill>
                <a:latin typeface="Malgun Gothic"/>
                <a:ea typeface="Malgun Gothic"/>
                <a:cs typeface="Malgun Gothic"/>
              </a:rPr>
              <a:t>10</a:t>
            </a:r>
          </a:p>
        </p:txBody>
      </p:sp>
      <p:graphicFrame>
        <p:nvGraphicFramePr>
          <p:cNvPr id="6" name="Chart">
            <a:extLst>
              <a:ext uri="{FF2B5EF4-FFF2-40B4-BE49-F238E27FC236}">
                <a16:creationId xmlns:a16="http://schemas.microsoft.com/office/drawing/2014/main" id="{278F4674-B284-42A7-A0F1-73971398FD1D}"/>
              </a:ext>
            </a:extLst>
          </p:cNvPr>
          <p:cNvGraphicFramePr/>
          <p:nvPr/>
        </p:nvGraphicFramePr>
        <p:xfrm>
          <a:off x="590550" y="2133600"/>
          <a:ext cx="5648325" cy="2428875"/>
        </p:xfrm>
        <a:graphic>
          <a:graphicData uri="http://schemas.openxmlformats.org/drawingml/2006/chart">
            <c:chart xmlns:c="http://schemas.openxmlformats.org/drawingml/2006/chart" xmlns:r="http://schemas.openxmlformats.org/officeDocument/2006/relationships" r:id="rId3"/>
          </a:graphicData>
        </a:graphic>
      </p:graphicFrame>
      <p:sp>
        <p:nvSpPr>
          <p:cNvPr id="7" name="session1-289">
            <a:extLst>
              <a:ext uri="{FF2B5EF4-FFF2-40B4-BE49-F238E27FC236}">
                <a16:creationId xmlns:a16="http://schemas.microsoft.com/office/drawing/2014/main" id="{38D01D14-F27D-4C80-8115-E1A4401CCCDB}"/>
              </a:ext>
            </a:extLst>
          </p:cNvPr>
          <p:cNvSpPr>
            <a:spLocks noGrp="1"/>
          </p:cNvSpPr>
          <p:nvPr/>
        </p:nvSpPr>
        <p:spPr>
          <a:xfrm>
            <a:off x="619125" y="1895475"/>
            <a:ext cx="5476875" cy="285750"/>
          </a:xfrm>
          <a:prstGeom prst="rect">
            <a:avLst/>
          </a:prstGeom>
          <a:noFill/>
          <a:ln w="0">
            <a:noFill/>
          </a:ln>
        </p:spPr>
        <p:txBody>
          <a:bodyPr wrap="square" lIns="0" tIns="0" rIns="0" bIns="0" anchor="t">
            <a:noAutofit/>
          </a:bodyPr>
          <a:lstStyle>
            <a:defPPr algn="l">
              <a:defRPr sz="1575" b="1">
                <a:solidFill>
                  <a:srgbClr val="213EDB"/>
                </a:solidFill>
                <a:latin typeface="Malgun Gothic"/>
                <a:ea typeface="Malgun Gothic"/>
                <a:cs typeface="Malgun Gothic"/>
              </a:defRPr>
            </a:defPPr>
            <a:lvl1pPr algn="l">
              <a:defRPr sz="1575" b="1">
                <a:solidFill>
                  <a:srgbClr val="213EDB"/>
                </a:solidFill>
                <a:latin typeface="Malgun Gothic"/>
                <a:ea typeface="Malgun Gothic"/>
                <a:cs typeface="Malgun Gothic"/>
              </a:defRPr>
            </a:lvl1pPr>
            <a:lvl2pPr algn="l">
              <a:defRPr sz="1575" b="1">
                <a:solidFill>
                  <a:srgbClr val="213EDB"/>
                </a:solidFill>
                <a:latin typeface="Malgun Gothic"/>
                <a:ea typeface="Malgun Gothic"/>
                <a:cs typeface="Malgun Gothic"/>
              </a:defRPr>
            </a:lvl2pPr>
            <a:lvl3pPr algn="l">
              <a:defRPr sz="1575" b="1">
                <a:solidFill>
                  <a:srgbClr val="213EDB"/>
                </a:solidFill>
                <a:latin typeface="Malgun Gothic"/>
                <a:ea typeface="Malgun Gothic"/>
                <a:cs typeface="Malgun Gothic"/>
              </a:defRPr>
            </a:lvl3pPr>
            <a:lvl4pPr algn="l">
              <a:defRPr sz="1575" b="1">
                <a:solidFill>
                  <a:srgbClr val="213EDB"/>
                </a:solidFill>
                <a:latin typeface="Malgun Gothic"/>
                <a:ea typeface="Malgun Gothic"/>
                <a:cs typeface="Malgun Gothic"/>
              </a:defRPr>
            </a:lvl4pPr>
            <a:lvl5pPr algn="l">
              <a:defRPr sz="1575" b="1">
                <a:solidFill>
                  <a:srgbClr val="213EDB"/>
                </a:solidFill>
                <a:latin typeface="Malgun Gothic"/>
                <a:ea typeface="Malgun Gothic"/>
                <a:cs typeface="Malgun Gothic"/>
              </a:defRPr>
            </a:lvl5pPr>
            <a:lvl6pPr algn="l">
              <a:defRPr sz="1575" b="1">
                <a:solidFill>
                  <a:srgbClr val="213EDB"/>
                </a:solidFill>
                <a:latin typeface="Malgun Gothic"/>
                <a:ea typeface="Malgun Gothic"/>
                <a:cs typeface="Malgun Gothic"/>
              </a:defRPr>
            </a:lvl6pPr>
            <a:lvl7pPr algn="l">
              <a:defRPr sz="1575" b="1">
                <a:solidFill>
                  <a:srgbClr val="213EDB"/>
                </a:solidFill>
                <a:latin typeface="Malgun Gothic"/>
                <a:ea typeface="Malgun Gothic"/>
                <a:cs typeface="Malgun Gothic"/>
              </a:defRPr>
            </a:lvl7pPr>
            <a:lvl8pPr algn="l">
              <a:defRPr sz="1575" b="1">
                <a:solidFill>
                  <a:srgbClr val="213EDB"/>
                </a:solidFill>
                <a:latin typeface="Malgun Gothic"/>
                <a:ea typeface="Malgun Gothic"/>
                <a:cs typeface="Malgun Gothic"/>
              </a:defRPr>
            </a:lvl8pPr>
            <a:lvl9pPr algn="l">
              <a:defRPr sz="1575" b="1">
                <a:solidFill>
                  <a:srgbClr val="213EDB"/>
                </a:solidFill>
                <a:latin typeface="Malgun Gothic"/>
                <a:ea typeface="Malgun Gothic"/>
                <a:cs typeface="Malgun Gothic"/>
              </a:defRPr>
            </a:lvl9pPr>
          </a:lstStyle>
          <a:p>
            <a:pPr algn="l">
              <a:defRPr sz="1575" b="1">
                <a:solidFill>
                  <a:srgbClr val="213EDB"/>
                </a:solidFill>
                <a:latin typeface="Malgun Gothic"/>
                <a:ea typeface="Malgun Gothic"/>
                <a:cs typeface="Malgun Gothic"/>
              </a:defRPr>
            </a:pPr>
            <a:r>
              <a:rPr sz="1575" b="1">
                <a:solidFill>
                  <a:srgbClr val="213EDB"/>
                </a:solidFill>
                <a:latin typeface="Malgun Gothic"/>
                <a:ea typeface="Malgun Gothic"/>
                <a:cs typeface="Malgun Gothic"/>
              </a:rPr>
              <a:t>과정별 출석률</a:t>
            </a:r>
          </a:p>
        </p:txBody>
      </p:sp>
      <p:sp>
        <p:nvSpPr>
          <p:cNvPr id="8" name="session1-290">
            <a:extLst>
              <a:ext uri="{FF2B5EF4-FFF2-40B4-BE49-F238E27FC236}">
                <a16:creationId xmlns:a16="http://schemas.microsoft.com/office/drawing/2014/main" id="{E2678D91-8426-4A2C-9494-3C500D40C288}"/>
              </a:ext>
            </a:extLst>
          </p:cNvPr>
          <p:cNvSpPr>
            <a:spLocks noGrp="1"/>
          </p:cNvSpPr>
          <p:nvPr/>
        </p:nvSpPr>
        <p:spPr>
          <a:xfrm>
            <a:off x="6848475" y="2085975"/>
            <a:ext cx="4733925" cy="447675"/>
          </a:xfrm>
          <a:prstGeom prst="rect">
            <a:avLst/>
          </a:prstGeom>
          <a:noFill/>
          <a:ln w="0">
            <a:noFill/>
          </a:ln>
        </p:spPr>
        <p:txBody>
          <a:bodyPr wrap="square" lIns="0" tIns="0" rIns="0" bIns="0" anchor="t">
            <a:noAutofit/>
          </a:bodyPr>
          <a:lstStyle>
            <a:defPPr algn="l">
              <a:defRPr sz="2250" b="1">
                <a:solidFill>
                  <a:srgbClr val="213EDB"/>
                </a:solidFill>
                <a:latin typeface="Malgun Gothic"/>
                <a:ea typeface="Malgun Gothic"/>
                <a:cs typeface="Malgun Gothic"/>
              </a:defRPr>
            </a:defPPr>
            <a:lvl1pPr algn="l">
              <a:defRPr sz="2250" b="1">
                <a:solidFill>
                  <a:srgbClr val="213EDB"/>
                </a:solidFill>
                <a:latin typeface="Malgun Gothic"/>
                <a:ea typeface="Malgun Gothic"/>
                <a:cs typeface="Malgun Gothic"/>
              </a:defRPr>
            </a:lvl1pPr>
            <a:lvl2pPr algn="l">
              <a:defRPr sz="2250" b="1">
                <a:solidFill>
                  <a:srgbClr val="213EDB"/>
                </a:solidFill>
                <a:latin typeface="Malgun Gothic"/>
                <a:ea typeface="Malgun Gothic"/>
                <a:cs typeface="Malgun Gothic"/>
              </a:defRPr>
            </a:lvl2pPr>
            <a:lvl3pPr algn="l">
              <a:defRPr sz="2250" b="1">
                <a:solidFill>
                  <a:srgbClr val="213EDB"/>
                </a:solidFill>
                <a:latin typeface="Malgun Gothic"/>
                <a:ea typeface="Malgun Gothic"/>
                <a:cs typeface="Malgun Gothic"/>
              </a:defRPr>
            </a:lvl3pPr>
            <a:lvl4pPr algn="l">
              <a:defRPr sz="2250" b="1">
                <a:solidFill>
                  <a:srgbClr val="213EDB"/>
                </a:solidFill>
                <a:latin typeface="Malgun Gothic"/>
                <a:ea typeface="Malgun Gothic"/>
                <a:cs typeface="Malgun Gothic"/>
              </a:defRPr>
            </a:lvl4pPr>
            <a:lvl5pPr algn="l">
              <a:defRPr sz="2250" b="1">
                <a:solidFill>
                  <a:srgbClr val="213EDB"/>
                </a:solidFill>
                <a:latin typeface="Malgun Gothic"/>
                <a:ea typeface="Malgun Gothic"/>
                <a:cs typeface="Malgun Gothic"/>
              </a:defRPr>
            </a:lvl5pPr>
            <a:lvl6pPr algn="l">
              <a:defRPr sz="2250" b="1">
                <a:solidFill>
                  <a:srgbClr val="213EDB"/>
                </a:solidFill>
                <a:latin typeface="Malgun Gothic"/>
                <a:ea typeface="Malgun Gothic"/>
                <a:cs typeface="Malgun Gothic"/>
              </a:defRPr>
            </a:lvl6pPr>
            <a:lvl7pPr algn="l">
              <a:defRPr sz="2250" b="1">
                <a:solidFill>
                  <a:srgbClr val="213EDB"/>
                </a:solidFill>
                <a:latin typeface="Malgun Gothic"/>
                <a:ea typeface="Malgun Gothic"/>
                <a:cs typeface="Malgun Gothic"/>
              </a:defRPr>
            </a:lvl7pPr>
            <a:lvl8pPr algn="l">
              <a:defRPr sz="2250" b="1">
                <a:solidFill>
                  <a:srgbClr val="213EDB"/>
                </a:solidFill>
                <a:latin typeface="Malgun Gothic"/>
                <a:ea typeface="Malgun Gothic"/>
                <a:cs typeface="Malgun Gothic"/>
              </a:defRPr>
            </a:lvl8pPr>
            <a:lvl9pPr algn="l">
              <a:defRPr sz="2250" b="1">
                <a:solidFill>
                  <a:srgbClr val="213EDB"/>
                </a:solidFill>
                <a:latin typeface="Malgun Gothic"/>
                <a:ea typeface="Malgun Gothic"/>
                <a:cs typeface="Malgun Gothic"/>
              </a:defRPr>
            </a:lvl9pPr>
          </a:lstStyle>
          <a:p>
            <a:pPr algn="l">
              <a:defRPr sz="2250" b="1">
                <a:solidFill>
                  <a:srgbClr val="213EDB"/>
                </a:solidFill>
                <a:latin typeface="Malgun Gothic"/>
                <a:ea typeface="Malgun Gothic"/>
                <a:cs typeface="Malgun Gothic"/>
              </a:defRPr>
            </a:pPr>
            <a:r>
              <a:rPr sz="2250" b="1">
                <a:solidFill>
                  <a:srgbClr val="213EDB"/>
                </a:solidFill>
                <a:latin typeface="Malgun Gothic"/>
                <a:ea typeface="Malgun Gothic"/>
                <a:cs typeface="Malgun Gothic"/>
              </a:rPr>
              <a:t>출석률 79.17%</a:t>
            </a:r>
          </a:p>
        </p:txBody>
      </p:sp>
      <p:sp>
        <p:nvSpPr>
          <p:cNvPr id="9" name="session1-291">
            <a:extLst>
              <a:ext uri="{FF2B5EF4-FFF2-40B4-BE49-F238E27FC236}">
                <a16:creationId xmlns:a16="http://schemas.microsoft.com/office/drawing/2014/main" id="{3700E60B-01CA-4E58-B6FE-71E444790046}"/>
              </a:ext>
            </a:extLst>
          </p:cNvPr>
          <p:cNvSpPr>
            <a:spLocks noGrp="1"/>
          </p:cNvSpPr>
          <p:nvPr/>
        </p:nvSpPr>
        <p:spPr>
          <a:xfrm>
            <a:off x="6858000" y="2628900"/>
            <a:ext cx="4724400" cy="390525"/>
          </a:xfrm>
          <a:prstGeom prst="rect">
            <a:avLst/>
          </a:prstGeom>
          <a:noFill/>
          <a:ln w="0">
            <a:noFill/>
          </a:ln>
        </p:spPr>
        <p:txBody>
          <a:bodyPr wrap="square" lIns="0" tIns="0" rIns="0" bIns="0" anchor="t">
            <a:noAutofit/>
          </a:bodyPr>
          <a:lstStyle>
            <a:defPPr algn="l">
              <a:defRPr sz="1650" b="1">
                <a:solidFill>
                  <a:srgbClr val="101456"/>
                </a:solidFill>
                <a:latin typeface="Malgun Gothic"/>
                <a:ea typeface="Malgun Gothic"/>
                <a:cs typeface="Malgun Gothic"/>
              </a:defRPr>
            </a:defPPr>
            <a:lvl1pPr algn="l">
              <a:defRPr sz="1650" b="1">
                <a:solidFill>
                  <a:srgbClr val="101456"/>
                </a:solidFill>
                <a:latin typeface="Malgun Gothic"/>
                <a:ea typeface="Malgun Gothic"/>
                <a:cs typeface="Malgun Gothic"/>
              </a:defRPr>
            </a:lvl1pPr>
            <a:lvl2pPr algn="l">
              <a:defRPr sz="1650" b="1">
                <a:solidFill>
                  <a:srgbClr val="101456"/>
                </a:solidFill>
                <a:latin typeface="Malgun Gothic"/>
                <a:ea typeface="Malgun Gothic"/>
                <a:cs typeface="Malgun Gothic"/>
              </a:defRPr>
            </a:lvl2pPr>
            <a:lvl3pPr algn="l">
              <a:defRPr sz="1650" b="1">
                <a:solidFill>
                  <a:srgbClr val="101456"/>
                </a:solidFill>
                <a:latin typeface="Malgun Gothic"/>
                <a:ea typeface="Malgun Gothic"/>
                <a:cs typeface="Malgun Gothic"/>
              </a:defRPr>
            </a:lvl3pPr>
            <a:lvl4pPr algn="l">
              <a:defRPr sz="1650" b="1">
                <a:solidFill>
                  <a:srgbClr val="101456"/>
                </a:solidFill>
                <a:latin typeface="Malgun Gothic"/>
                <a:ea typeface="Malgun Gothic"/>
                <a:cs typeface="Malgun Gothic"/>
              </a:defRPr>
            </a:lvl4pPr>
            <a:lvl5pPr algn="l">
              <a:defRPr sz="1650" b="1">
                <a:solidFill>
                  <a:srgbClr val="101456"/>
                </a:solidFill>
                <a:latin typeface="Malgun Gothic"/>
                <a:ea typeface="Malgun Gothic"/>
                <a:cs typeface="Malgun Gothic"/>
              </a:defRPr>
            </a:lvl5pPr>
            <a:lvl6pPr algn="l">
              <a:defRPr sz="1650" b="1">
                <a:solidFill>
                  <a:srgbClr val="101456"/>
                </a:solidFill>
                <a:latin typeface="Malgun Gothic"/>
                <a:ea typeface="Malgun Gothic"/>
                <a:cs typeface="Malgun Gothic"/>
              </a:defRPr>
            </a:lvl6pPr>
            <a:lvl7pPr algn="l">
              <a:defRPr sz="1650" b="1">
                <a:solidFill>
                  <a:srgbClr val="101456"/>
                </a:solidFill>
                <a:latin typeface="Malgun Gothic"/>
                <a:ea typeface="Malgun Gothic"/>
                <a:cs typeface="Malgun Gothic"/>
              </a:defRPr>
            </a:lvl7pPr>
            <a:lvl8pPr algn="l">
              <a:defRPr sz="1650" b="1">
                <a:solidFill>
                  <a:srgbClr val="101456"/>
                </a:solidFill>
                <a:latin typeface="Malgun Gothic"/>
                <a:ea typeface="Malgun Gothic"/>
                <a:cs typeface="Malgun Gothic"/>
              </a:defRPr>
            </a:lvl8pPr>
            <a:lvl9pPr algn="l">
              <a:defRPr sz="1650" b="1">
                <a:solidFill>
                  <a:srgbClr val="101456"/>
                </a:solidFill>
                <a:latin typeface="Malgun Gothic"/>
                <a:ea typeface="Malgun Gothic"/>
                <a:cs typeface="Malgun Gothic"/>
              </a:defRPr>
            </a:lvl9pPr>
          </a:lstStyle>
          <a:p>
            <a:pPr algn="l">
              <a:defRPr sz="1650" b="1">
                <a:solidFill>
                  <a:srgbClr val="101456"/>
                </a:solidFill>
                <a:latin typeface="Malgun Gothic"/>
                <a:ea typeface="Malgun Gothic"/>
                <a:cs typeface="Malgun Gothic"/>
              </a:defRPr>
            </a:pPr>
            <a:r>
              <a:rPr sz="1650" b="1">
                <a:solidFill>
                  <a:srgbClr val="101456"/>
                </a:solidFill>
                <a:latin typeface="Malgun Gothic"/>
                <a:ea typeface="Malgun Gothic"/>
                <a:cs typeface="Malgun Gothic"/>
              </a:rPr>
              <a:t>응답자 가중 만족도 4.43점</a:t>
            </a:r>
          </a:p>
        </p:txBody>
      </p:sp>
      <p:sp>
        <p:nvSpPr>
          <p:cNvPr id="10" name="session1-292">
            <a:extLst>
              <a:ext uri="{FF2B5EF4-FFF2-40B4-BE49-F238E27FC236}">
                <a16:creationId xmlns:a16="http://schemas.microsoft.com/office/drawing/2014/main" id="{0FD91FF7-2674-4039-A751-4D4603AA3471}"/>
              </a:ext>
            </a:extLst>
          </p:cNvPr>
          <p:cNvSpPr>
            <a:spLocks noGrp="1"/>
          </p:cNvSpPr>
          <p:nvPr/>
        </p:nvSpPr>
        <p:spPr>
          <a:xfrm>
            <a:off x="6858000" y="3209925"/>
            <a:ext cx="4667250" cy="323850"/>
          </a:xfrm>
          <a:prstGeom prst="rect">
            <a:avLst/>
          </a:prstGeom>
          <a:noFill/>
          <a:ln w="0">
            <a:noFill/>
          </a:ln>
        </p:spPr>
        <p:txBody>
          <a:bodyPr wrap="square" lIns="0" tIns="0" rIns="0" bIns="0" anchor="t">
            <a:noAutofit/>
          </a:bodyPr>
          <a:lstStyle>
            <a:defPPr algn="l">
              <a:defRPr sz="1800" b="1">
                <a:solidFill>
                  <a:srgbClr val="15171C"/>
                </a:solidFill>
                <a:latin typeface="Malgun Gothic"/>
                <a:ea typeface="Malgun Gothic"/>
                <a:cs typeface="Malgun Gothic"/>
              </a:defRPr>
            </a:defPPr>
            <a:lvl1pPr algn="l">
              <a:defRPr sz="1800" b="1">
                <a:solidFill>
                  <a:srgbClr val="15171C"/>
                </a:solidFill>
                <a:latin typeface="Malgun Gothic"/>
                <a:ea typeface="Malgun Gothic"/>
                <a:cs typeface="Malgun Gothic"/>
              </a:defRPr>
            </a:lvl1pPr>
            <a:lvl2pPr algn="l">
              <a:defRPr sz="1800" b="1">
                <a:solidFill>
                  <a:srgbClr val="15171C"/>
                </a:solidFill>
                <a:latin typeface="Malgun Gothic"/>
                <a:ea typeface="Malgun Gothic"/>
                <a:cs typeface="Malgun Gothic"/>
              </a:defRPr>
            </a:lvl2pPr>
            <a:lvl3pPr algn="l">
              <a:defRPr sz="1800" b="1">
                <a:solidFill>
                  <a:srgbClr val="15171C"/>
                </a:solidFill>
                <a:latin typeface="Malgun Gothic"/>
                <a:ea typeface="Malgun Gothic"/>
                <a:cs typeface="Malgun Gothic"/>
              </a:defRPr>
            </a:lvl3pPr>
            <a:lvl4pPr algn="l">
              <a:defRPr sz="1800" b="1">
                <a:solidFill>
                  <a:srgbClr val="15171C"/>
                </a:solidFill>
                <a:latin typeface="Malgun Gothic"/>
                <a:ea typeface="Malgun Gothic"/>
                <a:cs typeface="Malgun Gothic"/>
              </a:defRPr>
            </a:lvl4pPr>
            <a:lvl5pPr algn="l">
              <a:defRPr sz="1800" b="1">
                <a:solidFill>
                  <a:srgbClr val="15171C"/>
                </a:solidFill>
                <a:latin typeface="Malgun Gothic"/>
                <a:ea typeface="Malgun Gothic"/>
                <a:cs typeface="Malgun Gothic"/>
              </a:defRPr>
            </a:lvl5pPr>
            <a:lvl6pPr algn="l">
              <a:defRPr sz="1800" b="1">
                <a:solidFill>
                  <a:srgbClr val="15171C"/>
                </a:solidFill>
                <a:latin typeface="Malgun Gothic"/>
                <a:ea typeface="Malgun Gothic"/>
                <a:cs typeface="Malgun Gothic"/>
              </a:defRPr>
            </a:lvl6pPr>
            <a:lvl7pPr algn="l">
              <a:defRPr sz="1800" b="1">
                <a:solidFill>
                  <a:srgbClr val="15171C"/>
                </a:solidFill>
                <a:latin typeface="Malgun Gothic"/>
                <a:ea typeface="Malgun Gothic"/>
                <a:cs typeface="Malgun Gothic"/>
              </a:defRPr>
            </a:lvl7pPr>
            <a:lvl8pPr algn="l">
              <a:defRPr sz="1800" b="1">
                <a:solidFill>
                  <a:srgbClr val="15171C"/>
                </a:solidFill>
                <a:latin typeface="Malgun Gothic"/>
                <a:ea typeface="Malgun Gothic"/>
                <a:cs typeface="Malgun Gothic"/>
              </a:defRPr>
            </a:lvl8pPr>
            <a:lvl9pPr algn="l">
              <a:defRPr sz="1800" b="1">
                <a:solidFill>
                  <a:srgbClr val="15171C"/>
                </a:solidFill>
                <a:latin typeface="Malgun Gothic"/>
                <a:ea typeface="Malgun Gothic"/>
                <a:cs typeface="Malgun Gothic"/>
              </a:defRPr>
            </a:lvl9pPr>
          </a:lstStyle>
          <a:p>
            <a:pPr algn="l">
              <a:defRPr sz="1800" b="1">
                <a:solidFill>
                  <a:srgbClr val="15171C"/>
                </a:solidFill>
                <a:latin typeface="Malgun Gothic"/>
                <a:ea typeface="Malgun Gothic"/>
                <a:cs typeface="Malgun Gothic"/>
              </a:defRPr>
            </a:pPr>
            <a:r>
              <a:rPr sz="1800" b="1">
                <a:solidFill>
                  <a:srgbClr val="15171C"/>
                </a:solidFill>
                <a:latin typeface="Malgun Gothic"/>
                <a:ea typeface="Malgun Gothic"/>
                <a:cs typeface="Malgun Gothic"/>
              </a:rPr>
              <a:t>한 장 기획안의 제안</a:t>
            </a:r>
          </a:p>
        </p:txBody>
      </p:sp>
      <p:sp>
        <p:nvSpPr>
          <p:cNvPr id="11" name="session1-293">
            <a:extLst>
              <a:ext uri="{FF2B5EF4-FFF2-40B4-BE49-F238E27FC236}">
                <a16:creationId xmlns:a16="http://schemas.microsoft.com/office/drawing/2014/main" id="{C10E40A0-131B-4AE0-9212-FEFB7254D0E1}"/>
              </a:ext>
            </a:extLst>
          </p:cNvPr>
          <p:cNvSpPr>
            <a:spLocks noGrp="1"/>
          </p:cNvSpPr>
          <p:nvPr/>
        </p:nvSpPr>
        <p:spPr>
          <a:xfrm>
            <a:off x="6858000" y="3686175"/>
            <a:ext cx="4724400" cy="752475"/>
          </a:xfrm>
          <a:prstGeom prst="rect">
            <a:avLst/>
          </a:prstGeom>
          <a:noFill/>
          <a:ln w="0">
            <a:noFill/>
          </a:ln>
        </p:spPr>
        <p:txBody>
          <a:bodyPr wrap="square" lIns="0" tIns="0" rIns="0" bIns="0" anchor="t">
            <a:noAutofit/>
          </a:bodyPr>
          <a:lstStyle>
            <a:defPPr algn="l">
              <a:defRPr sz="1650" b="0">
                <a:solidFill>
                  <a:srgbClr val="15171C"/>
                </a:solidFill>
                <a:latin typeface="Malgun Gothic"/>
                <a:ea typeface="Malgun Gothic"/>
                <a:cs typeface="Malgun Gothic"/>
              </a:defRPr>
            </a:defPPr>
            <a:lvl1pPr algn="l">
              <a:defRPr sz="1650" b="0">
                <a:solidFill>
                  <a:srgbClr val="15171C"/>
                </a:solidFill>
                <a:latin typeface="Malgun Gothic"/>
                <a:ea typeface="Malgun Gothic"/>
                <a:cs typeface="Malgun Gothic"/>
              </a:defRPr>
            </a:lvl1pPr>
            <a:lvl2pPr algn="l">
              <a:defRPr sz="1650" b="0">
                <a:solidFill>
                  <a:srgbClr val="15171C"/>
                </a:solidFill>
                <a:latin typeface="Malgun Gothic"/>
                <a:ea typeface="Malgun Gothic"/>
                <a:cs typeface="Malgun Gothic"/>
              </a:defRPr>
            </a:lvl2pPr>
            <a:lvl3pPr algn="l">
              <a:defRPr sz="1650" b="0">
                <a:solidFill>
                  <a:srgbClr val="15171C"/>
                </a:solidFill>
                <a:latin typeface="Malgun Gothic"/>
                <a:ea typeface="Malgun Gothic"/>
                <a:cs typeface="Malgun Gothic"/>
              </a:defRPr>
            </a:lvl3pPr>
            <a:lvl4pPr algn="l">
              <a:defRPr sz="1650" b="0">
                <a:solidFill>
                  <a:srgbClr val="15171C"/>
                </a:solidFill>
                <a:latin typeface="Malgun Gothic"/>
                <a:ea typeface="Malgun Gothic"/>
                <a:cs typeface="Malgun Gothic"/>
              </a:defRPr>
            </a:lvl4pPr>
            <a:lvl5pPr algn="l">
              <a:defRPr sz="1650" b="0">
                <a:solidFill>
                  <a:srgbClr val="15171C"/>
                </a:solidFill>
                <a:latin typeface="Malgun Gothic"/>
                <a:ea typeface="Malgun Gothic"/>
                <a:cs typeface="Malgun Gothic"/>
              </a:defRPr>
            </a:lvl5pPr>
            <a:lvl6pPr algn="l">
              <a:defRPr sz="1650" b="0">
                <a:solidFill>
                  <a:srgbClr val="15171C"/>
                </a:solidFill>
                <a:latin typeface="Malgun Gothic"/>
                <a:ea typeface="Malgun Gothic"/>
                <a:cs typeface="Malgun Gothic"/>
              </a:defRPr>
            </a:lvl6pPr>
            <a:lvl7pPr algn="l">
              <a:defRPr sz="1650" b="0">
                <a:solidFill>
                  <a:srgbClr val="15171C"/>
                </a:solidFill>
                <a:latin typeface="Malgun Gothic"/>
                <a:ea typeface="Malgun Gothic"/>
                <a:cs typeface="Malgun Gothic"/>
              </a:defRPr>
            </a:lvl7pPr>
            <a:lvl8pPr algn="l">
              <a:defRPr sz="1650" b="0">
                <a:solidFill>
                  <a:srgbClr val="15171C"/>
                </a:solidFill>
                <a:latin typeface="Malgun Gothic"/>
                <a:ea typeface="Malgun Gothic"/>
                <a:cs typeface="Malgun Gothic"/>
              </a:defRPr>
            </a:lvl8pPr>
            <a:lvl9pPr algn="l">
              <a:defRPr sz="1650" b="0">
                <a:solidFill>
                  <a:srgbClr val="15171C"/>
                </a:solidFill>
                <a:latin typeface="Malgun Gothic"/>
                <a:ea typeface="Malgun Gothic"/>
                <a:cs typeface="Malgun Gothic"/>
              </a:defRPr>
            </a:lvl9pPr>
          </a:lstStyle>
          <a:p>
            <a:pPr algn="l">
              <a:defRPr sz="1650" b="0">
                <a:solidFill>
                  <a:srgbClr val="15171C"/>
                </a:solidFill>
                <a:latin typeface="Malgun Gothic"/>
                <a:ea typeface="Malgun Gothic"/>
                <a:cs typeface="Malgun Gothic"/>
              </a:defRPr>
            </a:pPr>
            <a:r>
              <a:rPr sz="1650" b="0">
                <a:solidFill>
                  <a:srgbClr val="15171C"/>
                </a:solidFill>
                <a:latin typeface="Malgun Gothic"/>
                <a:ea typeface="Malgun Gothic"/>
                <a:cs typeface="Malgun Gothic"/>
              </a:rPr>
              <a:t>수업 전 참여·준비 안내를 보완하고</a:t>
            </a:r>
          </a:p>
          <a:p>
            <a:pPr algn="l">
              <a:defRPr sz="1650" b="0">
                <a:solidFill>
                  <a:srgbClr val="15171C"/>
                </a:solidFill>
                <a:latin typeface="Malgun Gothic"/>
                <a:ea typeface="Malgun Gothic"/>
                <a:cs typeface="Malgun Gothic"/>
              </a:defRPr>
            </a:pPr>
            <a:r>
              <a:rPr sz="1650" b="0">
                <a:solidFill>
                  <a:srgbClr val="15171C"/>
                </a:solidFill>
                <a:latin typeface="Malgun Gothic"/>
                <a:ea typeface="Malgun Gothic"/>
                <a:cs typeface="Malgun Gothic"/>
              </a:rPr>
              <a:t>불참 사유를 익명 범주로 수집</a:t>
            </a:r>
          </a:p>
        </p:txBody>
      </p:sp>
      <p:sp>
        <p:nvSpPr>
          <p:cNvPr id="12" name="session1-294">
            <a:extLst>
              <a:ext uri="{FF2B5EF4-FFF2-40B4-BE49-F238E27FC236}">
                <a16:creationId xmlns:a16="http://schemas.microsoft.com/office/drawing/2014/main" id="{1BD43C5F-E5D6-434A-9274-55A0722DE246}"/>
              </a:ext>
            </a:extLst>
          </p:cNvPr>
          <p:cNvSpPr>
            <a:spLocks noGrp="1"/>
          </p:cNvSpPr>
          <p:nvPr/>
        </p:nvSpPr>
        <p:spPr>
          <a:xfrm>
            <a:off x="609600" y="4810125"/>
            <a:ext cx="10953750" cy="295275"/>
          </a:xfrm>
          <a:prstGeom prst="rect">
            <a:avLst/>
          </a:prstGeom>
          <a:noFill/>
          <a:ln w="0">
            <a:noFill/>
          </a:ln>
        </p:spPr>
        <p:txBody>
          <a:bodyPr wrap="square" lIns="0" tIns="0" rIns="0" bIns="0" anchor="t">
            <a:noAutofit/>
          </a:bodyPr>
          <a:lstStyle>
            <a:defPPr algn="l">
              <a:defRPr sz="1725" b="1">
                <a:solidFill>
                  <a:srgbClr val="213EDB"/>
                </a:solidFill>
                <a:latin typeface="Malgun Gothic"/>
                <a:ea typeface="Malgun Gothic"/>
                <a:cs typeface="Malgun Gothic"/>
              </a:defRPr>
            </a:defPPr>
            <a:lvl1pPr algn="l">
              <a:defRPr sz="1725" b="1">
                <a:solidFill>
                  <a:srgbClr val="213EDB"/>
                </a:solidFill>
                <a:latin typeface="Malgun Gothic"/>
                <a:ea typeface="Malgun Gothic"/>
                <a:cs typeface="Malgun Gothic"/>
              </a:defRPr>
            </a:lvl1pPr>
            <a:lvl2pPr algn="l">
              <a:defRPr sz="1725" b="1">
                <a:solidFill>
                  <a:srgbClr val="213EDB"/>
                </a:solidFill>
                <a:latin typeface="Malgun Gothic"/>
                <a:ea typeface="Malgun Gothic"/>
                <a:cs typeface="Malgun Gothic"/>
              </a:defRPr>
            </a:lvl2pPr>
            <a:lvl3pPr algn="l">
              <a:defRPr sz="1725" b="1">
                <a:solidFill>
                  <a:srgbClr val="213EDB"/>
                </a:solidFill>
                <a:latin typeface="Malgun Gothic"/>
                <a:ea typeface="Malgun Gothic"/>
                <a:cs typeface="Malgun Gothic"/>
              </a:defRPr>
            </a:lvl3pPr>
            <a:lvl4pPr algn="l">
              <a:defRPr sz="1725" b="1">
                <a:solidFill>
                  <a:srgbClr val="213EDB"/>
                </a:solidFill>
                <a:latin typeface="Malgun Gothic"/>
                <a:ea typeface="Malgun Gothic"/>
                <a:cs typeface="Malgun Gothic"/>
              </a:defRPr>
            </a:lvl4pPr>
            <a:lvl5pPr algn="l">
              <a:defRPr sz="1725" b="1">
                <a:solidFill>
                  <a:srgbClr val="213EDB"/>
                </a:solidFill>
                <a:latin typeface="Malgun Gothic"/>
                <a:ea typeface="Malgun Gothic"/>
                <a:cs typeface="Malgun Gothic"/>
              </a:defRPr>
            </a:lvl5pPr>
            <a:lvl6pPr algn="l">
              <a:defRPr sz="1725" b="1">
                <a:solidFill>
                  <a:srgbClr val="213EDB"/>
                </a:solidFill>
                <a:latin typeface="Malgun Gothic"/>
                <a:ea typeface="Malgun Gothic"/>
                <a:cs typeface="Malgun Gothic"/>
              </a:defRPr>
            </a:lvl6pPr>
            <a:lvl7pPr algn="l">
              <a:defRPr sz="1725" b="1">
                <a:solidFill>
                  <a:srgbClr val="213EDB"/>
                </a:solidFill>
                <a:latin typeface="Malgun Gothic"/>
                <a:ea typeface="Malgun Gothic"/>
                <a:cs typeface="Malgun Gothic"/>
              </a:defRPr>
            </a:lvl7pPr>
            <a:lvl8pPr algn="l">
              <a:defRPr sz="1725" b="1">
                <a:solidFill>
                  <a:srgbClr val="213EDB"/>
                </a:solidFill>
                <a:latin typeface="Malgun Gothic"/>
                <a:ea typeface="Malgun Gothic"/>
                <a:cs typeface="Malgun Gothic"/>
              </a:defRPr>
            </a:lvl8pPr>
            <a:lvl9pPr algn="l">
              <a:defRPr sz="1725" b="1">
                <a:solidFill>
                  <a:srgbClr val="213EDB"/>
                </a:solidFill>
                <a:latin typeface="Malgun Gothic"/>
                <a:ea typeface="Malgun Gothic"/>
                <a:cs typeface="Malgun Gothic"/>
              </a:defRPr>
            </a:lvl9pPr>
          </a:lstStyle>
          <a:p>
            <a:pPr algn="l">
              <a:defRPr sz="1725" b="1">
                <a:solidFill>
                  <a:srgbClr val="213EDB"/>
                </a:solidFill>
                <a:latin typeface="Malgun Gothic"/>
                <a:ea typeface="Malgun Gothic"/>
                <a:cs typeface="Malgun Gothic"/>
              </a:defRPr>
            </a:pPr>
            <a:r>
              <a:rPr sz="1725" b="1">
                <a:solidFill>
                  <a:srgbClr val="213EDB"/>
                </a:solidFill>
                <a:latin typeface="Malgun Gothic"/>
                <a:ea typeface="Malgun Gothic"/>
                <a:cs typeface="Malgun Gothic"/>
              </a:rPr>
              <a:t>외부 카드뉴스 4장 구성 예시</a:t>
            </a:r>
          </a:p>
        </p:txBody>
      </p:sp>
      <p:sp>
        <p:nvSpPr>
          <p:cNvPr id="13" name="session1-295">
            <a:extLst>
              <a:ext uri="{FF2B5EF4-FFF2-40B4-BE49-F238E27FC236}">
                <a16:creationId xmlns:a16="http://schemas.microsoft.com/office/drawing/2014/main" id="{A3CF0704-813A-4A1D-99EC-0F335157E048}"/>
              </a:ext>
            </a:extLst>
          </p:cNvPr>
          <p:cNvSpPr>
            <a:spLocks noGrp="1"/>
          </p:cNvSpPr>
          <p:nvPr/>
        </p:nvSpPr>
        <p:spPr>
          <a:xfrm>
            <a:off x="590550" y="5248275"/>
            <a:ext cx="2533650" cy="742950"/>
          </a:xfrm>
          <a:prstGeom prst="rect">
            <a:avLst/>
          </a:prstGeom>
          <a:solidFill>
            <a:srgbClr val="213EDB"/>
          </a:solidFill>
          <a:ln w="0">
            <a:noFill/>
          </a:ln>
        </p:spPr>
        <p:txBody>
          <a:bodyPr/>
          <a:lstStyle/>
          <a:p>
            <a:endParaRPr lang="ko-KR" altLang="en-US"/>
          </a:p>
        </p:txBody>
      </p:sp>
      <p:sp>
        <p:nvSpPr>
          <p:cNvPr id="14" name="session1-296">
            <a:extLst>
              <a:ext uri="{FF2B5EF4-FFF2-40B4-BE49-F238E27FC236}">
                <a16:creationId xmlns:a16="http://schemas.microsoft.com/office/drawing/2014/main" id="{E764FE82-332C-4723-880B-A7F12268311C}"/>
              </a:ext>
            </a:extLst>
          </p:cNvPr>
          <p:cNvSpPr>
            <a:spLocks noGrp="1"/>
          </p:cNvSpPr>
          <p:nvPr/>
        </p:nvSpPr>
        <p:spPr>
          <a:xfrm>
            <a:off x="752475" y="5457825"/>
            <a:ext cx="2200275" cy="304800"/>
          </a:xfrm>
          <a:prstGeom prst="rect">
            <a:avLst/>
          </a:prstGeom>
          <a:noFill/>
          <a:ln w="0">
            <a:noFill/>
          </a:ln>
        </p:spPr>
        <p:txBody>
          <a:bodyPr wrap="square" lIns="0" tIns="0" rIns="0" bIns="0" anchor="t">
            <a:noAutofit/>
          </a:bodyPr>
          <a:lstStyle>
            <a:defPPr algn="l">
              <a:defRPr sz="1575" b="1">
                <a:solidFill>
                  <a:srgbClr val="FFFFFF"/>
                </a:solidFill>
                <a:latin typeface="Malgun Gothic"/>
                <a:ea typeface="Malgun Gothic"/>
                <a:cs typeface="Malgun Gothic"/>
              </a:defRPr>
            </a:defPPr>
            <a:lvl1pPr algn="l">
              <a:defRPr sz="1575" b="1">
                <a:solidFill>
                  <a:srgbClr val="FFFFFF"/>
                </a:solidFill>
                <a:latin typeface="Malgun Gothic"/>
                <a:ea typeface="Malgun Gothic"/>
                <a:cs typeface="Malgun Gothic"/>
              </a:defRPr>
            </a:lvl1pPr>
            <a:lvl2pPr algn="l">
              <a:defRPr sz="1575" b="1">
                <a:solidFill>
                  <a:srgbClr val="FFFFFF"/>
                </a:solidFill>
                <a:latin typeface="Malgun Gothic"/>
                <a:ea typeface="Malgun Gothic"/>
                <a:cs typeface="Malgun Gothic"/>
              </a:defRPr>
            </a:lvl2pPr>
            <a:lvl3pPr algn="l">
              <a:defRPr sz="1575" b="1">
                <a:solidFill>
                  <a:srgbClr val="FFFFFF"/>
                </a:solidFill>
                <a:latin typeface="Malgun Gothic"/>
                <a:ea typeface="Malgun Gothic"/>
                <a:cs typeface="Malgun Gothic"/>
              </a:defRPr>
            </a:lvl3pPr>
            <a:lvl4pPr algn="l">
              <a:defRPr sz="1575" b="1">
                <a:solidFill>
                  <a:srgbClr val="FFFFFF"/>
                </a:solidFill>
                <a:latin typeface="Malgun Gothic"/>
                <a:ea typeface="Malgun Gothic"/>
                <a:cs typeface="Malgun Gothic"/>
              </a:defRPr>
            </a:lvl4pPr>
            <a:lvl5pPr algn="l">
              <a:defRPr sz="1575" b="1">
                <a:solidFill>
                  <a:srgbClr val="FFFFFF"/>
                </a:solidFill>
                <a:latin typeface="Malgun Gothic"/>
                <a:ea typeface="Malgun Gothic"/>
                <a:cs typeface="Malgun Gothic"/>
              </a:defRPr>
            </a:lvl5pPr>
            <a:lvl6pPr algn="l">
              <a:defRPr sz="1575" b="1">
                <a:solidFill>
                  <a:srgbClr val="FFFFFF"/>
                </a:solidFill>
                <a:latin typeface="Malgun Gothic"/>
                <a:ea typeface="Malgun Gothic"/>
                <a:cs typeface="Malgun Gothic"/>
              </a:defRPr>
            </a:lvl6pPr>
            <a:lvl7pPr algn="l">
              <a:defRPr sz="1575" b="1">
                <a:solidFill>
                  <a:srgbClr val="FFFFFF"/>
                </a:solidFill>
                <a:latin typeface="Malgun Gothic"/>
                <a:ea typeface="Malgun Gothic"/>
                <a:cs typeface="Malgun Gothic"/>
              </a:defRPr>
            </a:lvl7pPr>
            <a:lvl8pPr algn="l">
              <a:defRPr sz="1575" b="1">
                <a:solidFill>
                  <a:srgbClr val="FFFFFF"/>
                </a:solidFill>
                <a:latin typeface="Malgun Gothic"/>
                <a:ea typeface="Malgun Gothic"/>
                <a:cs typeface="Malgun Gothic"/>
              </a:defRPr>
            </a:lvl8pPr>
            <a:lvl9pPr algn="l">
              <a:defRPr sz="1575" b="1">
                <a:solidFill>
                  <a:srgbClr val="FFFFFF"/>
                </a:solidFill>
                <a:latin typeface="Malgun Gothic"/>
                <a:ea typeface="Malgun Gothic"/>
                <a:cs typeface="Malgun Gothic"/>
              </a:defRPr>
            </a:lvl9pPr>
          </a:lstStyle>
          <a:p>
            <a:pPr algn="l">
              <a:defRPr sz="1575" b="1">
                <a:solidFill>
                  <a:srgbClr val="FFFFFF"/>
                </a:solidFill>
                <a:latin typeface="Malgun Gothic"/>
                <a:ea typeface="Malgun Gothic"/>
                <a:cs typeface="Malgun Gothic"/>
              </a:defRPr>
            </a:pPr>
            <a:r>
              <a:rPr sz="1575" b="1">
                <a:solidFill>
                  <a:srgbClr val="FFFFFF"/>
                </a:solidFill>
                <a:latin typeface="Malgun Gothic"/>
                <a:ea typeface="Malgun Gothic"/>
                <a:cs typeface="Malgun Gothic"/>
              </a:rPr>
              <a:t>관심 · AI 문서</a:t>
            </a:r>
          </a:p>
        </p:txBody>
      </p:sp>
      <p:sp>
        <p:nvSpPr>
          <p:cNvPr id="15" name="session1-297">
            <a:extLst>
              <a:ext uri="{FF2B5EF4-FFF2-40B4-BE49-F238E27FC236}">
                <a16:creationId xmlns:a16="http://schemas.microsoft.com/office/drawing/2014/main" id="{CAA51793-F535-4684-94FF-EFC0D5D6E087}"/>
              </a:ext>
            </a:extLst>
          </p:cNvPr>
          <p:cNvSpPr>
            <a:spLocks noGrp="1"/>
          </p:cNvSpPr>
          <p:nvPr/>
        </p:nvSpPr>
        <p:spPr>
          <a:xfrm>
            <a:off x="3381375" y="5248275"/>
            <a:ext cx="2533650" cy="742950"/>
          </a:xfrm>
          <a:prstGeom prst="rect">
            <a:avLst/>
          </a:prstGeom>
          <a:solidFill>
            <a:srgbClr val="F0F1F5"/>
          </a:solidFill>
          <a:ln w="0">
            <a:noFill/>
          </a:ln>
        </p:spPr>
        <p:txBody>
          <a:bodyPr/>
          <a:lstStyle/>
          <a:p>
            <a:endParaRPr lang="ko-KR" altLang="en-US"/>
          </a:p>
        </p:txBody>
      </p:sp>
      <p:sp>
        <p:nvSpPr>
          <p:cNvPr id="16" name="session1-298">
            <a:extLst>
              <a:ext uri="{FF2B5EF4-FFF2-40B4-BE49-F238E27FC236}">
                <a16:creationId xmlns:a16="http://schemas.microsoft.com/office/drawing/2014/main" id="{9F3BB221-1580-44C0-A440-F1CF06AACD25}"/>
              </a:ext>
            </a:extLst>
          </p:cNvPr>
          <p:cNvSpPr>
            <a:spLocks noGrp="1"/>
          </p:cNvSpPr>
          <p:nvPr/>
        </p:nvSpPr>
        <p:spPr>
          <a:xfrm>
            <a:off x="3543300" y="5457825"/>
            <a:ext cx="2200275" cy="304800"/>
          </a:xfrm>
          <a:prstGeom prst="rect">
            <a:avLst/>
          </a:prstGeom>
          <a:noFill/>
          <a:ln w="0">
            <a:noFill/>
          </a:ln>
        </p:spPr>
        <p:txBody>
          <a:bodyPr wrap="square" lIns="0" tIns="0" rIns="0" bIns="0" anchor="t">
            <a:noAutofit/>
          </a:bodyPr>
          <a:lstStyle>
            <a:defPPr algn="l">
              <a:defRPr sz="1575" b="1">
                <a:solidFill>
                  <a:srgbClr val="101456"/>
                </a:solidFill>
                <a:latin typeface="Malgun Gothic"/>
                <a:ea typeface="Malgun Gothic"/>
                <a:cs typeface="Malgun Gothic"/>
              </a:defRPr>
            </a:defPPr>
            <a:lvl1pPr algn="l">
              <a:defRPr sz="1575" b="1">
                <a:solidFill>
                  <a:srgbClr val="101456"/>
                </a:solidFill>
                <a:latin typeface="Malgun Gothic"/>
                <a:ea typeface="Malgun Gothic"/>
                <a:cs typeface="Malgun Gothic"/>
              </a:defRPr>
            </a:lvl1pPr>
            <a:lvl2pPr algn="l">
              <a:defRPr sz="1575" b="1">
                <a:solidFill>
                  <a:srgbClr val="101456"/>
                </a:solidFill>
                <a:latin typeface="Malgun Gothic"/>
                <a:ea typeface="Malgun Gothic"/>
                <a:cs typeface="Malgun Gothic"/>
              </a:defRPr>
            </a:lvl2pPr>
            <a:lvl3pPr algn="l">
              <a:defRPr sz="1575" b="1">
                <a:solidFill>
                  <a:srgbClr val="101456"/>
                </a:solidFill>
                <a:latin typeface="Malgun Gothic"/>
                <a:ea typeface="Malgun Gothic"/>
                <a:cs typeface="Malgun Gothic"/>
              </a:defRPr>
            </a:lvl3pPr>
            <a:lvl4pPr algn="l">
              <a:defRPr sz="1575" b="1">
                <a:solidFill>
                  <a:srgbClr val="101456"/>
                </a:solidFill>
                <a:latin typeface="Malgun Gothic"/>
                <a:ea typeface="Malgun Gothic"/>
                <a:cs typeface="Malgun Gothic"/>
              </a:defRPr>
            </a:lvl4pPr>
            <a:lvl5pPr algn="l">
              <a:defRPr sz="1575" b="1">
                <a:solidFill>
                  <a:srgbClr val="101456"/>
                </a:solidFill>
                <a:latin typeface="Malgun Gothic"/>
                <a:ea typeface="Malgun Gothic"/>
                <a:cs typeface="Malgun Gothic"/>
              </a:defRPr>
            </a:lvl5pPr>
            <a:lvl6pPr algn="l">
              <a:defRPr sz="1575" b="1">
                <a:solidFill>
                  <a:srgbClr val="101456"/>
                </a:solidFill>
                <a:latin typeface="Malgun Gothic"/>
                <a:ea typeface="Malgun Gothic"/>
                <a:cs typeface="Malgun Gothic"/>
              </a:defRPr>
            </a:lvl6pPr>
            <a:lvl7pPr algn="l">
              <a:defRPr sz="1575" b="1">
                <a:solidFill>
                  <a:srgbClr val="101456"/>
                </a:solidFill>
                <a:latin typeface="Malgun Gothic"/>
                <a:ea typeface="Malgun Gothic"/>
                <a:cs typeface="Malgun Gothic"/>
              </a:defRPr>
            </a:lvl7pPr>
            <a:lvl8pPr algn="l">
              <a:defRPr sz="1575" b="1">
                <a:solidFill>
                  <a:srgbClr val="101456"/>
                </a:solidFill>
                <a:latin typeface="Malgun Gothic"/>
                <a:ea typeface="Malgun Gothic"/>
                <a:cs typeface="Malgun Gothic"/>
              </a:defRPr>
            </a:lvl8pPr>
            <a:lvl9pPr algn="l">
              <a:defRPr sz="1575" b="1">
                <a:solidFill>
                  <a:srgbClr val="101456"/>
                </a:solidFill>
                <a:latin typeface="Malgun Gothic"/>
                <a:ea typeface="Malgun Gothic"/>
                <a:cs typeface="Malgun Gothic"/>
              </a:defRPr>
            </a:lvl9pPr>
          </a:lstStyle>
          <a:p>
            <a:pPr algn="l">
              <a:defRPr sz="1575" b="1">
                <a:solidFill>
                  <a:srgbClr val="101456"/>
                </a:solidFill>
                <a:latin typeface="Malgun Gothic"/>
                <a:ea typeface="Malgun Gothic"/>
                <a:cs typeface="Malgun Gothic"/>
              </a:defRPr>
            </a:pPr>
            <a:r>
              <a:rPr sz="1575" b="1">
                <a:solidFill>
                  <a:srgbClr val="101456"/>
                </a:solidFill>
                <a:latin typeface="Malgun Gothic"/>
                <a:ea typeface="Malgun Gothic"/>
                <a:cs typeface="Malgun Gothic"/>
              </a:rPr>
              <a:t>특징 · 2시간 체험</a:t>
            </a:r>
          </a:p>
        </p:txBody>
      </p:sp>
      <p:sp>
        <p:nvSpPr>
          <p:cNvPr id="17" name="session1-299">
            <a:extLst>
              <a:ext uri="{FF2B5EF4-FFF2-40B4-BE49-F238E27FC236}">
                <a16:creationId xmlns:a16="http://schemas.microsoft.com/office/drawing/2014/main" id="{16DB4583-74F1-4AE2-BF67-56C7B0FCEEBA}"/>
              </a:ext>
            </a:extLst>
          </p:cNvPr>
          <p:cNvSpPr>
            <a:spLocks noGrp="1"/>
          </p:cNvSpPr>
          <p:nvPr/>
        </p:nvSpPr>
        <p:spPr>
          <a:xfrm>
            <a:off x="6172200" y="5248275"/>
            <a:ext cx="2533650" cy="742950"/>
          </a:xfrm>
          <a:prstGeom prst="rect">
            <a:avLst/>
          </a:prstGeom>
          <a:solidFill>
            <a:srgbClr val="F0F1F5"/>
          </a:solidFill>
          <a:ln w="0">
            <a:noFill/>
          </a:ln>
        </p:spPr>
        <p:txBody>
          <a:bodyPr/>
          <a:lstStyle/>
          <a:p>
            <a:endParaRPr lang="ko-KR" altLang="en-US"/>
          </a:p>
        </p:txBody>
      </p:sp>
      <p:sp>
        <p:nvSpPr>
          <p:cNvPr id="18" name="session1-300">
            <a:extLst>
              <a:ext uri="{FF2B5EF4-FFF2-40B4-BE49-F238E27FC236}">
                <a16:creationId xmlns:a16="http://schemas.microsoft.com/office/drawing/2014/main" id="{E6D96958-3556-4259-A3E5-A1188AA5165F}"/>
              </a:ext>
            </a:extLst>
          </p:cNvPr>
          <p:cNvSpPr>
            <a:spLocks noGrp="1"/>
          </p:cNvSpPr>
          <p:nvPr/>
        </p:nvSpPr>
        <p:spPr>
          <a:xfrm>
            <a:off x="6334125" y="5457825"/>
            <a:ext cx="2200275" cy="304800"/>
          </a:xfrm>
          <a:prstGeom prst="rect">
            <a:avLst/>
          </a:prstGeom>
          <a:noFill/>
          <a:ln w="0">
            <a:noFill/>
          </a:ln>
        </p:spPr>
        <p:txBody>
          <a:bodyPr wrap="square" lIns="0" tIns="0" rIns="0" bIns="0" anchor="t">
            <a:noAutofit/>
          </a:bodyPr>
          <a:lstStyle>
            <a:defPPr algn="l">
              <a:defRPr sz="1575" b="1">
                <a:solidFill>
                  <a:srgbClr val="101456"/>
                </a:solidFill>
                <a:latin typeface="Malgun Gothic"/>
                <a:ea typeface="Malgun Gothic"/>
                <a:cs typeface="Malgun Gothic"/>
              </a:defRPr>
            </a:defPPr>
            <a:lvl1pPr algn="l">
              <a:defRPr sz="1575" b="1">
                <a:solidFill>
                  <a:srgbClr val="101456"/>
                </a:solidFill>
                <a:latin typeface="Malgun Gothic"/>
                <a:ea typeface="Malgun Gothic"/>
                <a:cs typeface="Malgun Gothic"/>
              </a:defRPr>
            </a:lvl1pPr>
            <a:lvl2pPr algn="l">
              <a:defRPr sz="1575" b="1">
                <a:solidFill>
                  <a:srgbClr val="101456"/>
                </a:solidFill>
                <a:latin typeface="Malgun Gothic"/>
                <a:ea typeface="Malgun Gothic"/>
                <a:cs typeface="Malgun Gothic"/>
              </a:defRPr>
            </a:lvl2pPr>
            <a:lvl3pPr algn="l">
              <a:defRPr sz="1575" b="1">
                <a:solidFill>
                  <a:srgbClr val="101456"/>
                </a:solidFill>
                <a:latin typeface="Malgun Gothic"/>
                <a:ea typeface="Malgun Gothic"/>
                <a:cs typeface="Malgun Gothic"/>
              </a:defRPr>
            </a:lvl3pPr>
            <a:lvl4pPr algn="l">
              <a:defRPr sz="1575" b="1">
                <a:solidFill>
                  <a:srgbClr val="101456"/>
                </a:solidFill>
                <a:latin typeface="Malgun Gothic"/>
                <a:ea typeface="Malgun Gothic"/>
                <a:cs typeface="Malgun Gothic"/>
              </a:defRPr>
            </a:lvl4pPr>
            <a:lvl5pPr algn="l">
              <a:defRPr sz="1575" b="1">
                <a:solidFill>
                  <a:srgbClr val="101456"/>
                </a:solidFill>
                <a:latin typeface="Malgun Gothic"/>
                <a:ea typeface="Malgun Gothic"/>
                <a:cs typeface="Malgun Gothic"/>
              </a:defRPr>
            </a:lvl5pPr>
            <a:lvl6pPr algn="l">
              <a:defRPr sz="1575" b="1">
                <a:solidFill>
                  <a:srgbClr val="101456"/>
                </a:solidFill>
                <a:latin typeface="Malgun Gothic"/>
                <a:ea typeface="Malgun Gothic"/>
                <a:cs typeface="Malgun Gothic"/>
              </a:defRPr>
            </a:lvl6pPr>
            <a:lvl7pPr algn="l">
              <a:defRPr sz="1575" b="1">
                <a:solidFill>
                  <a:srgbClr val="101456"/>
                </a:solidFill>
                <a:latin typeface="Malgun Gothic"/>
                <a:ea typeface="Malgun Gothic"/>
                <a:cs typeface="Malgun Gothic"/>
              </a:defRPr>
            </a:lvl7pPr>
            <a:lvl8pPr algn="l">
              <a:defRPr sz="1575" b="1">
                <a:solidFill>
                  <a:srgbClr val="101456"/>
                </a:solidFill>
                <a:latin typeface="Malgun Gothic"/>
                <a:ea typeface="Malgun Gothic"/>
                <a:cs typeface="Malgun Gothic"/>
              </a:defRPr>
            </a:lvl8pPr>
            <a:lvl9pPr algn="l">
              <a:defRPr sz="1575" b="1">
                <a:solidFill>
                  <a:srgbClr val="101456"/>
                </a:solidFill>
                <a:latin typeface="Malgun Gothic"/>
                <a:ea typeface="Malgun Gothic"/>
                <a:cs typeface="Malgun Gothic"/>
              </a:defRPr>
            </a:lvl9pPr>
          </a:lstStyle>
          <a:p>
            <a:pPr algn="l">
              <a:defRPr sz="1575" b="1">
                <a:solidFill>
                  <a:srgbClr val="101456"/>
                </a:solidFill>
                <a:latin typeface="Malgun Gothic"/>
                <a:ea typeface="Malgun Gothic"/>
                <a:cs typeface="Malgun Gothic"/>
              </a:defRPr>
            </a:pPr>
            <a:r>
              <a:rPr sz="1575" b="1">
                <a:solidFill>
                  <a:srgbClr val="101456"/>
                </a:solidFill>
                <a:latin typeface="Malgun Gothic"/>
                <a:ea typeface="Malgun Gothic"/>
                <a:cs typeface="Malgun Gothic"/>
              </a:rPr>
              <a:t>조건 · 일시 확인</a:t>
            </a:r>
          </a:p>
        </p:txBody>
      </p:sp>
      <p:sp>
        <p:nvSpPr>
          <p:cNvPr id="19" name="session1-301">
            <a:extLst>
              <a:ext uri="{FF2B5EF4-FFF2-40B4-BE49-F238E27FC236}">
                <a16:creationId xmlns:a16="http://schemas.microsoft.com/office/drawing/2014/main" id="{79AF0371-FCCC-4CA1-86ED-13E3FAEE557A}"/>
              </a:ext>
            </a:extLst>
          </p:cNvPr>
          <p:cNvSpPr>
            <a:spLocks noGrp="1"/>
          </p:cNvSpPr>
          <p:nvPr/>
        </p:nvSpPr>
        <p:spPr>
          <a:xfrm>
            <a:off x="8963025" y="5248275"/>
            <a:ext cx="2533650" cy="742950"/>
          </a:xfrm>
          <a:prstGeom prst="rect">
            <a:avLst/>
          </a:prstGeom>
          <a:solidFill>
            <a:srgbClr val="101456"/>
          </a:solidFill>
          <a:ln w="0">
            <a:noFill/>
          </a:ln>
        </p:spPr>
        <p:txBody>
          <a:bodyPr/>
          <a:lstStyle/>
          <a:p>
            <a:endParaRPr lang="ko-KR" altLang="en-US"/>
          </a:p>
        </p:txBody>
      </p:sp>
      <p:sp>
        <p:nvSpPr>
          <p:cNvPr id="20" name="session1-302">
            <a:extLst>
              <a:ext uri="{FF2B5EF4-FFF2-40B4-BE49-F238E27FC236}">
                <a16:creationId xmlns:a16="http://schemas.microsoft.com/office/drawing/2014/main" id="{080D39B1-1243-45AA-A150-AE5DBBB608B7}"/>
              </a:ext>
            </a:extLst>
          </p:cNvPr>
          <p:cNvSpPr>
            <a:spLocks noGrp="1"/>
          </p:cNvSpPr>
          <p:nvPr/>
        </p:nvSpPr>
        <p:spPr>
          <a:xfrm>
            <a:off x="9124950" y="5457825"/>
            <a:ext cx="2200275" cy="304800"/>
          </a:xfrm>
          <a:prstGeom prst="rect">
            <a:avLst/>
          </a:prstGeom>
          <a:noFill/>
          <a:ln w="0">
            <a:noFill/>
          </a:ln>
        </p:spPr>
        <p:txBody>
          <a:bodyPr wrap="square" lIns="0" tIns="0" rIns="0" bIns="0" anchor="t">
            <a:noAutofit/>
          </a:bodyPr>
          <a:lstStyle>
            <a:defPPr algn="l">
              <a:defRPr sz="1575" b="1">
                <a:solidFill>
                  <a:srgbClr val="FFFFFF"/>
                </a:solidFill>
                <a:latin typeface="Malgun Gothic"/>
                <a:ea typeface="Malgun Gothic"/>
                <a:cs typeface="Malgun Gothic"/>
              </a:defRPr>
            </a:defPPr>
            <a:lvl1pPr algn="l">
              <a:defRPr sz="1575" b="1">
                <a:solidFill>
                  <a:srgbClr val="FFFFFF"/>
                </a:solidFill>
                <a:latin typeface="Malgun Gothic"/>
                <a:ea typeface="Malgun Gothic"/>
                <a:cs typeface="Malgun Gothic"/>
              </a:defRPr>
            </a:lvl1pPr>
            <a:lvl2pPr algn="l">
              <a:defRPr sz="1575" b="1">
                <a:solidFill>
                  <a:srgbClr val="FFFFFF"/>
                </a:solidFill>
                <a:latin typeface="Malgun Gothic"/>
                <a:ea typeface="Malgun Gothic"/>
                <a:cs typeface="Malgun Gothic"/>
              </a:defRPr>
            </a:lvl2pPr>
            <a:lvl3pPr algn="l">
              <a:defRPr sz="1575" b="1">
                <a:solidFill>
                  <a:srgbClr val="FFFFFF"/>
                </a:solidFill>
                <a:latin typeface="Malgun Gothic"/>
                <a:ea typeface="Malgun Gothic"/>
                <a:cs typeface="Malgun Gothic"/>
              </a:defRPr>
            </a:lvl3pPr>
            <a:lvl4pPr algn="l">
              <a:defRPr sz="1575" b="1">
                <a:solidFill>
                  <a:srgbClr val="FFFFFF"/>
                </a:solidFill>
                <a:latin typeface="Malgun Gothic"/>
                <a:ea typeface="Malgun Gothic"/>
                <a:cs typeface="Malgun Gothic"/>
              </a:defRPr>
            </a:lvl4pPr>
            <a:lvl5pPr algn="l">
              <a:defRPr sz="1575" b="1">
                <a:solidFill>
                  <a:srgbClr val="FFFFFF"/>
                </a:solidFill>
                <a:latin typeface="Malgun Gothic"/>
                <a:ea typeface="Malgun Gothic"/>
                <a:cs typeface="Malgun Gothic"/>
              </a:defRPr>
            </a:lvl5pPr>
            <a:lvl6pPr algn="l">
              <a:defRPr sz="1575" b="1">
                <a:solidFill>
                  <a:srgbClr val="FFFFFF"/>
                </a:solidFill>
                <a:latin typeface="Malgun Gothic"/>
                <a:ea typeface="Malgun Gothic"/>
                <a:cs typeface="Malgun Gothic"/>
              </a:defRPr>
            </a:lvl6pPr>
            <a:lvl7pPr algn="l">
              <a:defRPr sz="1575" b="1">
                <a:solidFill>
                  <a:srgbClr val="FFFFFF"/>
                </a:solidFill>
                <a:latin typeface="Malgun Gothic"/>
                <a:ea typeface="Malgun Gothic"/>
                <a:cs typeface="Malgun Gothic"/>
              </a:defRPr>
            </a:lvl7pPr>
            <a:lvl8pPr algn="l">
              <a:defRPr sz="1575" b="1">
                <a:solidFill>
                  <a:srgbClr val="FFFFFF"/>
                </a:solidFill>
                <a:latin typeface="Malgun Gothic"/>
                <a:ea typeface="Malgun Gothic"/>
                <a:cs typeface="Malgun Gothic"/>
              </a:defRPr>
            </a:lvl8pPr>
            <a:lvl9pPr algn="l">
              <a:defRPr sz="1575" b="1">
                <a:solidFill>
                  <a:srgbClr val="FFFFFF"/>
                </a:solidFill>
                <a:latin typeface="Malgun Gothic"/>
                <a:ea typeface="Malgun Gothic"/>
                <a:cs typeface="Malgun Gothic"/>
              </a:defRPr>
            </a:lvl9pPr>
          </a:lstStyle>
          <a:p>
            <a:pPr algn="l">
              <a:defRPr sz="1575" b="1">
                <a:solidFill>
                  <a:srgbClr val="FFFFFF"/>
                </a:solidFill>
                <a:latin typeface="Malgun Gothic"/>
                <a:ea typeface="Malgun Gothic"/>
                <a:cs typeface="Malgun Gothic"/>
              </a:defRPr>
            </a:pPr>
            <a:r>
              <a:rPr sz="1575" b="1">
                <a:solidFill>
                  <a:srgbClr val="FFFFFF"/>
                </a:solidFill>
                <a:latin typeface="Malgun Gothic"/>
                <a:ea typeface="Malgun Gothic"/>
                <a:cs typeface="Malgun Gothic"/>
              </a:rPr>
              <a:t>행동 · 신청 안내</a:t>
            </a:r>
          </a:p>
        </p:txBody>
      </p:sp>
      <p:sp>
        <p:nvSpPr>
          <p:cNvPr id="21" name="session1-303">
            <a:extLst>
              <a:ext uri="{FF2B5EF4-FFF2-40B4-BE49-F238E27FC236}">
                <a16:creationId xmlns:a16="http://schemas.microsoft.com/office/drawing/2014/main" id="{A4C26054-9A35-46FF-8D42-C2B5129A60D0}"/>
              </a:ext>
            </a:extLst>
          </p:cNvPr>
          <p:cNvSpPr>
            <a:spLocks noGrp="1"/>
          </p:cNvSpPr>
          <p:nvPr/>
        </p:nvSpPr>
        <p:spPr>
          <a:xfrm>
            <a:off x="609600" y="6143625"/>
            <a:ext cx="10906125" cy="257175"/>
          </a:xfrm>
          <a:prstGeom prst="rect">
            <a:avLst/>
          </a:prstGeom>
          <a:noFill/>
          <a:ln w="0">
            <a:noFill/>
          </a:ln>
        </p:spPr>
        <p:txBody>
          <a:bodyPr wrap="square" lIns="0" tIns="0" rIns="0" bIns="0" anchor="t">
            <a:noAutofit/>
          </a:bodyPr>
          <a:lstStyle>
            <a:defPPr algn="l">
              <a:defRPr sz="1350" b="0">
                <a:solidFill>
                  <a:srgbClr val="616773"/>
                </a:solidFill>
                <a:latin typeface="Malgun Gothic"/>
                <a:ea typeface="Malgun Gothic"/>
                <a:cs typeface="Malgun Gothic"/>
              </a:defRPr>
            </a:defPPr>
            <a:lvl1pPr algn="l">
              <a:defRPr sz="1350" b="0">
                <a:solidFill>
                  <a:srgbClr val="616773"/>
                </a:solidFill>
                <a:latin typeface="Malgun Gothic"/>
                <a:ea typeface="Malgun Gothic"/>
                <a:cs typeface="Malgun Gothic"/>
              </a:defRPr>
            </a:lvl1pPr>
            <a:lvl2pPr algn="l">
              <a:defRPr sz="1350" b="0">
                <a:solidFill>
                  <a:srgbClr val="616773"/>
                </a:solidFill>
                <a:latin typeface="Malgun Gothic"/>
                <a:ea typeface="Malgun Gothic"/>
                <a:cs typeface="Malgun Gothic"/>
              </a:defRPr>
            </a:lvl2pPr>
            <a:lvl3pPr algn="l">
              <a:defRPr sz="1350" b="0">
                <a:solidFill>
                  <a:srgbClr val="616773"/>
                </a:solidFill>
                <a:latin typeface="Malgun Gothic"/>
                <a:ea typeface="Malgun Gothic"/>
                <a:cs typeface="Malgun Gothic"/>
              </a:defRPr>
            </a:lvl3pPr>
            <a:lvl4pPr algn="l">
              <a:defRPr sz="1350" b="0">
                <a:solidFill>
                  <a:srgbClr val="616773"/>
                </a:solidFill>
                <a:latin typeface="Malgun Gothic"/>
                <a:ea typeface="Malgun Gothic"/>
                <a:cs typeface="Malgun Gothic"/>
              </a:defRPr>
            </a:lvl4pPr>
            <a:lvl5pPr algn="l">
              <a:defRPr sz="1350" b="0">
                <a:solidFill>
                  <a:srgbClr val="616773"/>
                </a:solidFill>
                <a:latin typeface="Malgun Gothic"/>
                <a:ea typeface="Malgun Gothic"/>
                <a:cs typeface="Malgun Gothic"/>
              </a:defRPr>
            </a:lvl5pPr>
            <a:lvl6pPr algn="l">
              <a:defRPr sz="1350" b="0">
                <a:solidFill>
                  <a:srgbClr val="616773"/>
                </a:solidFill>
                <a:latin typeface="Malgun Gothic"/>
                <a:ea typeface="Malgun Gothic"/>
                <a:cs typeface="Malgun Gothic"/>
              </a:defRPr>
            </a:lvl6pPr>
            <a:lvl7pPr algn="l">
              <a:defRPr sz="1350" b="0">
                <a:solidFill>
                  <a:srgbClr val="616773"/>
                </a:solidFill>
                <a:latin typeface="Malgun Gothic"/>
                <a:ea typeface="Malgun Gothic"/>
                <a:cs typeface="Malgun Gothic"/>
              </a:defRPr>
            </a:lvl7pPr>
            <a:lvl8pPr algn="l">
              <a:defRPr sz="1350" b="0">
                <a:solidFill>
                  <a:srgbClr val="616773"/>
                </a:solidFill>
                <a:latin typeface="Malgun Gothic"/>
                <a:ea typeface="Malgun Gothic"/>
                <a:cs typeface="Malgun Gothic"/>
              </a:defRPr>
            </a:lvl8pPr>
            <a:lvl9pPr algn="l">
              <a:defRPr sz="1350" b="0">
                <a:solidFill>
                  <a:srgbClr val="616773"/>
                </a:solidFill>
                <a:latin typeface="Malgun Gothic"/>
                <a:ea typeface="Malgun Gothic"/>
                <a:cs typeface="Malgun Gothic"/>
              </a:defRPr>
            </a:lvl9pPr>
          </a:lstStyle>
          <a:p>
            <a:pPr algn="l">
              <a:defRPr sz="1350" b="0">
                <a:solidFill>
                  <a:srgbClr val="616773"/>
                </a:solidFill>
                <a:latin typeface="Malgun Gothic"/>
                <a:ea typeface="Malgun Gothic"/>
                <a:cs typeface="Malgun Gothic"/>
              </a:defRPr>
            </a:pPr>
            <a:r>
              <a:rPr sz="1350" b="0">
                <a:solidFill>
                  <a:srgbClr val="616773"/>
                </a:solidFill>
                <a:latin typeface="Malgun Gothic"/>
                <a:ea typeface="Malgun Gothic"/>
                <a:cs typeface="Malgun Gothic"/>
              </a:rPr>
              <a:t>내부 운영 수치는 외부 문안에 넣지 않습니다. 미확인 가격·일정·효능은 확인 필요로 남깁니다.</a:t>
            </a:r>
          </a:p>
        </p:txBody>
      </p:sp>
    </p:spTree>
    <p:extLst>
      <p:ext uri="{BB962C8B-B14F-4D97-AF65-F5344CB8AC3E}">
        <p14:creationId xmlns:p14="http://schemas.microsoft.com/office/powerpoint/2010/main" val="6711824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session1-304">
            <a:extLst>
              <a:ext uri="{FF2B5EF4-FFF2-40B4-BE49-F238E27FC236}">
                <a16:creationId xmlns:a16="http://schemas.microsoft.com/office/drawing/2014/main" id="{C40B3409-957D-42A8-ADEF-A0D9EB0EFB53}"/>
              </a:ext>
            </a:extLst>
          </p:cNvPr>
          <p:cNvSpPr>
            <a:spLocks noGrp="1"/>
          </p:cNvSpPr>
          <p:nvPr/>
        </p:nvSpPr>
        <p:spPr>
          <a:xfrm>
            <a:off x="590550" y="295275"/>
            <a:ext cx="9715500" cy="228600"/>
          </a:xfrm>
          <a:prstGeom prst="rect">
            <a:avLst/>
          </a:prstGeom>
          <a:noFill/>
          <a:ln w="0">
            <a:noFill/>
          </a:ln>
        </p:spPr>
        <p:txBody>
          <a:bodyPr wrap="square" lIns="0" tIns="0" rIns="0" bIns="0" anchor="t">
            <a:noAutofit/>
          </a:bodyPr>
          <a:lstStyle>
            <a:defPPr algn="l">
              <a:defRPr sz="1050" b="0">
                <a:solidFill>
                  <a:srgbClr val="616773"/>
                </a:solidFill>
                <a:latin typeface="Malgun Gothic"/>
                <a:ea typeface="Malgun Gothic"/>
                <a:cs typeface="Malgun Gothic"/>
              </a:defRPr>
            </a:defPPr>
            <a:lvl1pPr algn="l">
              <a:defRPr sz="1050" b="0">
                <a:solidFill>
                  <a:srgbClr val="616773"/>
                </a:solidFill>
                <a:latin typeface="Malgun Gothic"/>
                <a:ea typeface="Malgun Gothic"/>
                <a:cs typeface="Malgun Gothic"/>
              </a:defRPr>
            </a:lvl1pPr>
            <a:lvl2pPr algn="l">
              <a:defRPr sz="1050" b="0">
                <a:solidFill>
                  <a:srgbClr val="616773"/>
                </a:solidFill>
                <a:latin typeface="Malgun Gothic"/>
                <a:ea typeface="Malgun Gothic"/>
                <a:cs typeface="Malgun Gothic"/>
              </a:defRPr>
            </a:lvl2pPr>
            <a:lvl3pPr algn="l">
              <a:defRPr sz="1050" b="0">
                <a:solidFill>
                  <a:srgbClr val="616773"/>
                </a:solidFill>
                <a:latin typeface="Malgun Gothic"/>
                <a:ea typeface="Malgun Gothic"/>
                <a:cs typeface="Malgun Gothic"/>
              </a:defRPr>
            </a:lvl3pPr>
            <a:lvl4pPr algn="l">
              <a:defRPr sz="1050" b="0">
                <a:solidFill>
                  <a:srgbClr val="616773"/>
                </a:solidFill>
                <a:latin typeface="Malgun Gothic"/>
                <a:ea typeface="Malgun Gothic"/>
                <a:cs typeface="Malgun Gothic"/>
              </a:defRPr>
            </a:lvl4pPr>
            <a:lvl5pPr algn="l">
              <a:defRPr sz="1050" b="0">
                <a:solidFill>
                  <a:srgbClr val="616773"/>
                </a:solidFill>
                <a:latin typeface="Malgun Gothic"/>
                <a:ea typeface="Malgun Gothic"/>
                <a:cs typeface="Malgun Gothic"/>
              </a:defRPr>
            </a:lvl5pPr>
            <a:lvl6pPr algn="l">
              <a:defRPr sz="1050" b="0">
                <a:solidFill>
                  <a:srgbClr val="616773"/>
                </a:solidFill>
                <a:latin typeface="Malgun Gothic"/>
                <a:ea typeface="Malgun Gothic"/>
                <a:cs typeface="Malgun Gothic"/>
              </a:defRPr>
            </a:lvl6pPr>
            <a:lvl7pPr algn="l">
              <a:defRPr sz="1050" b="0">
                <a:solidFill>
                  <a:srgbClr val="616773"/>
                </a:solidFill>
                <a:latin typeface="Malgun Gothic"/>
                <a:ea typeface="Malgun Gothic"/>
                <a:cs typeface="Malgun Gothic"/>
              </a:defRPr>
            </a:lvl7pPr>
            <a:lvl8pPr algn="l">
              <a:defRPr sz="1050" b="0">
                <a:solidFill>
                  <a:srgbClr val="616773"/>
                </a:solidFill>
                <a:latin typeface="Malgun Gothic"/>
                <a:ea typeface="Malgun Gothic"/>
                <a:cs typeface="Malgun Gothic"/>
              </a:defRPr>
            </a:lvl8pPr>
            <a:lvl9pPr algn="l">
              <a:defRPr sz="1050" b="0">
                <a:solidFill>
                  <a:srgbClr val="616773"/>
                </a:solidFill>
                <a:latin typeface="Malgun Gothic"/>
                <a:ea typeface="Malgun Gothic"/>
                <a:cs typeface="Malgun Gothic"/>
              </a:defRPr>
            </a:lvl9pPr>
          </a:lstStyle>
          <a:p>
            <a:pPr algn="l">
              <a:defRPr sz="1050" b="0">
                <a:solidFill>
                  <a:srgbClr val="616773"/>
                </a:solidFill>
                <a:latin typeface="Malgun Gothic"/>
                <a:ea typeface="Malgun Gothic"/>
                <a:cs typeface="Malgun Gothic"/>
              </a:defRPr>
            </a:pPr>
            <a:r>
              <a:rPr sz="1050" b="0">
                <a:solidFill>
                  <a:srgbClr val="616773"/>
                </a:solidFill>
                <a:latin typeface="Malgun Gothic"/>
                <a:ea typeface="Malgun Gothic"/>
                <a:cs typeface="Malgun Gothic"/>
              </a:rPr>
              <a:t>직무별 예시 · 도매업자</a:t>
            </a:r>
          </a:p>
        </p:txBody>
      </p:sp>
      <p:sp>
        <p:nvSpPr>
          <p:cNvPr id="2" name="session1-305">
            <a:extLst>
              <a:ext uri="{FF2B5EF4-FFF2-40B4-BE49-F238E27FC236}">
                <a16:creationId xmlns:a16="http://schemas.microsoft.com/office/drawing/2014/main" id="{5E0A641D-549E-49C4-97B7-025C5FE5FB1C}"/>
              </a:ext>
            </a:extLst>
          </p:cNvPr>
          <p:cNvSpPr>
            <a:spLocks noGrp="1"/>
          </p:cNvSpPr>
          <p:nvPr/>
        </p:nvSpPr>
        <p:spPr>
          <a:xfrm>
            <a:off x="571500" y="742950"/>
            <a:ext cx="11049000" cy="609600"/>
          </a:xfrm>
          <a:prstGeom prst="rect">
            <a:avLst/>
          </a:prstGeom>
          <a:noFill/>
          <a:ln w="0">
            <a:noFill/>
          </a:ln>
        </p:spPr>
        <p:txBody>
          <a:bodyPr wrap="square" lIns="0" tIns="0" rIns="0" bIns="0" anchor="t">
            <a:noAutofit/>
          </a:bodyPr>
          <a:lstStyle>
            <a:defPPr algn="l">
              <a:defRPr sz="3000" b="1">
                <a:solidFill>
                  <a:srgbClr val="15171C"/>
                </a:solidFill>
                <a:latin typeface="Malgun Gothic"/>
                <a:ea typeface="Malgun Gothic"/>
                <a:cs typeface="Malgun Gothic"/>
              </a:defRPr>
            </a:defPPr>
            <a:lvl1pPr algn="l">
              <a:defRPr sz="3000" b="1">
                <a:solidFill>
                  <a:srgbClr val="15171C"/>
                </a:solidFill>
                <a:latin typeface="Malgun Gothic"/>
                <a:ea typeface="Malgun Gothic"/>
                <a:cs typeface="Malgun Gothic"/>
              </a:defRPr>
            </a:lvl1pPr>
            <a:lvl2pPr algn="l">
              <a:defRPr sz="3000" b="1">
                <a:solidFill>
                  <a:srgbClr val="15171C"/>
                </a:solidFill>
                <a:latin typeface="Malgun Gothic"/>
                <a:ea typeface="Malgun Gothic"/>
                <a:cs typeface="Malgun Gothic"/>
              </a:defRPr>
            </a:lvl2pPr>
            <a:lvl3pPr algn="l">
              <a:defRPr sz="3000" b="1">
                <a:solidFill>
                  <a:srgbClr val="15171C"/>
                </a:solidFill>
                <a:latin typeface="Malgun Gothic"/>
                <a:ea typeface="Malgun Gothic"/>
                <a:cs typeface="Malgun Gothic"/>
              </a:defRPr>
            </a:lvl3pPr>
            <a:lvl4pPr algn="l">
              <a:defRPr sz="3000" b="1">
                <a:solidFill>
                  <a:srgbClr val="15171C"/>
                </a:solidFill>
                <a:latin typeface="Malgun Gothic"/>
                <a:ea typeface="Malgun Gothic"/>
                <a:cs typeface="Malgun Gothic"/>
              </a:defRPr>
            </a:lvl4pPr>
            <a:lvl5pPr algn="l">
              <a:defRPr sz="3000" b="1">
                <a:solidFill>
                  <a:srgbClr val="15171C"/>
                </a:solidFill>
                <a:latin typeface="Malgun Gothic"/>
                <a:ea typeface="Malgun Gothic"/>
                <a:cs typeface="Malgun Gothic"/>
              </a:defRPr>
            </a:lvl5pPr>
            <a:lvl6pPr algn="l">
              <a:defRPr sz="3000" b="1">
                <a:solidFill>
                  <a:srgbClr val="15171C"/>
                </a:solidFill>
                <a:latin typeface="Malgun Gothic"/>
                <a:ea typeface="Malgun Gothic"/>
                <a:cs typeface="Malgun Gothic"/>
              </a:defRPr>
            </a:lvl6pPr>
            <a:lvl7pPr algn="l">
              <a:defRPr sz="3000" b="1">
                <a:solidFill>
                  <a:srgbClr val="15171C"/>
                </a:solidFill>
                <a:latin typeface="Malgun Gothic"/>
                <a:ea typeface="Malgun Gothic"/>
                <a:cs typeface="Malgun Gothic"/>
              </a:defRPr>
            </a:lvl7pPr>
            <a:lvl8pPr algn="l">
              <a:defRPr sz="3000" b="1">
                <a:solidFill>
                  <a:srgbClr val="15171C"/>
                </a:solidFill>
                <a:latin typeface="Malgun Gothic"/>
                <a:ea typeface="Malgun Gothic"/>
                <a:cs typeface="Malgun Gothic"/>
              </a:defRPr>
            </a:lvl8pPr>
            <a:lvl9pPr algn="l">
              <a:defRPr sz="3000" b="1">
                <a:solidFill>
                  <a:srgbClr val="15171C"/>
                </a:solidFill>
                <a:latin typeface="Malgun Gothic"/>
                <a:ea typeface="Malgun Gothic"/>
                <a:cs typeface="Malgun Gothic"/>
              </a:defRPr>
            </a:lvl9pPr>
          </a:lstStyle>
          <a:p>
            <a:pPr algn="l">
              <a:defRPr sz="3000" b="1">
                <a:solidFill>
                  <a:srgbClr val="15171C"/>
                </a:solidFill>
                <a:latin typeface="Malgun Gothic"/>
                <a:ea typeface="Malgun Gothic"/>
                <a:cs typeface="Malgun Gothic"/>
              </a:defRPr>
            </a:pPr>
            <a:r>
              <a:rPr sz="3000" b="1">
                <a:solidFill>
                  <a:srgbClr val="15171C"/>
                </a:solidFill>
                <a:latin typeface="Malgun Gothic"/>
                <a:ea typeface="Malgun Gothic"/>
                <a:cs typeface="Malgun Gothic"/>
              </a:rPr>
              <a:t>도매업자 컨텍스트와 입력 자료</a:t>
            </a:r>
          </a:p>
        </p:txBody>
      </p:sp>
      <p:sp>
        <p:nvSpPr>
          <p:cNvPr id="3" name="session1-306">
            <a:extLst>
              <a:ext uri="{FF2B5EF4-FFF2-40B4-BE49-F238E27FC236}">
                <a16:creationId xmlns:a16="http://schemas.microsoft.com/office/drawing/2014/main" id="{E7BDE414-4B57-4083-B99B-3780572DD58D}"/>
              </a:ext>
            </a:extLst>
          </p:cNvPr>
          <p:cNvSpPr>
            <a:spLocks noGrp="1"/>
          </p:cNvSpPr>
          <p:nvPr/>
        </p:nvSpPr>
        <p:spPr>
          <a:xfrm>
            <a:off x="590550" y="1390650"/>
            <a:ext cx="10953750" cy="409575"/>
          </a:xfrm>
          <a:prstGeom prst="rect">
            <a:avLst/>
          </a:prstGeom>
          <a:noFill/>
          <a:ln w="0">
            <a:noFill/>
          </a:ln>
        </p:spPr>
        <p:txBody>
          <a:bodyPr wrap="square" lIns="0" tIns="0" rIns="0" bIns="0" anchor="t">
            <a:noAutofit/>
          </a:bodyPr>
          <a:lstStyle>
            <a:defPPr algn="l">
              <a:defRPr sz="1575" b="0">
                <a:solidFill>
                  <a:srgbClr val="616773"/>
                </a:solidFill>
                <a:latin typeface="Malgun Gothic"/>
                <a:ea typeface="Malgun Gothic"/>
                <a:cs typeface="Malgun Gothic"/>
              </a:defRPr>
            </a:defPPr>
            <a:lvl1pPr algn="l">
              <a:defRPr sz="1575" b="0">
                <a:solidFill>
                  <a:srgbClr val="616773"/>
                </a:solidFill>
                <a:latin typeface="Malgun Gothic"/>
                <a:ea typeface="Malgun Gothic"/>
                <a:cs typeface="Malgun Gothic"/>
              </a:defRPr>
            </a:lvl1pPr>
            <a:lvl2pPr algn="l">
              <a:defRPr sz="1575" b="0">
                <a:solidFill>
                  <a:srgbClr val="616773"/>
                </a:solidFill>
                <a:latin typeface="Malgun Gothic"/>
                <a:ea typeface="Malgun Gothic"/>
                <a:cs typeface="Malgun Gothic"/>
              </a:defRPr>
            </a:lvl2pPr>
            <a:lvl3pPr algn="l">
              <a:defRPr sz="1575" b="0">
                <a:solidFill>
                  <a:srgbClr val="616773"/>
                </a:solidFill>
                <a:latin typeface="Malgun Gothic"/>
                <a:ea typeface="Malgun Gothic"/>
                <a:cs typeface="Malgun Gothic"/>
              </a:defRPr>
            </a:lvl3pPr>
            <a:lvl4pPr algn="l">
              <a:defRPr sz="1575" b="0">
                <a:solidFill>
                  <a:srgbClr val="616773"/>
                </a:solidFill>
                <a:latin typeface="Malgun Gothic"/>
                <a:ea typeface="Malgun Gothic"/>
                <a:cs typeface="Malgun Gothic"/>
              </a:defRPr>
            </a:lvl4pPr>
            <a:lvl5pPr algn="l">
              <a:defRPr sz="1575" b="0">
                <a:solidFill>
                  <a:srgbClr val="616773"/>
                </a:solidFill>
                <a:latin typeface="Malgun Gothic"/>
                <a:ea typeface="Malgun Gothic"/>
                <a:cs typeface="Malgun Gothic"/>
              </a:defRPr>
            </a:lvl5pPr>
            <a:lvl6pPr algn="l">
              <a:defRPr sz="1575" b="0">
                <a:solidFill>
                  <a:srgbClr val="616773"/>
                </a:solidFill>
                <a:latin typeface="Malgun Gothic"/>
                <a:ea typeface="Malgun Gothic"/>
                <a:cs typeface="Malgun Gothic"/>
              </a:defRPr>
            </a:lvl6pPr>
            <a:lvl7pPr algn="l">
              <a:defRPr sz="1575" b="0">
                <a:solidFill>
                  <a:srgbClr val="616773"/>
                </a:solidFill>
                <a:latin typeface="Malgun Gothic"/>
                <a:ea typeface="Malgun Gothic"/>
                <a:cs typeface="Malgun Gothic"/>
              </a:defRPr>
            </a:lvl7pPr>
            <a:lvl8pPr algn="l">
              <a:defRPr sz="1575" b="0">
                <a:solidFill>
                  <a:srgbClr val="616773"/>
                </a:solidFill>
                <a:latin typeface="Malgun Gothic"/>
                <a:ea typeface="Malgun Gothic"/>
                <a:cs typeface="Malgun Gothic"/>
              </a:defRPr>
            </a:lvl8pPr>
            <a:lvl9pPr algn="l">
              <a:defRPr sz="1575" b="0">
                <a:solidFill>
                  <a:srgbClr val="616773"/>
                </a:solidFill>
                <a:latin typeface="Malgun Gothic"/>
                <a:ea typeface="Malgun Gothic"/>
                <a:cs typeface="Malgun Gothic"/>
              </a:defRPr>
            </a:lvl9pPr>
          </a:lstStyle>
          <a:p>
            <a:pPr algn="l">
              <a:defRPr sz="1575" b="0">
                <a:solidFill>
                  <a:srgbClr val="616773"/>
                </a:solidFill>
                <a:latin typeface="Malgun Gothic"/>
                <a:ea typeface="Malgun Gothic"/>
                <a:cs typeface="Malgun Gothic"/>
              </a:defRPr>
            </a:pPr>
            <a:r>
              <a:rPr sz="1575" b="0">
                <a:solidFill>
                  <a:srgbClr val="616773"/>
                </a:solidFill>
                <a:latin typeface="Malgun Gothic"/>
                <a:ea typeface="Malgun Gothic"/>
                <a:cs typeface="Malgun Gothic"/>
              </a:rPr>
              <a:t>교육용 가상 자료입니다. 내 직무를 선택해 같은 자료를 결과물 3개로 연결합니다.</a:t>
            </a:r>
          </a:p>
        </p:txBody>
      </p:sp>
      <p:sp>
        <p:nvSpPr>
          <p:cNvPr id="4" name="session1-307">
            <a:extLst>
              <a:ext uri="{FF2B5EF4-FFF2-40B4-BE49-F238E27FC236}">
                <a16:creationId xmlns:a16="http://schemas.microsoft.com/office/drawing/2014/main" id="{16A8E524-EB72-4B4C-A2E7-3BF631884854}"/>
              </a:ext>
            </a:extLst>
          </p:cNvPr>
          <p:cNvSpPr>
            <a:spLocks noGrp="1"/>
          </p:cNvSpPr>
          <p:nvPr/>
        </p:nvSpPr>
        <p:spPr>
          <a:xfrm>
            <a:off x="590550" y="6477000"/>
            <a:ext cx="2857500" cy="180975"/>
          </a:xfrm>
          <a:prstGeom prst="rect">
            <a:avLst/>
          </a:prstGeom>
          <a:noFill/>
          <a:ln w="0">
            <a:noFill/>
          </a:ln>
        </p:spPr>
        <p:txBody>
          <a:bodyPr wrap="square" lIns="0" tIns="0" rIns="0" bIns="0" anchor="t">
            <a:noAutofit/>
          </a:bodyPr>
          <a:lstStyle>
            <a:defPPr algn="l">
              <a:defRPr sz="900" b="0">
                <a:solidFill>
                  <a:srgbClr val="616773"/>
                </a:solidFill>
                <a:latin typeface="Malgun Gothic"/>
                <a:ea typeface="Malgun Gothic"/>
                <a:cs typeface="Malgun Gothic"/>
              </a:defRPr>
            </a:defPPr>
            <a:lvl1pPr algn="l">
              <a:defRPr sz="900" b="0">
                <a:solidFill>
                  <a:srgbClr val="616773"/>
                </a:solidFill>
                <a:latin typeface="Malgun Gothic"/>
                <a:ea typeface="Malgun Gothic"/>
                <a:cs typeface="Malgun Gothic"/>
              </a:defRPr>
            </a:lvl1pPr>
            <a:lvl2pPr algn="l">
              <a:defRPr sz="900" b="0">
                <a:solidFill>
                  <a:srgbClr val="616773"/>
                </a:solidFill>
                <a:latin typeface="Malgun Gothic"/>
                <a:ea typeface="Malgun Gothic"/>
                <a:cs typeface="Malgun Gothic"/>
              </a:defRPr>
            </a:lvl2pPr>
            <a:lvl3pPr algn="l">
              <a:defRPr sz="900" b="0">
                <a:solidFill>
                  <a:srgbClr val="616773"/>
                </a:solidFill>
                <a:latin typeface="Malgun Gothic"/>
                <a:ea typeface="Malgun Gothic"/>
                <a:cs typeface="Malgun Gothic"/>
              </a:defRPr>
            </a:lvl3pPr>
            <a:lvl4pPr algn="l">
              <a:defRPr sz="900" b="0">
                <a:solidFill>
                  <a:srgbClr val="616773"/>
                </a:solidFill>
                <a:latin typeface="Malgun Gothic"/>
                <a:ea typeface="Malgun Gothic"/>
                <a:cs typeface="Malgun Gothic"/>
              </a:defRPr>
            </a:lvl4pPr>
            <a:lvl5pPr algn="l">
              <a:defRPr sz="900" b="0">
                <a:solidFill>
                  <a:srgbClr val="616773"/>
                </a:solidFill>
                <a:latin typeface="Malgun Gothic"/>
                <a:ea typeface="Malgun Gothic"/>
                <a:cs typeface="Malgun Gothic"/>
              </a:defRPr>
            </a:lvl5pPr>
            <a:lvl6pPr algn="l">
              <a:defRPr sz="900" b="0">
                <a:solidFill>
                  <a:srgbClr val="616773"/>
                </a:solidFill>
                <a:latin typeface="Malgun Gothic"/>
                <a:ea typeface="Malgun Gothic"/>
                <a:cs typeface="Malgun Gothic"/>
              </a:defRPr>
            </a:lvl6pPr>
            <a:lvl7pPr algn="l">
              <a:defRPr sz="900" b="0">
                <a:solidFill>
                  <a:srgbClr val="616773"/>
                </a:solidFill>
                <a:latin typeface="Malgun Gothic"/>
                <a:ea typeface="Malgun Gothic"/>
                <a:cs typeface="Malgun Gothic"/>
              </a:defRPr>
            </a:lvl7pPr>
            <a:lvl8pPr algn="l">
              <a:defRPr sz="900" b="0">
                <a:solidFill>
                  <a:srgbClr val="616773"/>
                </a:solidFill>
                <a:latin typeface="Malgun Gothic"/>
                <a:ea typeface="Malgun Gothic"/>
                <a:cs typeface="Malgun Gothic"/>
              </a:defRPr>
            </a:lvl8pPr>
            <a:lvl9pPr algn="l">
              <a:defRPr sz="900" b="0">
                <a:solidFill>
                  <a:srgbClr val="616773"/>
                </a:solidFill>
                <a:latin typeface="Malgun Gothic"/>
                <a:ea typeface="Malgun Gothic"/>
                <a:cs typeface="Malgun Gothic"/>
              </a:defRPr>
            </a:lvl9pPr>
          </a:lstStyle>
          <a:p>
            <a:pPr algn="l">
              <a:defRPr sz="900" b="0">
                <a:solidFill>
                  <a:srgbClr val="616773"/>
                </a:solidFill>
                <a:latin typeface="Malgun Gothic"/>
                <a:ea typeface="Malgun Gothic"/>
                <a:cs typeface="Malgun Gothic"/>
              </a:defRPr>
            </a:pPr>
            <a:r>
              <a:rPr sz="900" b="0">
                <a:solidFill>
                  <a:srgbClr val="616773"/>
                </a:solidFill>
                <a:latin typeface="Malgun Gothic"/>
                <a:ea typeface="Malgun Gothic"/>
                <a:cs typeface="Malgun Gothic"/>
              </a:rPr>
              <a:t>An Eun Kyoung</a:t>
            </a:r>
          </a:p>
        </p:txBody>
      </p:sp>
      <p:sp>
        <p:nvSpPr>
          <p:cNvPr id="5" name="session1-308">
            <a:extLst>
              <a:ext uri="{FF2B5EF4-FFF2-40B4-BE49-F238E27FC236}">
                <a16:creationId xmlns:a16="http://schemas.microsoft.com/office/drawing/2014/main" id="{7883AC44-6D3B-4914-8D30-E6F314EA9487}"/>
              </a:ext>
            </a:extLst>
          </p:cNvPr>
          <p:cNvSpPr>
            <a:spLocks noGrp="1"/>
          </p:cNvSpPr>
          <p:nvPr/>
        </p:nvSpPr>
        <p:spPr>
          <a:xfrm>
            <a:off x="11144250" y="6438900"/>
            <a:ext cx="457200" cy="228600"/>
          </a:xfrm>
          <a:prstGeom prst="rect">
            <a:avLst/>
          </a:prstGeom>
          <a:noFill/>
          <a:ln w="0">
            <a:noFill/>
          </a:ln>
        </p:spPr>
        <p:txBody>
          <a:bodyPr wrap="square" lIns="0" tIns="0" rIns="0" bIns="0" anchor="t">
            <a:noAutofit/>
          </a:bodyPr>
          <a:lstStyle>
            <a:defPPr algn="r">
              <a:defRPr sz="1050" b="1">
                <a:solidFill>
                  <a:srgbClr val="101456"/>
                </a:solidFill>
                <a:latin typeface="Malgun Gothic"/>
                <a:ea typeface="Malgun Gothic"/>
                <a:cs typeface="Malgun Gothic"/>
              </a:defRPr>
            </a:defPPr>
            <a:lvl1pPr algn="r">
              <a:defRPr sz="1050" b="1">
                <a:solidFill>
                  <a:srgbClr val="101456"/>
                </a:solidFill>
                <a:latin typeface="Malgun Gothic"/>
                <a:ea typeface="Malgun Gothic"/>
                <a:cs typeface="Malgun Gothic"/>
              </a:defRPr>
            </a:lvl1pPr>
            <a:lvl2pPr algn="r">
              <a:defRPr sz="1050" b="1">
                <a:solidFill>
                  <a:srgbClr val="101456"/>
                </a:solidFill>
                <a:latin typeface="Malgun Gothic"/>
                <a:ea typeface="Malgun Gothic"/>
                <a:cs typeface="Malgun Gothic"/>
              </a:defRPr>
            </a:lvl2pPr>
            <a:lvl3pPr algn="r">
              <a:defRPr sz="1050" b="1">
                <a:solidFill>
                  <a:srgbClr val="101456"/>
                </a:solidFill>
                <a:latin typeface="Malgun Gothic"/>
                <a:ea typeface="Malgun Gothic"/>
                <a:cs typeface="Malgun Gothic"/>
              </a:defRPr>
            </a:lvl3pPr>
            <a:lvl4pPr algn="r">
              <a:defRPr sz="1050" b="1">
                <a:solidFill>
                  <a:srgbClr val="101456"/>
                </a:solidFill>
                <a:latin typeface="Malgun Gothic"/>
                <a:ea typeface="Malgun Gothic"/>
                <a:cs typeface="Malgun Gothic"/>
              </a:defRPr>
            </a:lvl4pPr>
            <a:lvl5pPr algn="r">
              <a:defRPr sz="1050" b="1">
                <a:solidFill>
                  <a:srgbClr val="101456"/>
                </a:solidFill>
                <a:latin typeface="Malgun Gothic"/>
                <a:ea typeface="Malgun Gothic"/>
                <a:cs typeface="Malgun Gothic"/>
              </a:defRPr>
            </a:lvl5pPr>
            <a:lvl6pPr algn="r">
              <a:defRPr sz="1050" b="1">
                <a:solidFill>
                  <a:srgbClr val="101456"/>
                </a:solidFill>
                <a:latin typeface="Malgun Gothic"/>
                <a:ea typeface="Malgun Gothic"/>
                <a:cs typeface="Malgun Gothic"/>
              </a:defRPr>
            </a:lvl6pPr>
            <a:lvl7pPr algn="r">
              <a:defRPr sz="1050" b="1">
                <a:solidFill>
                  <a:srgbClr val="101456"/>
                </a:solidFill>
                <a:latin typeface="Malgun Gothic"/>
                <a:ea typeface="Malgun Gothic"/>
                <a:cs typeface="Malgun Gothic"/>
              </a:defRPr>
            </a:lvl7pPr>
            <a:lvl8pPr algn="r">
              <a:defRPr sz="1050" b="1">
                <a:solidFill>
                  <a:srgbClr val="101456"/>
                </a:solidFill>
                <a:latin typeface="Malgun Gothic"/>
                <a:ea typeface="Malgun Gothic"/>
                <a:cs typeface="Malgun Gothic"/>
              </a:defRPr>
            </a:lvl8pPr>
            <a:lvl9pPr algn="r">
              <a:defRPr sz="1050" b="1">
                <a:solidFill>
                  <a:srgbClr val="101456"/>
                </a:solidFill>
                <a:latin typeface="Malgun Gothic"/>
                <a:ea typeface="Malgun Gothic"/>
                <a:cs typeface="Malgun Gothic"/>
              </a:defRPr>
            </a:lvl9pPr>
          </a:lstStyle>
          <a:p>
            <a:pPr algn="r">
              <a:defRPr sz="1050" b="1">
                <a:solidFill>
                  <a:srgbClr val="101456"/>
                </a:solidFill>
                <a:latin typeface="Malgun Gothic"/>
                <a:ea typeface="Malgun Gothic"/>
                <a:cs typeface="Malgun Gothic"/>
              </a:defRPr>
            </a:pPr>
            <a:r>
              <a:rPr sz="1050" b="1">
                <a:solidFill>
                  <a:srgbClr val="101456"/>
                </a:solidFill>
                <a:latin typeface="Malgun Gothic"/>
                <a:ea typeface="Malgun Gothic"/>
                <a:cs typeface="Malgun Gothic"/>
              </a:rPr>
              <a:t>11</a:t>
            </a:r>
          </a:p>
        </p:txBody>
      </p:sp>
      <p:sp>
        <p:nvSpPr>
          <p:cNvPr id="6" name="session1-309">
            <a:extLst>
              <a:ext uri="{FF2B5EF4-FFF2-40B4-BE49-F238E27FC236}">
                <a16:creationId xmlns:a16="http://schemas.microsoft.com/office/drawing/2014/main" id="{B3A563F8-7B6E-4823-8CA3-9D06DE85F008}"/>
              </a:ext>
            </a:extLst>
          </p:cNvPr>
          <p:cNvSpPr>
            <a:spLocks noGrp="1"/>
          </p:cNvSpPr>
          <p:nvPr/>
        </p:nvSpPr>
        <p:spPr>
          <a:xfrm>
            <a:off x="609600" y="2057400"/>
            <a:ext cx="5353050" cy="1000125"/>
          </a:xfrm>
          <a:prstGeom prst="rect">
            <a:avLst/>
          </a:prstGeom>
          <a:noFill/>
          <a:ln w="0">
            <a:noFill/>
          </a:ln>
        </p:spPr>
        <p:txBody>
          <a:bodyPr wrap="square" lIns="0" tIns="0" rIns="0" bIns="0" anchor="t">
            <a:noAutofit/>
          </a:bodyPr>
          <a:lstStyle>
            <a:defPPr algn="l">
              <a:defRPr sz="1725" b="0">
                <a:solidFill>
                  <a:srgbClr val="15171C"/>
                </a:solidFill>
                <a:latin typeface="Malgun Gothic"/>
                <a:ea typeface="Malgun Gothic"/>
                <a:cs typeface="Malgun Gothic"/>
              </a:defRPr>
            </a:defPPr>
            <a:lvl1pPr algn="l">
              <a:defRPr sz="1725" b="0">
                <a:solidFill>
                  <a:srgbClr val="15171C"/>
                </a:solidFill>
                <a:latin typeface="Malgun Gothic"/>
                <a:ea typeface="Malgun Gothic"/>
                <a:cs typeface="Malgun Gothic"/>
              </a:defRPr>
            </a:lvl1pPr>
            <a:lvl2pPr algn="l">
              <a:defRPr sz="1725" b="0">
                <a:solidFill>
                  <a:srgbClr val="15171C"/>
                </a:solidFill>
                <a:latin typeface="Malgun Gothic"/>
                <a:ea typeface="Malgun Gothic"/>
                <a:cs typeface="Malgun Gothic"/>
              </a:defRPr>
            </a:lvl2pPr>
            <a:lvl3pPr algn="l">
              <a:defRPr sz="1725" b="0">
                <a:solidFill>
                  <a:srgbClr val="15171C"/>
                </a:solidFill>
                <a:latin typeface="Malgun Gothic"/>
                <a:ea typeface="Malgun Gothic"/>
                <a:cs typeface="Malgun Gothic"/>
              </a:defRPr>
            </a:lvl3pPr>
            <a:lvl4pPr algn="l">
              <a:defRPr sz="1725" b="0">
                <a:solidFill>
                  <a:srgbClr val="15171C"/>
                </a:solidFill>
                <a:latin typeface="Malgun Gothic"/>
                <a:ea typeface="Malgun Gothic"/>
                <a:cs typeface="Malgun Gothic"/>
              </a:defRPr>
            </a:lvl4pPr>
            <a:lvl5pPr algn="l">
              <a:defRPr sz="1725" b="0">
                <a:solidFill>
                  <a:srgbClr val="15171C"/>
                </a:solidFill>
                <a:latin typeface="Malgun Gothic"/>
                <a:ea typeface="Malgun Gothic"/>
                <a:cs typeface="Malgun Gothic"/>
              </a:defRPr>
            </a:lvl5pPr>
            <a:lvl6pPr algn="l">
              <a:defRPr sz="1725" b="0">
                <a:solidFill>
                  <a:srgbClr val="15171C"/>
                </a:solidFill>
                <a:latin typeface="Malgun Gothic"/>
                <a:ea typeface="Malgun Gothic"/>
                <a:cs typeface="Malgun Gothic"/>
              </a:defRPr>
            </a:lvl6pPr>
            <a:lvl7pPr algn="l">
              <a:defRPr sz="1725" b="0">
                <a:solidFill>
                  <a:srgbClr val="15171C"/>
                </a:solidFill>
                <a:latin typeface="Malgun Gothic"/>
                <a:ea typeface="Malgun Gothic"/>
                <a:cs typeface="Malgun Gothic"/>
              </a:defRPr>
            </a:lvl7pPr>
            <a:lvl8pPr algn="l">
              <a:defRPr sz="1725" b="0">
                <a:solidFill>
                  <a:srgbClr val="15171C"/>
                </a:solidFill>
                <a:latin typeface="Malgun Gothic"/>
                <a:ea typeface="Malgun Gothic"/>
                <a:cs typeface="Malgun Gothic"/>
              </a:defRPr>
            </a:lvl8pPr>
            <a:lvl9pPr algn="l">
              <a:defRPr sz="1725" b="0">
                <a:solidFill>
                  <a:srgbClr val="15171C"/>
                </a:solidFill>
                <a:latin typeface="Malgun Gothic"/>
                <a:ea typeface="Malgun Gothic"/>
                <a:cs typeface="Malgun Gothic"/>
              </a:defRPr>
            </a:lvl9pPr>
          </a:lstStyle>
          <a:p>
            <a:pPr algn="l">
              <a:defRPr sz="1725" b="0">
                <a:solidFill>
                  <a:srgbClr val="15171C"/>
                </a:solidFill>
                <a:latin typeface="Malgun Gothic"/>
                <a:ea typeface="Malgun Gothic"/>
                <a:cs typeface="Malgun Gothic"/>
              </a:defRPr>
            </a:pPr>
            <a:r>
              <a:rPr sz="1725" b="0">
                <a:solidFill>
                  <a:srgbClr val="15171C"/>
                </a:solidFill>
                <a:latin typeface="Malgun Gothic"/>
                <a:ea typeface="Malgun Gothic"/>
                <a:cs typeface="Malgun Gothic"/>
              </a:rPr>
              <a:t>역할  소규모 포장용품 도매 운영</a:t>
            </a:r>
          </a:p>
          <a:p>
            <a:pPr algn="l">
              <a:defRPr sz="1725" b="0">
                <a:solidFill>
                  <a:srgbClr val="15171C"/>
                </a:solidFill>
                <a:latin typeface="Malgun Gothic"/>
                <a:ea typeface="Malgun Gothic"/>
                <a:cs typeface="Malgun Gothic"/>
              </a:defRPr>
            </a:pPr>
            <a:r>
              <a:rPr sz="1725" b="0">
                <a:solidFill>
                  <a:srgbClr val="15171C"/>
                </a:solidFill>
                <a:latin typeface="Malgun Gothic"/>
                <a:ea typeface="Malgun Gothic"/>
                <a:cs typeface="Malgun Gothic"/>
              </a:rPr>
              <a:t>문제  어떤 품목을 먼저 발주 검토할까?</a:t>
            </a:r>
          </a:p>
        </p:txBody>
      </p:sp>
      <p:sp>
        <p:nvSpPr>
          <p:cNvPr id="7" name="session1-310">
            <a:extLst>
              <a:ext uri="{FF2B5EF4-FFF2-40B4-BE49-F238E27FC236}">
                <a16:creationId xmlns:a16="http://schemas.microsoft.com/office/drawing/2014/main" id="{8AB93A93-0FD0-4F43-9CDD-C14D0F328275}"/>
              </a:ext>
            </a:extLst>
          </p:cNvPr>
          <p:cNvSpPr>
            <a:spLocks noGrp="1"/>
          </p:cNvSpPr>
          <p:nvPr/>
        </p:nvSpPr>
        <p:spPr>
          <a:xfrm>
            <a:off x="6257925" y="2057400"/>
            <a:ext cx="5314950" cy="1000125"/>
          </a:xfrm>
          <a:prstGeom prst="rect">
            <a:avLst/>
          </a:prstGeom>
          <a:noFill/>
          <a:ln w="0">
            <a:noFill/>
          </a:ln>
        </p:spPr>
        <p:txBody>
          <a:bodyPr wrap="square" lIns="0" tIns="0" rIns="0" bIns="0" anchor="t">
            <a:noAutofit/>
          </a:bodyPr>
          <a:lstStyle>
            <a:defPPr algn="l">
              <a:defRPr sz="1650" b="1">
                <a:solidFill>
                  <a:srgbClr val="101456"/>
                </a:solidFill>
                <a:latin typeface="Malgun Gothic"/>
                <a:ea typeface="Malgun Gothic"/>
                <a:cs typeface="Malgun Gothic"/>
              </a:defRPr>
            </a:defPPr>
            <a:lvl1pPr algn="l">
              <a:defRPr sz="1650" b="1">
                <a:solidFill>
                  <a:srgbClr val="101456"/>
                </a:solidFill>
                <a:latin typeface="Malgun Gothic"/>
                <a:ea typeface="Malgun Gothic"/>
                <a:cs typeface="Malgun Gothic"/>
              </a:defRPr>
            </a:lvl1pPr>
            <a:lvl2pPr algn="l">
              <a:defRPr sz="1650" b="1">
                <a:solidFill>
                  <a:srgbClr val="101456"/>
                </a:solidFill>
                <a:latin typeface="Malgun Gothic"/>
                <a:ea typeface="Malgun Gothic"/>
                <a:cs typeface="Malgun Gothic"/>
              </a:defRPr>
            </a:lvl2pPr>
            <a:lvl3pPr algn="l">
              <a:defRPr sz="1650" b="1">
                <a:solidFill>
                  <a:srgbClr val="101456"/>
                </a:solidFill>
                <a:latin typeface="Malgun Gothic"/>
                <a:ea typeface="Malgun Gothic"/>
                <a:cs typeface="Malgun Gothic"/>
              </a:defRPr>
            </a:lvl3pPr>
            <a:lvl4pPr algn="l">
              <a:defRPr sz="1650" b="1">
                <a:solidFill>
                  <a:srgbClr val="101456"/>
                </a:solidFill>
                <a:latin typeface="Malgun Gothic"/>
                <a:ea typeface="Malgun Gothic"/>
                <a:cs typeface="Malgun Gothic"/>
              </a:defRPr>
            </a:lvl4pPr>
            <a:lvl5pPr algn="l">
              <a:defRPr sz="1650" b="1">
                <a:solidFill>
                  <a:srgbClr val="101456"/>
                </a:solidFill>
                <a:latin typeface="Malgun Gothic"/>
                <a:ea typeface="Malgun Gothic"/>
                <a:cs typeface="Malgun Gothic"/>
              </a:defRPr>
            </a:lvl5pPr>
            <a:lvl6pPr algn="l">
              <a:defRPr sz="1650" b="1">
                <a:solidFill>
                  <a:srgbClr val="101456"/>
                </a:solidFill>
                <a:latin typeface="Malgun Gothic"/>
                <a:ea typeface="Malgun Gothic"/>
                <a:cs typeface="Malgun Gothic"/>
              </a:defRPr>
            </a:lvl6pPr>
            <a:lvl7pPr algn="l">
              <a:defRPr sz="1650" b="1">
                <a:solidFill>
                  <a:srgbClr val="101456"/>
                </a:solidFill>
                <a:latin typeface="Malgun Gothic"/>
                <a:ea typeface="Malgun Gothic"/>
                <a:cs typeface="Malgun Gothic"/>
              </a:defRPr>
            </a:lvl7pPr>
            <a:lvl8pPr algn="l">
              <a:defRPr sz="1650" b="1">
                <a:solidFill>
                  <a:srgbClr val="101456"/>
                </a:solidFill>
                <a:latin typeface="Malgun Gothic"/>
                <a:ea typeface="Malgun Gothic"/>
                <a:cs typeface="Malgun Gothic"/>
              </a:defRPr>
            </a:lvl8pPr>
            <a:lvl9pPr algn="l">
              <a:defRPr sz="1650" b="1">
                <a:solidFill>
                  <a:srgbClr val="101456"/>
                </a:solidFill>
                <a:latin typeface="Malgun Gothic"/>
                <a:ea typeface="Malgun Gothic"/>
                <a:cs typeface="Malgun Gothic"/>
              </a:defRPr>
            </a:lvl9pPr>
          </a:lstStyle>
          <a:p>
            <a:pPr algn="l">
              <a:defRPr sz="1650" b="1">
                <a:solidFill>
                  <a:srgbClr val="101456"/>
                </a:solidFill>
                <a:latin typeface="Malgun Gothic"/>
                <a:ea typeface="Malgun Gothic"/>
                <a:cs typeface="Malgun Gothic"/>
              </a:defRPr>
            </a:pPr>
            <a:r>
              <a:rPr sz="1650" b="1">
                <a:solidFill>
                  <a:srgbClr val="101456"/>
                </a:solidFill>
                <a:latin typeface="Malgun Gothic"/>
                <a:ea typeface="Malgun Gothic"/>
                <a:cs typeface="Malgun Gothic"/>
              </a:rPr>
              <a:t>단위  9월30일 품목별 가용재고 / 개·일</a:t>
            </a:r>
          </a:p>
          <a:p>
            <a:pPr algn="l">
              <a:defRPr sz="1650" b="1">
                <a:solidFill>
                  <a:srgbClr val="101456"/>
                </a:solidFill>
                <a:latin typeface="Malgun Gothic"/>
                <a:ea typeface="Malgun Gothic"/>
                <a:cs typeface="Malgun Gothic"/>
              </a:defRPr>
            </a:pPr>
            <a:r>
              <a:rPr sz="1650" b="1">
                <a:solidFill>
                  <a:srgbClr val="101456"/>
                </a:solidFill>
                <a:latin typeface="Malgun Gothic"/>
                <a:ea typeface="Malgun Gothic"/>
                <a:cs typeface="Malgun Gothic"/>
              </a:rPr>
              <a:t>기준  재주문 기준과 예상 소진일수</a:t>
            </a:r>
          </a:p>
        </p:txBody>
      </p:sp>
      <p:graphicFrame>
        <p:nvGraphicFramePr>
          <p:cNvPr id="8" name="표 7">
            <a:extLst>
              <a:ext uri="{FF2B5EF4-FFF2-40B4-BE49-F238E27FC236}">
                <a16:creationId xmlns:a16="http://schemas.microsoft.com/office/drawing/2014/main" id="{86BD0EB1-0164-4E76-85C6-611B0966F958}"/>
              </a:ext>
            </a:extLst>
          </p:cNvPr>
          <p:cNvGraphicFramePr/>
          <p:nvPr/>
        </p:nvGraphicFramePr>
        <p:xfrm>
          <a:off x="590550" y="3276600"/>
          <a:ext cx="11010900" cy="2162175"/>
        </p:xfrm>
        <a:graphic>
          <a:graphicData uri="http://schemas.openxmlformats.org/drawingml/2006/table">
            <a:tbl>
              <a:tblPr/>
              <a:tblGrid>
                <a:gridCol w="762000">
                  <a:extLst>
                    <a:ext uri="{9D8B030D-6E8A-4147-A177-3AD203B41FA5}">
                      <a16:colId xmlns:a16="http://schemas.microsoft.com/office/drawing/2014/main" val="20000"/>
                    </a:ext>
                  </a:extLst>
                </a:gridCol>
                <a:gridCol w="1714500">
                  <a:extLst>
                    <a:ext uri="{9D8B030D-6E8A-4147-A177-3AD203B41FA5}">
                      <a16:colId xmlns:a16="http://schemas.microsoft.com/office/drawing/2014/main" val="20001"/>
                    </a:ext>
                  </a:extLst>
                </a:gridCol>
                <a:gridCol w="2171700">
                  <a:extLst>
                    <a:ext uri="{9D8B030D-6E8A-4147-A177-3AD203B41FA5}">
                      <a16:colId xmlns:a16="http://schemas.microsoft.com/office/drawing/2014/main" val="20002"/>
                    </a:ext>
                  </a:extLst>
                </a:gridCol>
                <a:gridCol w="1590675">
                  <a:extLst>
                    <a:ext uri="{9D8B030D-6E8A-4147-A177-3AD203B41FA5}">
                      <a16:colId xmlns:a16="http://schemas.microsoft.com/office/drawing/2014/main" val="20003"/>
                    </a:ext>
                  </a:extLst>
                </a:gridCol>
                <a:gridCol w="1590675">
                  <a:extLst>
                    <a:ext uri="{9D8B030D-6E8A-4147-A177-3AD203B41FA5}">
                      <a16:colId xmlns:a16="http://schemas.microsoft.com/office/drawing/2014/main" val="20004"/>
                    </a:ext>
                  </a:extLst>
                </a:gridCol>
                <a:gridCol w="1590675">
                  <a:extLst>
                    <a:ext uri="{9D8B030D-6E8A-4147-A177-3AD203B41FA5}">
                      <a16:colId xmlns:a16="http://schemas.microsoft.com/office/drawing/2014/main" val="20005"/>
                    </a:ext>
                  </a:extLst>
                </a:gridCol>
                <a:gridCol w="1590675">
                  <a:extLst>
                    <a:ext uri="{9D8B030D-6E8A-4147-A177-3AD203B41FA5}">
                      <a16:colId xmlns:a16="http://schemas.microsoft.com/office/drawing/2014/main" val="20006"/>
                    </a:ext>
                  </a:extLst>
                </a:gridCol>
              </a:tblGrid>
              <a:tr h="432435">
                <a:tc>
                  <a:txBody>
                    <a:bodyPr/>
                    <a:lstStyle/>
                    <a:p>
                      <a:pPr algn="l"/>
                      <a:r>
                        <a:rPr sz="1500" b="1">
                          <a:solidFill>
                            <a:srgbClr val="FFFFFF"/>
                          </a:solidFill>
                          <a:latin typeface="Malgun Gothic"/>
                          <a:ea typeface="Malgun Gothic"/>
                          <a:cs typeface="Malgun Gothic"/>
                        </a:rPr>
                        <a:t>행</a:t>
                      </a:r>
                    </a:p>
                  </a:txBody>
                  <a:tcPr anchor="ctr">
                    <a:lnL w="6668">
                      <a:solidFill>
                        <a:srgbClr val="DADDE5"/>
                      </a:solidFill>
                      <a:prstDash val="soli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500" b="1">
                          <a:solidFill>
                            <a:srgbClr val="FFFFFF"/>
                          </a:solidFill>
                          <a:latin typeface="Malgun Gothic"/>
                          <a:ea typeface="Malgun Gothic"/>
                          <a:cs typeface="Malgun Gothic"/>
                        </a:rPr>
                        <a:t>기준일</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500" b="1">
                          <a:solidFill>
                            <a:srgbClr val="FFFFFF"/>
                          </a:solidFill>
                          <a:latin typeface="Malgun Gothic"/>
                          <a:ea typeface="Malgun Gothic"/>
                          <a:cs typeface="Malgun Gothic"/>
                        </a:rPr>
                        <a:t>품목</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500" b="1">
                          <a:solidFill>
                            <a:srgbClr val="FFFFFF"/>
                          </a:solidFill>
                          <a:latin typeface="Malgun Gothic"/>
                          <a:ea typeface="Malgun Gothic"/>
                          <a:cs typeface="Malgun Gothic"/>
                        </a:rPr>
                        <a:t>가용재고</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500" b="1">
                          <a:solidFill>
                            <a:srgbClr val="FFFFFF"/>
                          </a:solidFill>
                          <a:latin typeface="Malgun Gothic"/>
                          <a:ea typeface="Malgun Gothic"/>
                          <a:cs typeface="Malgun Gothic"/>
                        </a:rPr>
                        <a:t>일평균출고</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500" b="1">
                          <a:solidFill>
                            <a:srgbClr val="FFFFFF"/>
                          </a:solidFill>
                          <a:latin typeface="Malgun Gothic"/>
                          <a:ea typeface="Malgun Gothic"/>
                          <a:cs typeface="Malgun Gothic"/>
                        </a:rPr>
                        <a:t>조달기간</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500" b="1">
                          <a:solidFill>
                            <a:srgbClr val="FFFFFF"/>
                          </a:solidFill>
                          <a:latin typeface="Malgun Gothic"/>
                          <a:ea typeface="Malgun Gothic"/>
                          <a:cs typeface="Malgun Gothic"/>
                        </a:rPr>
                        <a:t>안전재고</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extLst>
                  <a:ext uri="{0D108BD9-81ED-4DB2-BD59-A6C34878D82A}">
                    <a16:rowId xmlns:a16="http://schemas.microsoft.com/office/drawing/2014/main" val="10000"/>
                  </a:ext>
                </a:extLst>
              </a:tr>
              <a:tr h="432435">
                <a:tc>
                  <a:txBody>
                    <a:bodyPr/>
                    <a:lstStyle/>
                    <a:p>
                      <a:pPr algn="l"/>
                      <a:r>
                        <a:rPr sz="1500" b="0">
                          <a:solidFill>
                            <a:srgbClr val="15171C"/>
                          </a:solidFill>
                          <a:latin typeface="Malgun Gothic"/>
                          <a:ea typeface="Malgun Gothic"/>
                          <a:cs typeface="Malgun Gothic"/>
                        </a:rPr>
                        <a:t>W01</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00" b="0">
                          <a:solidFill>
                            <a:srgbClr val="15171C"/>
                          </a:solidFill>
                          <a:latin typeface="Malgun Gothic"/>
                          <a:ea typeface="Malgun Gothic"/>
                          <a:cs typeface="Malgun Gothic"/>
                        </a:rPr>
                        <a:t>2026-09-30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00" b="0">
                          <a:solidFill>
                            <a:srgbClr val="15171C"/>
                          </a:solidFill>
                          <a:latin typeface="Malgun Gothic"/>
                          <a:ea typeface="Malgun Gothic"/>
                          <a:cs typeface="Malgun Gothic"/>
                        </a:rPr>
                        <a:t>종이컵</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00" b="0">
                          <a:solidFill>
                            <a:srgbClr val="15171C"/>
                          </a:solidFill>
                          <a:latin typeface="Malgun Gothic"/>
                          <a:ea typeface="Malgun Gothic"/>
                          <a:cs typeface="Malgun Gothic"/>
                        </a:rPr>
                        <a:t>1200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00" b="0">
                          <a:solidFill>
                            <a:srgbClr val="15171C"/>
                          </a:solidFill>
                          <a:latin typeface="Malgun Gothic"/>
                          <a:ea typeface="Malgun Gothic"/>
                          <a:cs typeface="Malgun Gothic"/>
                        </a:rPr>
                        <a:t>100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00" b="0">
                          <a:solidFill>
                            <a:srgbClr val="15171C"/>
                          </a:solidFill>
                          <a:latin typeface="Malgun Gothic"/>
                          <a:ea typeface="Malgun Gothic"/>
                          <a:cs typeface="Malgun Gothic"/>
                        </a:rPr>
                        <a:t>5</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00" b="0">
                          <a:solidFill>
                            <a:srgbClr val="15171C"/>
                          </a:solidFill>
                          <a:latin typeface="Malgun Gothic"/>
                          <a:ea typeface="Malgun Gothic"/>
                          <a:cs typeface="Malgun Gothic"/>
                        </a:rPr>
                        <a:t>300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extLst>
                  <a:ext uri="{0D108BD9-81ED-4DB2-BD59-A6C34878D82A}">
                    <a16:rowId xmlns:a16="http://schemas.microsoft.com/office/drawing/2014/main" val="10001"/>
                  </a:ext>
                </a:extLst>
              </a:tr>
              <a:tr h="432435">
                <a:tc>
                  <a:txBody>
                    <a:bodyPr/>
                    <a:lstStyle/>
                    <a:p>
                      <a:pPr algn="l"/>
                      <a:r>
                        <a:rPr sz="1500" b="0">
                          <a:solidFill>
                            <a:srgbClr val="15171C"/>
                          </a:solidFill>
                          <a:latin typeface="Malgun Gothic"/>
                          <a:ea typeface="Malgun Gothic"/>
                          <a:cs typeface="Malgun Gothic"/>
                        </a:rPr>
                        <a:t>W02</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00" b="0">
                          <a:solidFill>
                            <a:srgbClr val="15171C"/>
                          </a:solidFill>
                          <a:latin typeface="Malgun Gothic"/>
                          <a:ea typeface="Malgun Gothic"/>
                          <a:cs typeface="Malgun Gothic"/>
                        </a:rPr>
                        <a:t>2026-09-30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00" b="0">
                          <a:solidFill>
                            <a:srgbClr val="15171C"/>
                          </a:solidFill>
                          <a:latin typeface="Malgun Gothic"/>
                          <a:ea typeface="Malgun Gothic"/>
                          <a:cs typeface="Malgun Gothic"/>
                        </a:rPr>
                        <a:t>500mL용기</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00" b="0">
                          <a:solidFill>
                            <a:srgbClr val="15171C"/>
                          </a:solidFill>
                          <a:latin typeface="Malgun Gothic"/>
                          <a:ea typeface="Malgun Gothic"/>
                          <a:cs typeface="Malgun Gothic"/>
                        </a:rPr>
                        <a:t>300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00" b="0">
                          <a:solidFill>
                            <a:srgbClr val="15171C"/>
                          </a:solidFill>
                          <a:latin typeface="Malgun Gothic"/>
                          <a:ea typeface="Malgun Gothic"/>
                          <a:cs typeface="Malgun Gothic"/>
                        </a:rPr>
                        <a:t>80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00" b="0">
                          <a:solidFill>
                            <a:srgbClr val="15171C"/>
                          </a:solidFill>
                          <a:latin typeface="Malgun Gothic"/>
                          <a:ea typeface="Malgun Gothic"/>
                          <a:cs typeface="Malgun Gothic"/>
                        </a:rPr>
                        <a:t>4</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00" b="0">
                          <a:solidFill>
                            <a:srgbClr val="15171C"/>
                          </a:solidFill>
                          <a:latin typeface="Malgun Gothic"/>
                          <a:ea typeface="Malgun Gothic"/>
                          <a:cs typeface="Malgun Gothic"/>
                        </a:rPr>
                        <a:t>100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extLst>
                  <a:ext uri="{0D108BD9-81ED-4DB2-BD59-A6C34878D82A}">
                    <a16:rowId xmlns:a16="http://schemas.microsoft.com/office/drawing/2014/main" val="10002"/>
                  </a:ext>
                </a:extLst>
              </a:tr>
              <a:tr h="432435">
                <a:tc>
                  <a:txBody>
                    <a:bodyPr/>
                    <a:lstStyle/>
                    <a:p>
                      <a:pPr algn="l"/>
                      <a:r>
                        <a:rPr sz="1500" b="0">
                          <a:solidFill>
                            <a:srgbClr val="15171C"/>
                          </a:solidFill>
                          <a:latin typeface="Malgun Gothic"/>
                          <a:ea typeface="Malgun Gothic"/>
                          <a:cs typeface="Malgun Gothic"/>
                        </a:rPr>
                        <a:t>W03</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00" b="0">
                          <a:solidFill>
                            <a:srgbClr val="15171C"/>
                          </a:solidFill>
                          <a:latin typeface="Malgun Gothic"/>
                          <a:ea typeface="Malgun Gothic"/>
                          <a:cs typeface="Malgun Gothic"/>
                        </a:rPr>
                        <a:t>2026-09-30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00" b="0">
                          <a:solidFill>
                            <a:srgbClr val="15171C"/>
                          </a:solidFill>
                          <a:latin typeface="Malgun Gothic"/>
                          <a:ea typeface="Malgun Gothic"/>
                          <a:cs typeface="Malgun Gothic"/>
                        </a:rPr>
                        <a:t>냅킨</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00" b="0">
                          <a:solidFill>
                            <a:srgbClr val="15171C"/>
                          </a:solidFill>
                          <a:latin typeface="Malgun Gothic"/>
                          <a:ea typeface="Malgun Gothic"/>
                          <a:cs typeface="Malgun Gothic"/>
                        </a:rPr>
                        <a:t>2000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00" b="0">
                          <a:solidFill>
                            <a:srgbClr val="15171C"/>
                          </a:solidFill>
                          <a:latin typeface="Malgun Gothic"/>
                          <a:ea typeface="Malgun Gothic"/>
                          <a:cs typeface="Malgun Gothic"/>
                        </a:rPr>
                        <a:t>200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00" b="0">
                          <a:solidFill>
                            <a:srgbClr val="15171C"/>
                          </a:solidFill>
                          <a:latin typeface="Malgun Gothic"/>
                          <a:ea typeface="Malgun Gothic"/>
                          <a:cs typeface="Malgun Gothic"/>
                        </a:rPr>
                        <a:t>3</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500" b="0">
                          <a:solidFill>
                            <a:srgbClr val="15171C"/>
                          </a:solidFill>
                          <a:latin typeface="Malgun Gothic"/>
                          <a:ea typeface="Malgun Gothic"/>
                          <a:cs typeface="Malgun Gothic"/>
                        </a:rPr>
                        <a:t>400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extLst>
                  <a:ext uri="{0D108BD9-81ED-4DB2-BD59-A6C34878D82A}">
                    <a16:rowId xmlns:a16="http://schemas.microsoft.com/office/drawing/2014/main" val="10003"/>
                  </a:ext>
                </a:extLst>
              </a:tr>
              <a:tr h="432435">
                <a:tc>
                  <a:txBody>
                    <a:bodyPr/>
                    <a:lstStyle/>
                    <a:p>
                      <a:pPr algn="l"/>
                      <a:r>
                        <a:rPr sz="1500" b="0">
                          <a:solidFill>
                            <a:srgbClr val="15171C"/>
                          </a:solidFill>
                          <a:latin typeface="Malgun Gothic"/>
                          <a:ea typeface="Malgun Gothic"/>
                          <a:cs typeface="Malgun Gothic"/>
                        </a:rPr>
                        <a:t>W04</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00" b="0">
                          <a:solidFill>
                            <a:srgbClr val="15171C"/>
                          </a:solidFill>
                          <a:latin typeface="Malgun Gothic"/>
                          <a:ea typeface="Malgun Gothic"/>
                          <a:cs typeface="Malgun Gothic"/>
                        </a:rPr>
                        <a:t>2026-09-30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00" b="0">
                          <a:solidFill>
                            <a:srgbClr val="15171C"/>
                          </a:solidFill>
                          <a:latin typeface="Malgun Gothic"/>
                          <a:ea typeface="Malgun Gothic"/>
                          <a:cs typeface="Malgun Gothic"/>
                        </a:rPr>
                        <a:t>봉투</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00" b="0">
                          <a:solidFill>
                            <a:srgbClr val="15171C"/>
                          </a:solidFill>
                          <a:latin typeface="Malgun Gothic"/>
                          <a:ea typeface="Malgun Gothic"/>
                          <a:cs typeface="Malgun Gothic"/>
                        </a:rPr>
                        <a:t>150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00" b="0">
                          <a:solidFill>
                            <a:srgbClr val="15171C"/>
                          </a:solidFill>
                          <a:latin typeface="Malgun Gothic"/>
                          <a:ea typeface="Malgun Gothic"/>
                          <a:cs typeface="Malgun Gothic"/>
                        </a:rPr>
                        <a:t>60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00" b="0">
                          <a:solidFill>
                            <a:srgbClr val="15171C"/>
                          </a:solidFill>
                          <a:latin typeface="Malgun Gothic"/>
                          <a:ea typeface="Malgun Gothic"/>
                          <a:cs typeface="Malgun Gothic"/>
                        </a:rPr>
                        <a:t>2</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500" b="0">
                          <a:solidFill>
                            <a:srgbClr val="15171C"/>
                          </a:solidFill>
                          <a:latin typeface="Malgun Gothic"/>
                          <a:ea typeface="Malgun Gothic"/>
                          <a:cs typeface="Malgun Gothic"/>
                        </a:rPr>
                        <a:t>60</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extLst>
                  <a:ext uri="{0D108BD9-81ED-4DB2-BD59-A6C34878D82A}">
                    <a16:rowId xmlns:a16="http://schemas.microsoft.com/office/drawing/2014/main" val="10004"/>
                  </a:ext>
                </a:extLst>
              </a:tr>
            </a:tbl>
          </a:graphicData>
        </a:graphic>
      </p:graphicFrame>
      <p:sp>
        <p:nvSpPr>
          <p:cNvPr id="9" name="session1-311">
            <a:extLst>
              <a:ext uri="{FF2B5EF4-FFF2-40B4-BE49-F238E27FC236}">
                <a16:creationId xmlns:a16="http://schemas.microsoft.com/office/drawing/2014/main" id="{F8DAC6B8-17B6-48FC-B8D1-820702BEC00F}"/>
              </a:ext>
            </a:extLst>
          </p:cNvPr>
          <p:cNvSpPr>
            <a:spLocks noGrp="1"/>
          </p:cNvSpPr>
          <p:nvPr/>
        </p:nvSpPr>
        <p:spPr>
          <a:xfrm>
            <a:off x="609600" y="5715000"/>
            <a:ext cx="10858500" cy="428625"/>
          </a:xfrm>
          <a:prstGeom prst="rect">
            <a:avLst/>
          </a:prstGeom>
          <a:noFill/>
          <a:ln w="0">
            <a:noFill/>
          </a:ln>
        </p:spPr>
        <p:txBody>
          <a:bodyPr wrap="square" lIns="0" tIns="0" rIns="0" bIns="0" anchor="t">
            <a:noAutofit/>
          </a:bodyPr>
          <a:lstStyle>
            <a:defPPr algn="l">
              <a:defRPr sz="1650" b="1">
                <a:solidFill>
                  <a:srgbClr val="213EDB"/>
                </a:solidFill>
                <a:latin typeface="Malgun Gothic"/>
                <a:ea typeface="Malgun Gothic"/>
                <a:cs typeface="Malgun Gothic"/>
              </a:defRPr>
            </a:defPPr>
            <a:lvl1pPr algn="l">
              <a:defRPr sz="1650" b="1">
                <a:solidFill>
                  <a:srgbClr val="213EDB"/>
                </a:solidFill>
                <a:latin typeface="Malgun Gothic"/>
                <a:ea typeface="Malgun Gothic"/>
                <a:cs typeface="Malgun Gothic"/>
              </a:defRPr>
            </a:lvl1pPr>
            <a:lvl2pPr algn="l">
              <a:defRPr sz="1650" b="1">
                <a:solidFill>
                  <a:srgbClr val="213EDB"/>
                </a:solidFill>
                <a:latin typeface="Malgun Gothic"/>
                <a:ea typeface="Malgun Gothic"/>
                <a:cs typeface="Malgun Gothic"/>
              </a:defRPr>
            </a:lvl2pPr>
            <a:lvl3pPr algn="l">
              <a:defRPr sz="1650" b="1">
                <a:solidFill>
                  <a:srgbClr val="213EDB"/>
                </a:solidFill>
                <a:latin typeface="Malgun Gothic"/>
                <a:ea typeface="Malgun Gothic"/>
                <a:cs typeface="Malgun Gothic"/>
              </a:defRPr>
            </a:lvl3pPr>
            <a:lvl4pPr algn="l">
              <a:defRPr sz="1650" b="1">
                <a:solidFill>
                  <a:srgbClr val="213EDB"/>
                </a:solidFill>
                <a:latin typeface="Malgun Gothic"/>
                <a:ea typeface="Malgun Gothic"/>
                <a:cs typeface="Malgun Gothic"/>
              </a:defRPr>
            </a:lvl4pPr>
            <a:lvl5pPr algn="l">
              <a:defRPr sz="1650" b="1">
                <a:solidFill>
                  <a:srgbClr val="213EDB"/>
                </a:solidFill>
                <a:latin typeface="Malgun Gothic"/>
                <a:ea typeface="Malgun Gothic"/>
                <a:cs typeface="Malgun Gothic"/>
              </a:defRPr>
            </a:lvl5pPr>
            <a:lvl6pPr algn="l">
              <a:defRPr sz="1650" b="1">
                <a:solidFill>
                  <a:srgbClr val="213EDB"/>
                </a:solidFill>
                <a:latin typeface="Malgun Gothic"/>
                <a:ea typeface="Malgun Gothic"/>
                <a:cs typeface="Malgun Gothic"/>
              </a:defRPr>
            </a:lvl6pPr>
            <a:lvl7pPr algn="l">
              <a:defRPr sz="1650" b="1">
                <a:solidFill>
                  <a:srgbClr val="213EDB"/>
                </a:solidFill>
                <a:latin typeface="Malgun Gothic"/>
                <a:ea typeface="Malgun Gothic"/>
                <a:cs typeface="Malgun Gothic"/>
              </a:defRPr>
            </a:lvl7pPr>
            <a:lvl8pPr algn="l">
              <a:defRPr sz="1650" b="1">
                <a:solidFill>
                  <a:srgbClr val="213EDB"/>
                </a:solidFill>
                <a:latin typeface="Malgun Gothic"/>
                <a:ea typeface="Malgun Gothic"/>
                <a:cs typeface="Malgun Gothic"/>
              </a:defRPr>
            </a:lvl8pPr>
            <a:lvl9pPr algn="l">
              <a:defRPr sz="1650" b="1">
                <a:solidFill>
                  <a:srgbClr val="213EDB"/>
                </a:solidFill>
                <a:latin typeface="Malgun Gothic"/>
                <a:ea typeface="Malgun Gothic"/>
                <a:cs typeface="Malgun Gothic"/>
              </a:defRPr>
            </a:lvl9pPr>
          </a:lstStyle>
          <a:p>
            <a:pPr algn="l">
              <a:defRPr sz="1650" b="1">
                <a:solidFill>
                  <a:srgbClr val="213EDB"/>
                </a:solidFill>
                <a:latin typeface="Malgun Gothic"/>
                <a:ea typeface="Malgun Gothic"/>
                <a:cs typeface="Malgun Gothic"/>
              </a:defRPr>
            </a:pPr>
            <a:r>
              <a:rPr sz="1650" b="1">
                <a:solidFill>
                  <a:srgbClr val="213EDB"/>
                </a:solidFill>
                <a:latin typeface="Malgun Gothic"/>
                <a:ea typeface="Malgun Gothic"/>
                <a:cs typeface="Malgun Gothic"/>
              </a:rPr>
              <a:t>W05는 W02 중복 / W06은 재고 미확인 → 위 4품목만 검토</a:t>
            </a:r>
          </a:p>
        </p:txBody>
      </p:sp>
    </p:spTree>
    <p:extLst>
      <p:ext uri="{BB962C8B-B14F-4D97-AF65-F5344CB8AC3E}">
        <p14:creationId xmlns:p14="http://schemas.microsoft.com/office/powerpoint/2010/main" val="16436262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session1-312">
            <a:extLst>
              <a:ext uri="{FF2B5EF4-FFF2-40B4-BE49-F238E27FC236}">
                <a16:creationId xmlns:a16="http://schemas.microsoft.com/office/drawing/2014/main" id="{A889A1DC-F865-4121-8B76-67BDCB4EC927}"/>
              </a:ext>
            </a:extLst>
          </p:cNvPr>
          <p:cNvSpPr>
            <a:spLocks noGrp="1"/>
          </p:cNvSpPr>
          <p:nvPr/>
        </p:nvSpPr>
        <p:spPr>
          <a:xfrm>
            <a:off x="590550" y="295275"/>
            <a:ext cx="9715500" cy="228600"/>
          </a:xfrm>
          <a:prstGeom prst="rect">
            <a:avLst/>
          </a:prstGeom>
          <a:noFill/>
          <a:ln w="0">
            <a:noFill/>
          </a:ln>
        </p:spPr>
        <p:txBody>
          <a:bodyPr wrap="square" lIns="0" tIns="0" rIns="0" bIns="0" anchor="t">
            <a:noAutofit/>
          </a:bodyPr>
          <a:lstStyle>
            <a:defPPr algn="l">
              <a:defRPr sz="1050" b="0">
                <a:solidFill>
                  <a:srgbClr val="616773"/>
                </a:solidFill>
                <a:latin typeface="Malgun Gothic"/>
                <a:ea typeface="Malgun Gothic"/>
                <a:cs typeface="Malgun Gothic"/>
              </a:defRPr>
            </a:defPPr>
            <a:lvl1pPr algn="l">
              <a:defRPr sz="1050" b="0">
                <a:solidFill>
                  <a:srgbClr val="616773"/>
                </a:solidFill>
                <a:latin typeface="Malgun Gothic"/>
                <a:ea typeface="Malgun Gothic"/>
                <a:cs typeface="Malgun Gothic"/>
              </a:defRPr>
            </a:lvl1pPr>
            <a:lvl2pPr algn="l">
              <a:defRPr sz="1050" b="0">
                <a:solidFill>
                  <a:srgbClr val="616773"/>
                </a:solidFill>
                <a:latin typeface="Malgun Gothic"/>
                <a:ea typeface="Malgun Gothic"/>
                <a:cs typeface="Malgun Gothic"/>
              </a:defRPr>
            </a:lvl2pPr>
            <a:lvl3pPr algn="l">
              <a:defRPr sz="1050" b="0">
                <a:solidFill>
                  <a:srgbClr val="616773"/>
                </a:solidFill>
                <a:latin typeface="Malgun Gothic"/>
                <a:ea typeface="Malgun Gothic"/>
                <a:cs typeface="Malgun Gothic"/>
              </a:defRPr>
            </a:lvl3pPr>
            <a:lvl4pPr algn="l">
              <a:defRPr sz="1050" b="0">
                <a:solidFill>
                  <a:srgbClr val="616773"/>
                </a:solidFill>
                <a:latin typeface="Malgun Gothic"/>
                <a:ea typeface="Malgun Gothic"/>
                <a:cs typeface="Malgun Gothic"/>
              </a:defRPr>
            </a:lvl4pPr>
            <a:lvl5pPr algn="l">
              <a:defRPr sz="1050" b="0">
                <a:solidFill>
                  <a:srgbClr val="616773"/>
                </a:solidFill>
                <a:latin typeface="Malgun Gothic"/>
                <a:ea typeface="Malgun Gothic"/>
                <a:cs typeface="Malgun Gothic"/>
              </a:defRPr>
            </a:lvl5pPr>
            <a:lvl6pPr algn="l">
              <a:defRPr sz="1050" b="0">
                <a:solidFill>
                  <a:srgbClr val="616773"/>
                </a:solidFill>
                <a:latin typeface="Malgun Gothic"/>
                <a:ea typeface="Malgun Gothic"/>
                <a:cs typeface="Malgun Gothic"/>
              </a:defRPr>
            </a:lvl6pPr>
            <a:lvl7pPr algn="l">
              <a:defRPr sz="1050" b="0">
                <a:solidFill>
                  <a:srgbClr val="616773"/>
                </a:solidFill>
                <a:latin typeface="Malgun Gothic"/>
                <a:ea typeface="Malgun Gothic"/>
                <a:cs typeface="Malgun Gothic"/>
              </a:defRPr>
            </a:lvl7pPr>
            <a:lvl8pPr algn="l">
              <a:defRPr sz="1050" b="0">
                <a:solidFill>
                  <a:srgbClr val="616773"/>
                </a:solidFill>
                <a:latin typeface="Malgun Gothic"/>
                <a:ea typeface="Malgun Gothic"/>
                <a:cs typeface="Malgun Gothic"/>
              </a:defRPr>
            </a:lvl8pPr>
            <a:lvl9pPr algn="l">
              <a:defRPr sz="1050" b="0">
                <a:solidFill>
                  <a:srgbClr val="616773"/>
                </a:solidFill>
                <a:latin typeface="Malgun Gothic"/>
                <a:ea typeface="Malgun Gothic"/>
                <a:cs typeface="Malgun Gothic"/>
              </a:defRPr>
            </a:lvl9pPr>
          </a:lstStyle>
          <a:p>
            <a:pPr algn="l">
              <a:defRPr sz="1050" b="0">
                <a:solidFill>
                  <a:srgbClr val="616773"/>
                </a:solidFill>
                <a:latin typeface="Malgun Gothic"/>
                <a:ea typeface="Malgun Gothic"/>
                <a:cs typeface="Malgun Gothic"/>
              </a:defRPr>
            </a:pPr>
            <a:r>
              <a:rPr sz="1050" b="0">
                <a:solidFill>
                  <a:srgbClr val="616773"/>
                </a:solidFill>
                <a:latin typeface="Malgun Gothic"/>
                <a:ea typeface="Malgun Gothic"/>
                <a:cs typeface="Malgun Gothic"/>
              </a:rPr>
              <a:t>직무별 예시 · 도매업자</a:t>
            </a:r>
          </a:p>
        </p:txBody>
      </p:sp>
      <p:sp>
        <p:nvSpPr>
          <p:cNvPr id="2" name="session1-313">
            <a:extLst>
              <a:ext uri="{FF2B5EF4-FFF2-40B4-BE49-F238E27FC236}">
                <a16:creationId xmlns:a16="http://schemas.microsoft.com/office/drawing/2014/main" id="{B9575E34-532C-48C2-9909-29AB4E61B814}"/>
              </a:ext>
            </a:extLst>
          </p:cNvPr>
          <p:cNvSpPr>
            <a:spLocks noGrp="1"/>
          </p:cNvSpPr>
          <p:nvPr/>
        </p:nvSpPr>
        <p:spPr>
          <a:xfrm>
            <a:off x="571500" y="742950"/>
            <a:ext cx="11049000" cy="609600"/>
          </a:xfrm>
          <a:prstGeom prst="rect">
            <a:avLst/>
          </a:prstGeom>
          <a:noFill/>
          <a:ln w="0">
            <a:noFill/>
          </a:ln>
        </p:spPr>
        <p:txBody>
          <a:bodyPr wrap="square" lIns="0" tIns="0" rIns="0" bIns="0" anchor="t">
            <a:noAutofit/>
          </a:bodyPr>
          <a:lstStyle>
            <a:defPPr algn="l">
              <a:defRPr sz="3000" b="1">
                <a:solidFill>
                  <a:srgbClr val="15171C"/>
                </a:solidFill>
                <a:latin typeface="Malgun Gothic"/>
                <a:ea typeface="Malgun Gothic"/>
                <a:cs typeface="Malgun Gothic"/>
              </a:defRPr>
            </a:defPPr>
            <a:lvl1pPr algn="l">
              <a:defRPr sz="3000" b="1">
                <a:solidFill>
                  <a:srgbClr val="15171C"/>
                </a:solidFill>
                <a:latin typeface="Malgun Gothic"/>
                <a:ea typeface="Malgun Gothic"/>
                <a:cs typeface="Malgun Gothic"/>
              </a:defRPr>
            </a:lvl1pPr>
            <a:lvl2pPr algn="l">
              <a:defRPr sz="3000" b="1">
                <a:solidFill>
                  <a:srgbClr val="15171C"/>
                </a:solidFill>
                <a:latin typeface="Malgun Gothic"/>
                <a:ea typeface="Malgun Gothic"/>
                <a:cs typeface="Malgun Gothic"/>
              </a:defRPr>
            </a:lvl2pPr>
            <a:lvl3pPr algn="l">
              <a:defRPr sz="3000" b="1">
                <a:solidFill>
                  <a:srgbClr val="15171C"/>
                </a:solidFill>
                <a:latin typeface="Malgun Gothic"/>
                <a:ea typeface="Malgun Gothic"/>
                <a:cs typeface="Malgun Gothic"/>
              </a:defRPr>
            </a:lvl3pPr>
            <a:lvl4pPr algn="l">
              <a:defRPr sz="3000" b="1">
                <a:solidFill>
                  <a:srgbClr val="15171C"/>
                </a:solidFill>
                <a:latin typeface="Malgun Gothic"/>
                <a:ea typeface="Malgun Gothic"/>
                <a:cs typeface="Malgun Gothic"/>
              </a:defRPr>
            </a:lvl4pPr>
            <a:lvl5pPr algn="l">
              <a:defRPr sz="3000" b="1">
                <a:solidFill>
                  <a:srgbClr val="15171C"/>
                </a:solidFill>
                <a:latin typeface="Malgun Gothic"/>
                <a:ea typeface="Malgun Gothic"/>
                <a:cs typeface="Malgun Gothic"/>
              </a:defRPr>
            </a:lvl5pPr>
            <a:lvl6pPr algn="l">
              <a:defRPr sz="3000" b="1">
                <a:solidFill>
                  <a:srgbClr val="15171C"/>
                </a:solidFill>
                <a:latin typeface="Malgun Gothic"/>
                <a:ea typeface="Malgun Gothic"/>
                <a:cs typeface="Malgun Gothic"/>
              </a:defRPr>
            </a:lvl6pPr>
            <a:lvl7pPr algn="l">
              <a:defRPr sz="3000" b="1">
                <a:solidFill>
                  <a:srgbClr val="15171C"/>
                </a:solidFill>
                <a:latin typeface="Malgun Gothic"/>
                <a:ea typeface="Malgun Gothic"/>
                <a:cs typeface="Malgun Gothic"/>
              </a:defRPr>
            </a:lvl7pPr>
            <a:lvl8pPr algn="l">
              <a:defRPr sz="3000" b="1">
                <a:solidFill>
                  <a:srgbClr val="15171C"/>
                </a:solidFill>
                <a:latin typeface="Malgun Gothic"/>
                <a:ea typeface="Malgun Gothic"/>
                <a:cs typeface="Malgun Gothic"/>
              </a:defRPr>
            </a:lvl8pPr>
            <a:lvl9pPr algn="l">
              <a:defRPr sz="3000" b="1">
                <a:solidFill>
                  <a:srgbClr val="15171C"/>
                </a:solidFill>
                <a:latin typeface="Malgun Gothic"/>
                <a:ea typeface="Malgun Gothic"/>
                <a:cs typeface="Malgun Gothic"/>
              </a:defRPr>
            </a:lvl9pPr>
          </a:lstStyle>
          <a:p>
            <a:pPr algn="l">
              <a:defRPr sz="3000" b="1">
                <a:solidFill>
                  <a:srgbClr val="15171C"/>
                </a:solidFill>
                <a:latin typeface="Malgun Gothic"/>
                <a:ea typeface="Malgun Gothic"/>
                <a:cs typeface="Malgun Gothic"/>
              </a:defRPr>
            </a:pPr>
            <a:r>
              <a:rPr sz="3000" b="1">
                <a:solidFill>
                  <a:srgbClr val="15171C"/>
                </a:solidFill>
                <a:latin typeface="Malgun Gothic"/>
                <a:ea typeface="Malgun Gothic"/>
                <a:cs typeface="Malgun Gothic"/>
              </a:rPr>
              <a:t>도매업자 대시보드에서 기획 초안으로</a:t>
            </a:r>
          </a:p>
        </p:txBody>
      </p:sp>
      <p:sp>
        <p:nvSpPr>
          <p:cNvPr id="3" name="session1-314">
            <a:extLst>
              <a:ext uri="{FF2B5EF4-FFF2-40B4-BE49-F238E27FC236}">
                <a16:creationId xmlns:a16="http://schemas.microsoft.com/office/drawing/2014/main" id="{B0CFBCB1-A39B-4287-95D7-E5ECC55DBF2E}"/>
              </a:ext>
            </a:extLst>
          </p:cNvPr>
          <p:cNvSpPr>
            <a:spLocks noGrp="1"/>
          </p:cNvSpPr>
          <p:nvPr/>
        </p:nvSpPr>
        <p:spPr>
          <a:xfrm>
            <a:off x="590550" y="1390650"/>
            <a:ext cx="10953750" cy="409575"/>
          </a:xfrm>
          <a:prstGeom prst="rect">
            <a:avLst/>
          </a:prstGeom>
          <a:noFill/>
          <a:ln w="0">
            <a:noFill/>
          </a:ln>
        </p:spPr>
        <p:txBody>
          <a:bodyPr wrap="square" lIns="0" tIns="0" rIns="0" bIns="0" anchor="t">
            <a:noAutofit/>
          </a:bodyPr>
          <a:lstStyle>
            <a:defPPr algn="l">
              <a:defRPr sz="1575" b="0">
                <a:solidFill>
                  <a:srgbClr val="616773"/>
                </a:solidFill>
                <a:latin typeface="Malgun Gothic"/>
                <a:ea typeface="Malgun Gothic"/>
                <a:cs typeface="Malgun Gothic"/>
              </a:defRPr>
            </a:defPPr>
            <a:lvl1pPr algn="l">
              <a:defRPr sz="1575" b="0">
                <a:solidFill>
                  <a:srgbClr val="616773"/>
                </a:solidFill>
                <a:latin typeface="Malgun Gothic"/>
                <a:ea typeface="Malgun Gothic"/>
                <a:cs typeface="Malgun Gothic"/>
              </a:defRPr>
            </a:lvl1pPr>
            <a:lvl2pPr algn="l">
              <a:defRPr sz="1575" b="0">
                <a:solidFill>
                  <a:srgbClr val="616773"/>
                </a:solidFill>
                <a:latin typeface="Malgun Gothic"/>
                <a:ea typeface="Malgun Gothic"/>
                <a:cs typeface="Malgun Gothic"/>
              </a:defRPr>
            </a:lvl2pPr>
            <a:lvl3pPr algn="l">
              <a:defRPr sz="1575" b="0">
                <a:solidFill>
                  <a:srgbClr val="616773"/>
                </a:solidFill>
                <a:latin typeface="Malgun Gothic"/>
                <a:ea typeface="Malgun Gothic"/>
                <a:cs typeface="Malgun Gothic"/>
              </a:defRPr>
            </a:lvl3pPr>
            <a:lvl4pPr algn="l">
              <a:defRPr sz="1575" b="0">
                <a:solidFill>
                  <a:srgbClr val="616773"/>
                </a:solidFill>
                <a:latin typeface="Malgun Gothic"/>
                <a:ea typeface="Malgun Gothic"/>
                <a:cs typeface="Malgun Gothic"/>
              </a:defRPr>
            </a:lvl4pPr>
            <a:lvl5pPr algn="l">
              <a:defRPr sz="1575" b="0">
                <a:solidFill>
                  <a:srgbClr val="616773"/>
                </a:solidFill>
                <a:latin typeface="Malgun Gothic"/>
                <a:ea typeface="Malgun Gothic"/>
                <a:cs typeface="Malgun Gothic"/>
              </a:defRPr>
            </a:lvl5pPr>
            <a:lvl6pPr algn="l">
              <a:defRPr sz="1575" b="0">
                <a:solidFill>
                  <a:srgbClr val="616773"/>
                </a:solidFill>
                <a:latin typeface="Malgun Gothic"/>
                <a:ea typeface="Malgun Gothic"/>
                <a:cs typeface="Malgun Gothic"/>
              </a:defRPr>
            </a:lvl6pPr>
            <a:lvl7pPr algn="l">
              <a:defRPr sz="1575" b="0">
                <a:solidFill>
                  <a:srgbClr val="616773"/>
                </a:solidFill>
                <a:latin typeface="Malgun Gothic"/>
                <a:ea typeface="Malgun Gothic"/>
                <a:cs typeface="Malgun Gothic"/>
              </a:defRPr>
            </a:lvl7pPr>
            <a:lvl8pPr algn="l">
              <a:defRPr sz="1575" b="0">
                <a:solidFill>
                  <a:srgbClr val="616773"/>
                </a:solidFill>
                <a:latin typeface="Malgun Gothic"/>
                <a:ea typeface="Malgun Gothic"/>
                <a:cs typeface="Malgun Gothic"/>
              </a:defRPr>
            </a:lvl8pPr>
            <a:lvl9pPr algn="l">
              <a:defRPr sz="1575" b="0">
                <a:solidFill>
                  <a:srgbClr val="616773"/>
                </a:solidFill>
                <a:latin typeface="Malgun Gothic"/>
                <a:ea typeface="Malgun Gothic"/>
                <a:cs typeface="Malgun Gothic"/>
              </a:defRPr>
            </a:lvl9pPr>
          </a:lstStyle>
          <a:p>
            <a:pPr algn="l">
              <a:defRPr sz="1575" b="0">
                <a:solidFill>
                  <a:srgbClr val="616773"/>
                </a:solidFill>
                <a:latin typeface="Malgun Gothic"/>
                <a:ea typeface="Malgun Gothic"/>
                <a:cs typeface="Malgun Gothic"/>
              </a:defRPr>
            </a:pPr>
            <a:r>
              <a:rPr sz="1575" b="0">
                <a:solidFill>
                  <a:srgbClr val="616773"/>
                </a:solidFill>
                <a:latin typeface="Malgun Gothic"/>
                <a:ea typeface="Malgun Gothic"/>
                <a:cs typeface="Malgun Gothic"/>
              </a:rPr>
              <a:t>검산한 자료만 기획안 근거로 사용하고 외부 문안에는 공개 가능한 조건만 넣습니다.</a:t>
            </a:r>
          </a:p>
        </p:txBody>
      </p:sp>
      <p:sp>
        <p:nvSpPr>
          <p:cNvPr id="4" name="session1-315">
            <a:extLst>
              <a:ext uri="{FF2B5EF4-FFF2-40B4-BE49-F238E27FC236}">
                <a16:creationId xmlns:a16="http://schemas.microsoft.com/office/drawing/2014/main" id="{43FA624B-2C99-48B7-B31C-FC156E69E3A8}"/>
              </a:ext>
            </a:extLst>
          </p:cNvPr>
          <p:cNvSpPr>
            <a:spLocks noGrp="1"/>
          </p:cNvSpPr>
          <p:nvPr/>
        </p:nvSpPr>
        <p:spPr>
          <a:xfrm>
            <a:off x="590550" y="6477000"/>
            <a:ext cx="2857500" cy="180975"/>
          </a:xfrm>
          <a:prstGeom prst="rect">
            <a:avLst/>
          </a:prstGeom>
          <a:noFill/>
          <a:ln w="0">
            <a:noFill/>
          </a:ln>
        </p:spPr>
        <p:txBody>
          <a:bodyPr wrap="square" lIns="0" tIns="0" rIns="0" bIns="0" anchor="t">
            <a:noAutofit/>
          </a:bodyPr>
          <a:lstStyle>
            <a:defPPr algn="l">
              <a:defRPr sz="900" b="0">
                <a:solidFill>
                  <a:srgbClr val="616773"/>
                </a:solidFill>
                <a:latin typeface="Malgun Gothic"/>
                <a:ea typeface="Malgun Gothic"/>
                <a:cs typeface="Malgun Gothic"/>
              </a:defRPr>
            </a:defPPr>
            <a:lvl1pPr algn="l">
              <a:defRPr sz="900" b="0">
                <a:solidFill>
                  <a:srgbClr val="616773"/>
                </a:solidFill>
                <a:latin typeface="Malgun Gothic"/>
                <a:ea typeface="Malgun Gothic"/>
                <a:cs typeface="Malgun Gothic"/>
              </a:defRPr>
            </a:lvl1pPr>
            <a:lvl2pPr algn="l">
              <a:defRPr sz="900" b="0">
                <a:solidFill>
                  <a:srgbClr val="616773"/>
                </a:solidFill>
                <a:latin typeface="Malgun Gothic"/>
                <a:ea typeface="Malgun Gothic"/>
                <a:cs typeface="Malgun Gothic"/>
              </a:defRPr>
            </a:lvl2pPr>
            <a:lvl3pPr algn="l">
              <a:defRPr sz="900" b="0">
                <a:solidFill>
                  <a:srgbClr val="616773"/>
                </a:solidFill>
                <a:latin typeface="Malgun Gothic"/>
                <a:ea typeface="Malgun Gothic"/>
                <a:cs typeface="Malgun Gothic"/>
              </a:defRPr>
            </a:lvl3pPr>
            <a:lvl4pPr algn="l">
              <a:defRPr sz="900" b="0">
                <a:solidFill>
                  <a:srgbClr val="616773"/>
                </a:solidFill>
                <a:latin typeface="Malgun Gothic"/>
                <a:ea typeface="Malgun Gothic"/>
                <a:cs typeface="Malgun Gothic"/>
              </a:defRPr>
            </a:lvl4pPr>
            <a:lvl5pPr algn="l">
              <a:defRPr sz="900" b="0">
                <a:solidFill>
                  <a:srgbClr val="616773"/>
                </a:solidFill>
                <a:latin typeface="Malgun Gothic"/>
                <a:ea typeface="Malgun Gothic"/>
                <a:cs typeface="Malgun Gothic"/>
              </a:defRPr>
            </a:lvl5pPr>
            <a:lvl6pPr algn="l">
              <a:defRPr sz="900" b="0">
                <a:solidFill>
                  <a:srgbClr val="616773"/>
                </a:solidFill>
                <a:latin typeface="Malgun Gothic"/>
                <a:ea typeface="Malgun Gothic"/>
                <a:cs typeface="Malgun Gothic"/>
              </a:defRPr>
            </a:lvl6pPr>
            <a:lvl7pPr algn="l">
              <a:defRPr sz="900" b="0">
                <a:solidFill>
                  <a:srgbClr val="616773"/>
                </a:solidFill>
                <a:latin typeface="Malgun Gothic"/>
                <a:ea typeface="Malgun Gothic"/>
                <a:cs typeface="Malgun Gothic"/>
              </a:defRPr>
            </a:lvl7pPr>
            <a:lvl8pPr algn="l">
              <a:defRPr sz="900" b="0">
                <a:solidFill>
                  <a:srgbClr val="616773"/>
                </a:solidFill>
                <a:latin typeface="Malgun Gothic"/>
                <a:ea typeface="Malgun Gothic"/>
                <a:cs typeface="Malgun Gothic"/>
              </a:defRPr>
            </a:lvl8pPr>
            <a:lvl9pPr algn="l">
              <a:defRPr sz="900" b="0">
                <a:solidFill>
                  <a:srgbClr val="616773"/>
                </a:solidFill>
                <a:latin typeface="Malgun Gothic"/>
                <a:ea typeface="Malgun Gothic"/>
                <a:cs typeface="Malgun Gothic"/>
              </a:defRPr>
            </a:lvl9pPr>
          </a:lstStyle>
          <a:p>
            <a:pPr algn="l">
              <a:defRPr sz="900" b="0">
                <a:solidFill>
                  <a:srgbClr val="616773"/>
                </a:solidFill>
                <a:latin typeface="Malgun Gothic"/>
                <a:ea typeface="Malgun Gothic"/>
                <a:cs typeface="Malgun Gothic"/>
              </a:defRPr>
            </a:pPr>
            <a:r>
              <a:rPr sz="900" b="0">
                <a:solidFill>
                  <a:srgbClr val="616773"/>
                </a:solidFill>
                <a:latin typeface="Malgun Gothic"/>
                <a:ea typeface="Malgun Gothic"/>
                <a:cs typeface="Malgun Gothic"/>
              </a:rPr>
              <a:t>An Eun Kyoung</a:t>
            </a:r>
          </a:p>
        </p:txBody>
      </p:sp>
      <p:sp>
        <p:nvSpPr>
          <p:cNvPr id="5" name="session1-316">
            <a:extLst>
              <a:ext uri="{FF2B5EF4-FFF2-40B4-BE49-F238E27FC236}">
                <a16:creationId xmlns:a16="http://schemas.microsoft.com/office/drawing/2014/main" id="{FDC4D399-D0C2-482D-B883-B560A181AA26}"/>
              </a:ext>
            </a:extLst>
          </p:cNvPr>
          <p:cNvSpPr>
            <a:spLocks noGrp="1"/>
          </p:cNvSpPr>
          <p:nvPr/>
        </p:nvSpPr>
        <p:spPr>
          <a:xfrm>
            <a:off x="11144250" y="6438900"/>
            <a:ext cx="457200" cy="228600"/>
          </a:xfrm>
          <a:prstGeom prst="rect">
            <a:avLst/>
          </a:prstGeom>
          <a:noFill/>
          <a:ln w="0">
            <a:noFill/>
          </a:ln>
        </p:spPr>
        <p:txBody>
          <a:bodyPr wrap="square" lIns="0" tIns="0" rIns="0" bIns="0" anchor="t">
            <a:noAutofit/>
          </a:bodyPr>
          <a:lstStyle>
            <a:defPPr algn="r">
              <a:defRPr sz="1050" b="1">
                <a:solidFill>
                  <a:srgbClr val="101456"/>
                </a:solidFill>
                <a:latin typeface="Malgun Gothic"/>
                <a:ea typeface="Malgun Gothic"/>
                <a:cs typeface="Malgun Gothic"/>
              </a:defRPr>
            </a:defPPr>
            <a:lvl1pPr algn="r">
              <a:defRPr sz="1050" b="1">
                <a:solidFill>
                  <a:srgbClr val="101456"/>
                </a:solidFill>
                <a:latin typeface="Malgun Gothic"/>
                <a:ea typeface="Malgun Gothic"/>
                <a:cs typeface="Malgun Gothic"/>
              </a:defRPr>
            </a:lvl1pPr>
            <a:lvl2pPr algn="r">
              <a:defRPr sz="1050" b="1">
                <a:solidFill>
                  <a:srgbClr val="101456"/>
                </a:solidFill>
                <a:latin typeface="Malgun Gothic"/>
                <a:ea typeface="Malgun Gothic"/>
                <a:cs typeface="Malgun Gothic"/>
              </a:defRPr>
            </a:lvl2pPr>
            <a:lvl3pPr algn="r">
              <a:defRPr sz="1050" b="1">
                <a:solidFill>
                  <a:srgbClr val="101456"/>
                </a:solidFill>
                <a:latin typeface="Malgun Gothic"/>
                <a:ea typeface="Malgun Gothic"/>
                <a:cs typeface="Malgun Gothic"/>
              </a:defRPr>
            </a:lvl3pPr>
            <a:lvl4pPr algn="r">
              <a:defRPr sz="1050" b="1">
                <a:solidFill>
                  <a:srgbClr val="101456"/>
                </a:solidFill>
                <a:latin typeface="Malgun Gothic"/>
                <a:ea typeface="Malgun Gothic"/>
                <a:cs typeface="Malgun Gothic"/>
              </a:defRPr>
            </a:lvl4pPr>
            <a:lvl5pPr algn="r">
              <a:defRPr sz="1050" b="1">
                <a:solidFill>
                  <a:srgbClr val="101456"/>
                </a:solidFill>
                <a:latin typeface="Malgun Gothic"/>
                <a:ea typeface="Malgun Gothic"/>
                <a:cs typeface="Malgun Gothic"/>
              </a:defRPr>
            </a:lvl5pPr>
            <a:lvl6pPr algn="r">
              <a:defRPr sz="1050" b="1">
                <a:solidFill>
                  <a:srgbClr val="101456"/>
                </a:solidFill>
                <a:latin typeface="Malgun Gothic"/>
                <a:ea typeface="Malgun Gothic"/>
                <a:cs typeface="Malgun Gothic"/>
              </a:defRPr>
            </a:lvl6pPr>
            <a:lvl7pPr algn="r">
              <a:defRPr sz="1050" b="1">
                <a:solidFill>
                  <a:srgbClr val="101456"/>
                </a:solidFill>
                <a:latin typeface="Malgun Gothic"/>
                <a:ea typeface="Malgun Gothic"/>
                <a:cs typeface="Malgun Gothic"/>
              </a:defRPr>
            </a:lvl7pPr>
            <a:lvl8pPr algn="r">
              <a:defRPr sz="1050" b="1">
                <a:solidFill>
                  <a:srgbClr val="101456"/>
                </a:solidFill>
                <a:latin typeface="Malgun Gothic"/>
                <a:ea typeface="Malgun Gothic"/>
                <a:cs typeface="Malgun Gothic"/>
              </a:defRPr>
            </a:lvl8pPr>
            <a:lvl9pPr algn="r">
              <a:defRPr sz="1050" b="1">
                <a:solidFill>
                  <a:srgbClr val="101456"/>
                </a:solidFill>
                <a:latin typeface="Malgun Gothic"/>
                <a:ea typeface="Malgun Gothic"/>
                <a:cs typeface="Malgun Gothic"/>
              </a:defRPr>
            </a:lvl9pPr>
          </a:lstStyle>
          <a:p>
            <a:pPr algn="r">
              <a:defRPr sz="1050" b="1">
                <a:solidFill>
                  <a:srgbClr val="101456"/>
                </a:solidFill>
                <a:latin typeface="Malgun Gothic"/>
                <a:ea typeface="Malgun Gothic"/>
                <a:cs typeface="Malgun Gothic"/>
              </a:defRPr>
            </a:pPr>
            <a:r>
              <a:rPr sz="1050" b="1">
                <a:solidFill>
                  <a:srgbClr val="101456"/>
                </a:solidFill>
                <a:latin typeface="Malgun Gothic"/>
                <a:ea typeface="Malgun Gothic"/>
                <a:cs typeface="Malgun Gothic"/>
              </a:rPr>
              <a:t>12</a:t>
            </a:r>
          </a:p>
        </p:txBody>
      </p:sp>
      <p:graphicFrame>
        <p:nvGraphicFramePr>
          <p:cNvPr id="6" name="Chart">
            <a:extLst>
              <a:ext uri="{FF2B5EF4-FFF2-40B4-BE49-F238E27FC236}">
                <a16:creationId xmlns:a16="http://schemas.microsoft.com/office/drawing/2014/main" id="{4E459B94-EBEF-4941-8D19-E4E9C7459A5F}"/>
              </a:ext>
            </a:extLst>
          </p:cNvPr>
          <p:cNvGraphicFramePr/>
          <p:nvPr/>
        </p:nvGraphicFramePr>
        <p:xfrm>
          <a:off x="590550" y="2133600"/>
          <a:ext cx="5648325" cy="2428875"/>
        </p:xfrm>
        <a:graphic>
          <a:graphicData uri="http://schemas.openxmlformats.org/drawingml/2006/chart">
            <c:chart xmlns:c="http://schemas.openxmlformats.org/drawingml/2006/chart" xmlns:r="http://schemas.openxmlformats.org/officeDocument/2006/relationships" r:id="rId3"/>
          </a:graphicData>
        </a:graphic>
      </p:graphicFrame>
      <p:sp>
        <p:nvSpPr>
          <p:cNvPr id="7" name="session1-317">
            <a:extLst>
              <a:ext uri="{FF2B5EF4-FFF2-40B4-BE49-F238E27FC236}">
                <a16:creationId xmlns:a16="http://schemas.microsoft.com/office/drawing/2014/main" id="{645F9C9D-6A7B-4C55-98C4-E480E96BF57D}"/>
              </a:ext>
            </a:extLst>
          </p:cNvPr>
          <p:cNvSpPr>
            <a:spLocks noGrp="1"/>
          </p:cNvSpPr>
          <p:nvPr/>
        </p:nvSpPr>
        <p:spPr>
          <a:xfrm>
            <a:off x="619125" y="1895475"/>
            <a:ext cx="5476875" cy="285750"/>
          </a:xfrm>
          <a:prstGeom prst="rect">
            <a:avLst/>
          </a:prstGeom>
          <a:noFill/>
          <a:ln w="0">
            <a:noFill/>
          </a:ln>
        </p:spPr>
        <p:txBody>
          <a:bodyPr wrap="square" lIns="0" tIns="0" rIns="0" bIns="0" anchor="t">
            <a:noAutofit/>
          </a:bodyPr>
          <a:lstStyle>
            <a:defPPr algn="l">
              <a:defRPr sz="1575" b="1">
                <a:solidFill>
                  <a:srgbClr val="213EDB"/>
                </a:solidFill>
                <a:latin typeface="Malgun Gothic"/>
                <a:ea typeface="Malgun Gothic"/>
                <a:cs typeface="Malgun Gothic"/>
              </a:defRPr>
            </a:defPPr>
            <a:lvl1pPr algn="l">
              <a:defRPr sz="1575" b="1">
                <a:solidFill>
                  <a:srgbClr val="213EDB"/>
                </a:solidFill>
                <a:latin typeface="Malgun Gothic"/>
                <a:ea typeface="Malgun Gothic"/>
                <a:cs typeface="Malgun Gothic"/>
              </a:defRPr>
            </a:lvl1pPr>
            <a:lvl2pPr algn="l">
              <a:defRPr sz="1575" b="1">
                <a:solidFill>
                  <a:srgbClr val="213EDB"/>
                </a:solidFill>
                <a:latin typeface="Malgun Gothic"/>
                <a:ea typeface="Malgun Gothic"/>
                <a:cs typeface="Malgun Gothic"/>
              </a:defRPr>
            </a:lvl2pPr>
            <a:lvl3pPr algn="l">
              <a:defRPr sz="1575" b="1">
                <a:solidFill>
                  <a:srgbClr val="213EDB"/>
                </a:solidFill>
                <a:latin typeface="Malgun Gothic"/>
                <a:ea typeface="Malgun Gothic"/>
                <a:cs typeface="Malgun Gothic"/>
              </a:defRPr>
            </a:lvl3pPr>
            <a:lvl4pPr algn="l">
              <a:defRPr sz="1575" b="1">
                <a:solidFill>
                  <a:srgbClr val="213EDB"/>
                </a:solidFill>
                <a:latin typeface="Malgun Gothic"/>
                <a:ea typeface="Malgun Gothic"/>
                <a:cs typeface="Malgun Gothic"/>
              </a:defRPr>
            </a:lvl4pPr>
            <a:lvl5pPr algn="l">
              <a:defRPr sz="1575" b="1">
                <a:solidFill>
                  <a:srgbClr val="213EDB"/>
                </a:solidFill>
                <a:latin typeface="Malgun Gothic"/>
                <a:ea typeface="Malgun Gothic"/>
                <a:cs typeface="Malgun Gothic"/>
              </a:defRPr>
            </a:lvl5pPr>
            <a:lvl6pPr algn="l">
              <a:defRPr sz="1575" b="1">
                <a:solidFill>
                  <a:srgbClr val="213EDB"/>
                </a:solidFill>
                <a:latin typeface="Malgun Gothic"/>
                <a:ea typeface="Malgun Gothic"/>
                <a:cs typeface="Malgun Gothic"/>
              </a:defRPr>
            </a:lvl6pPr>
            <a:lvl7pPr algn="l">
              <a:defRPr sz="1575" b="1">
                <a:solidFill>
                  <a:srgbClr val="213EDB"/>
                </a:solidFill>
                <a:latin typeface="Malgun Gothic"/>
                <a:ea typeface="Malgun Gothic"/>
                <a:cs typeface="Malgun Gothic"/>
              </a:defRPr>
            </a:lvl7pPr>
            <a:lvl8pPr algn="l">
              <a:defRPr sz="1575" b="1">
                <a:solidFill>
                  <a:srgbClr val="213EDB"/>
                </a:solidFill>
                <a:latin typeface="Malgun Gothic"/>
                <a:ea typeface="Malgun Gothic"/>
                <a:cs typeface="Malgun Gothic"/>
              </a:defRPr>
            </a:lvl8pPr>
            <a:lvl9pPr algn="l">
              <a:defRPr sz="1575" b="1">
                <a:solidFill>
                  <a:srgbClr val="213EDB"/>
                </a:solidFill>
                <a:latin typeface="Malgun Gothic"/>
                <a:ea typeface="Malgun Gothic"/>
                <a:cs typeface="Malgun Gothic"/>
              </a:defRPr>
            </a:lvl9pPr>
          </a:lstStyle>
          <a:p>
            <a:pPr algn="l">
              <a:defRPr sz="1575" b="1">
                <a:solidFill>
                  <a:srgbClr val="213EDB"/>
                </a:solidFill>
                <a:latin typeface="Malgun Gothic"/>
                <a:ea typeface="Malgun Gothic"/>
                <a:cs typeface="Malgun Gothic"/>
              </a:defRPr>
            </a:pPr>
            <a:r>
              <a:rPr sz="1575" b="1">
                <a:solidFill>
                  <a:srgbClr val="213EDB"/>
                </a:solidFill>
                <a:latin typeface="Malgun Gothic"/>
                <a:ea typeface="Malgun Gothic"/>
                <a:cs typeface="Malgun Gothic"/>
              </a:rPr>
              <a:t>품목별 재고와 기준 (개)</a:t>
            </a:r>
          </a:p>
        </p:txBody>
      </p:sp>
      <p:sp>
        <p:nvSpPr>
          <p:cNvPr id="8" name="session1-318">
            <a:extLst>
              <a:ext uri="{FF2B5EF4-FFF2-40B4-BE49-F238E27FC236}">
                <a16:creationId xmlns:a16="http://schemas.microsoft.com/office/drawing/2014/main" id="{99D1A360-9BD6-4B80-9EA0-CB59C00030DE}"/>
              </a:ext>
            </a:extLst>
          </p:cNvPr>
          <p:cNvSpPr>
            <a:spLocks noGrp="1"/>
          </p:cNvSpPr>
          <p:nvPr/>
        </p:nvSpPr>
        <p:spPr>
          <a:xfrm>
            <a:off x="6848475" y="2085975"/>
            <a:ext cx="4733925" cy="447675"/>
          </a:xfrm>
          <a:prstGeom prst="rect">
            <a:avLst/>
          </a:prstGeom>
          <a:noFill/>
          <a:ln w="0">
            <a:noFill/>
          </a:ln>
        </p:spPr>
        <p:txBody>
          <a:bodyPr wrap="square" lIns="0" tIns="0" rIns="0" bIns="0" anchor="t">
            <a:noAutofit/>
          </a:bodyPr>
          <a:lstStyle>
            <a:defPPr algn="l">
              <a:defRPr sz="2250" b="1">
                <a:solidFill>
                  <a:srgbClr val="213EDB"/>
                </a:solidFill>
                <a:latin typeface="Malgun Gothic"/>
                <a:ea typeface="Malgun Gothic"/>
                <a:cs typeface="Malgun Gothic"/>
              </a:defRPr>
            </a:defPPr>
            <a:lvl1pPr algn="l">
              <a:defRPr sz="2250" b="1">
                <a:solidFill>
                  <a:srgbClr val="213EDB"/>
                </a:solidFill>
                <a:latin typeface="Malgun Gothic"/>
                <a:ea typeface="Malgun Gothic"/>
                <a:cs typeface="Malgun Gothic"/>
              </a:defRPr>
            </a:lvl1pPr>
            <a:lvl2pPr algn="l">
              <a:defRPr sz="2250" b="1">
                <a:solidFill>
                  <a:srgbClr val="213EDB"/>
                </a:solidFill>
                <a:latin typeface="Malgun Gothic"/>
                <a:ea typeface="Malgun Gothic"/>
                <a:cs typeface="Malgun Gothic"/>
              </a:defRPr>
            </a:lvl2pPr>
            <a:lvl3pPr algn="l">
              <a:defRPr sz="2250" b="1">
                <a:solidFill>
                  <a:srgbClr val="213EDB"/>
                </a:solidFill>
                <a:latin typeface="Malgun Gothic"/>
                <a:ea typeface="Malgun Gothic"/>
                <a:cs typeface="Malgun Gothic"/>
              </a:defRPr>
            </a:lvl3pPr>
            <a:lvl4pPr algn="l">
              <a:defRPr sz="2250" b="1">
                <a:solidFill>
                  <a:srgbClr val="213EDB"/>
                </a:solidFill>
                <a:latin typeface="Malgun Gothic"/>
                <a:ea typeface="Malgun Gothic"/>
                <a:cs typeface="Malgun Gothic"/>
              </a:defRPr>
            </a:lvl4pPr>
            <a:lvl5pPr algn="l">
              <a:defRPr sz="2250" b="1">
                <a:solidFill>
                  <a:srgbClr val="213EDB"/>
                </a:solidFill>
                <a:latin typeface="Malgun Gothic"/>
                <a:ea typeface="Malgun Gothic"/>
                <a:cs typeface="Malgun Gothic"/>
              </a:defRPr>
            </a:lvl5pPr>
            <a:lvl6pPr algn="l">
              <a:defRPr sz="2250" b="1">
                <a:solidFill>
                  <a:srgbClr val="213EDB"/>
                </a:solidFill>
                <a:latin typeface="Malgun Gothic"/>
                <a:ea typeface="Malgun Gothic"/>
                <a:cs typeface="Malgun Gothic"/>
              </a:defRPr>
            </a:lvl6pPr>
            <a:lvl7pPr algn="l">
              <a:defRPr sz="2250" b="1">
                <a:solidFill>
                  <a:srgbClr val="213EDB"/>
                </a:solidFill>
                <a:latin typeface="Malgun Gothic"/>
                <a:ea typeface="Malgun Gothic"/>
                <a:cs typeface="Malgun Gothic"/>
              </a:defRPr>
            </a:lvl7pPr>
            <a:lvl8pPr algn="l">
              <a:defRPr sz="2250" b="1">
                <a:solidFill>
                  <a:srgbClr val="213EDB"/>
                </a:solidFill>
                <a:latin typeface="Malgun Gothic"/>
                <a:ea typeface="Malgun Gothic"/>
                <a:cs typeface="Malgun Gothic"/>
              </a:defRPr>
            </a:lvl8pPr>
            <a:lvl9pPr algn="l">
              <a:defRPr sz="2250" b="1">
                <a:solidFill>
                  <a:srgbClr val="213EDB"/>
                </a:solidFill>
                <a:latin typeface="Malgun Gothic"/>
                <a:ea typeface="Malgun Gothic"/>
                <a:cs typeface="Malgun Gothic"/>
              </a:defRPr>
            </a:lvl9pPr>
          </a:lstStyle>
          <a:p>
            <a:pPr algn="l">
              <a:defRPr sz="2250" b="1">
                <a:solidFill>
                  <a:srgbClr val="213EDB"/>
                </a:solidFill>
                <a:latin typeface="Malgun Gothic"/>
                <a:ea typeface="Malgun Gothic"/>
                <a:cs typeface="Malgun Gothic"/>
              </a:defRPr>
            </a:pPr>
            <a:r>
              <a:rPr sz="2250" b="1">
                <a:solidFill>
                  <a:srgbClr val="213EDB"/>
                </a:solidFill>
                <a:latin typeface="Malgun Gothic"/>
                <a:ea typeface="Malgun Gothic"/>
                <a:cs typeface="Malgun Gothic"/>
              </a:rPr>
              <a:t>발주 검토 2품목</a:t>
            </a:r>
          </a:p>
        </p:txBody>
      </p:sp>
      <p:sp>
        <p:nvSpPr>
          <p:cNvPr id="9" name="session1-319">
            <a:extLst>
              <a:ext uri="{FF2B5EF4-FFF2-40B4-BE49-F238E27FC236}">
                <a16:creationId xmlns:a16="http://schemas.microsoft.com/office/drawing/2014/main" id="{24F36D25-A8ED-46BC-814D-C882D3043D07}"/>
              </a:ext>
            </a:extLst>
          </p:cNvPr>
          <p:cNvSpPr>
            <a:spLocks noGrp="1"/>
          </p:cNvSpPr>
          <p:nvPr/>
        </p:nvSpPr>
        <p:spPr>
          <a:xfrm>
            <a:off x="6858000" y="2628900"/>
            <a:ext cx="4724400" cy="390525"/>
          </a:xfrm>
          <a:prstGeom prst="rect">
            <a:avLst/>
          </a:prstGeom>
          <a:noFill/>
          <a:ln w="0">
            <a:noFill/>
          </a:ln>
        </p:spPr>
        <p:txBody>
          <a:bodyPr wrap="square" lIns="0" tIns="0" rIns="0" bIns="0" anchor="t">
            <a:noAutofit/>
          </a:bodyPr>
          <a:lstStyle>
            <a:defPPr algn="l">
              <a:defRPr sz="1650" b="1">
                <a:solidFill>
                  <a:srgbClr val="101456"/>
                </a:solidFill>
                <a:latin typeface="Malgun Gothic"/>
                <a:ea typeface="Malgun Gothic"/>
                <a:cs typeface="Malgun Gothic"/>
              </a:defRPr>
            </a:defPPr>
            <a:lvl1pPr algn="l">
              <a:defRPr sz="1650" b="1">
                <a:solidFill>
                  <a:srgbClr val="101456"/>
                </a:solidFill>
                <a:latin typeface="Malgun Gothic"/>
                <a:ea typeface="Malgun Gothic"/>
                <a:cs typeface="Malgun Gothic"/>
              </a:defRPr>
            </a:lvl1pPr>
            <a:lvl2pPr algn="l">
              <a:defRPr sz="1650" b="1">
                <a:solidFill>
                  <a:srgbClr val="101456"/>
                </a:solidFill>
                <a:latin typeface="Malgun Gothic"/>
                <a:ea typeface="Malgun Gothic"/>
                <a:cs typeface="Malgun Gothic"/>
              </a:defRPr>
            </a:lvl2pPr>
            <a:lvl3pPr algn="l">
              <a:defRPr sz="1650" b="1">
                <a:solidFill>
                  <a:srgbClr val="101456"/>
                </a:solidFill>
                <a:latin typeface="Malgun Gothic"/>
                <a:ea typeface="Malgun Gothic"/>
                <a:cs typeface="Malgun Gothic"/>
              </a:defRPr>
            </a:lvl3pPr>
            <a:lvl4pPr algn="l">
              <a:defRPr sz="1650" b="1">
                <a:solidFill>
                  <a:srgbClr val="101456"/>
                </a:solidFill>
                <a:latin typeface="Malgun Gothic"/>
                <a:ea typeface="Malgun Gothic"/>
                <a:cs typeface="Malgun Gothic"/>
              </a:defRPr>
            </a:lvl4pPr>
            <a:lvl5pPr algn="l">
              <a:defRPr sz="1650" b="1">
                <a:solidFill>
                  <a:srgbClr val="101456"/>
                </a:solidFill>
                <a:latin typeface="Malgun Gothic"/>
                <a:ea typeface="Malgun Gothic"/>
                <a:cs typeface="Malgun Gothic"/>
              </a:defRPr>
            </a:lvl5pPr>
            <a:lvl6pPr algn="l">
              <a:defRPr sz="1650" b="1">
                <a:solidFill>
                  <a:srgbClr val="101456"/>
                </a:solidFill>
                <a:latin typeface="Malgun Gothic"/>
                <a:ea typeface="Malgun Gothic"/>
                <a:cs typeface="Malgun Gothic"/>
              </a:defRPr>
            </a:lvl6pPr>
            <a:lvl7pPr algn="l">
              <a:defRPr sz="1650" b="1">
                <a:solidFill>
                  <a:srgbClr val="101456"/>
                </a:solidFill>
                <a:latin typeface="Malgun Gothic"/>
                <a:ea typeface="Malgun Gothic"/>
                <a:cs typeface="Malgun Gothic"/>
              </a:defRPr>
            </a:lvl7pPr>
            <a:lvl8pPr algn="l">
              <a:defRPr sz="1650" b="1">
                <a:solidFill>
                  <a:srgbClr val="101456"/>
                </a:solidFill>
                <a:latin typeface="Malgun Gothic"/>
                <a:ea typeface="Malgun Gothic"/>
                <a:cs typeface="Malgun Gothic"/>
              </a:defRPr>
            </a:lvl8pPr>
            <a:lvl9pPr algn="l">
              <a:defRPr sz="1650" b="1">
                <a:solidFill>
                  <a:srgbClr val="101456"/>
                </a:solidFill>
                <a:latin typeface="Malgun Gothic"/>
                <a:ea typeface="Malgun Gothic"/>
                <a:cs typeface="Malgun Gothic"/>
              </a:defRPr>
            </a:lvl9pPr>
          </a:lstStyle>
          <a:p>
            <a:pPr algn="l">
              <a:defRPr sz="1650" b="1">
                <a:solidFill>
                  <a:srgbClr val="101456"/>
                </a:solidFill>
                <a:latin typeface="Malgun Gothic"/>
                <a:ea typeface="Malgun Gothic"/>
                <a:cs typeface="Malgun Gothic"/>
              </a:defRPr>
            </a:pPr>
            <a:r>
              <a:rPr sz="1650" b="1">
                <a:solidFill>
                  <a:srgbClr val="101456"/>
                </a:solidFill>
                <a:latin typeface="Malgun Gothic"/>
                <a:ea typeface="Malgun Gothic"/>
                <a:cs typeface="Malgun Gothic"/>
              </a:rPr>
              <a:t>용기 300≤420개 / 봉투 150≤180개</a:t>
            </a:r>
          </a:p>
        </p:txBody>
      </p:sp>
      <p:sp>
        <p:nvSpPr>
          <p:cNvPr id="10" name="session1-320">
            <a:extLst>
              <a:ext uri="{FF2B5EF4-FFF2-40B4-BE49-F238E27FC236}">
                <a16:creationId xmlns:a16="http://schemas.microsoft.com/office/drawing/2014/main" id="{4D4247C7-55C8-4E0C-91E4-34935FA2E7DE}"/>
              </a:ext>
            </a:extLst>
          </p:cNvPr>
          <p:cNvSpPr>
            <a:spLocks noGrp="1"/>
          </p:cNvSpPr>
          <p:nvPr/>
        </p:nvSpPr>
        <p:spPr>
          <a:xfrm>
            <a:off x="6858000" y="3209925"/>
            <a:ext cx="4667250" cy="323850"/>
          </a:xfrm>
          <a:prstGeom prst="rect">
            <a:avLst/>
          </a:prstGeom>
          <a:noFill/>
          <a:ln w="0">
            <a:noFill/>
          </a:ln>
        </p:spPr>
        <p:txBody>
          <a:bodyPr wrap="square" lIns="0" tIns="0" rIns="0" bIns="0" anchor="t">
            <a:noAutofit/>
          </a:bodyPr>
          <a:lstStyle>
            <a:defPPr algn="l">
              <a:defRPr sz="1800" b="1">
                <a:solidFill>
                  <a:srgbClr val="15171C"/>
                </a:solidFill>
                <a:latin typeface="Malgun Gothic"/>
                <a:ea typeface="Malgun Gothic"/>
                <a:cs typeface="Malgun Gothic"/>
              </a:defRPr>
            </a:defPPr>
            <a:lvl1pPr algn="l">
              <a:defRPr sz="1800" b="1">
                <a:solidFill>
                  <a:srgbClr val="15171C"/>
                </a:solidFill>
                <a:latin typeface="Malgun Gothic"/>
                <a:ea typeface="Malgun Gothic"/>
                <a:cs typeface="Malgun Gothic"/>
              </a:defRPr>
            </a:lvl1pPr>
            <a:lvl2pPr algn="l">
              <a:defRPr sz="1800" b="1">
                <a:solidFill>
                  <a:srgbClr val="15171C"/>
                </a:solidFill>
                <a:latin typeface="Malgun Gothic"/>
                <a:ea typeface="Malgun Gothic"/>
                <a:cs typeface="Malgun Gothic"/>
              </a:defRPr>
            </a:lvl2pPr>
            <a:lvl3pPr algn="l">
              <a:defRPr sz="1800" b="1">
                <a:solidFill>
                  <a:srgbClr val="15171C"/>
                </a:solidFill>
                <a:latin typeface="Malgun Gothic"/>
                <a:ea typeface="Malgun Gothic"/>
                <a:cs typeface="Malgun Gothic"/>
              </a:defRPr>
            </a:lvl3pPr>
            <a:lvl4pPr algn="l">
              <a:defRPr sz="1800" b="1">
                <a:solidFill>
                  <a:srgbClr val="15171C"/>
                </a:solidFill>
                <a:latin typeface="Malgun Gothic"/>
                <a:ea typeface="Malgun Gothic"/>
                <a:cs typeface="Malgun Gothic"/>
              </a:defRPr>
            </a:lvl4pPr>
            <a:lvl5pPr algn="l">
              <a:defRPr sz="1800" b="1">
                <a:solidFill>
                  <a:srgbClr val="15171C"/>
                </a:solidFill>
                <a:latin typeface="Malgun Gothic"/>
                <a:ea typeface="Malgun Gothic"/>
                <a:cs typeface="Malgun Gothic"/>
              </a:defRPr>
            </a:lvl5pPr>
            <a:lvl6pPr algn="l">
              <a:defRPr sz="1800" b="1">
                <a:solidFill>
                  <a:srgbClr val="15171C"/>
                </a:solidFill>
                <a:latin typeface="Malgun Gothic"/>
                <a:ea typeface="Malgun Gothic"/>
                <a:cs typeface="Malgun Gothic"/>
              </a:defRPr>
            </a:lvl6pPr>
            <a:lvl7pPr algn="l">
              <a:defRPr sz="1800" b="1">
                <a:solidFill>
                  <a:srgbClr val="15171C"/>
                </a:solidFill>
                <a:latin typeface="Malgun Gothic"/>
                <a:ea typeface="Malgun Gothic"/>
                <a:cs typeface="Malgun Gothic"/>
              </a:defRPr>
            </a:lvl7pPr>
            <a:lvl8pPr algn="l">
              <a:defRPr sz="1800" b="1">
                <a:solidFill>
                  <a:srgbClr val="15171C"/>
                </a:solidFill>
                <a:latin typeface="Malgun Gothic"/>
                <a:ea typeface="Malgun Gothic"/>
                <a:cs typeface="Malgun Gothic"/>
              </a:defRPr>
            </a:lvl8pPr>
            <a:lvl9pPr algn="l">
              <a:defRPr sz="1800" b="1">
                <a:solidFill>
                  <a:srgbClr val="15171C"/>
                </a:solidFill>
                <a:latin typeface="Malgun Gothic"/>
                <a:ea typeface="Malgun Gothic"/>
                <a:cs typeface="Malgun Gothic"/>
              </a:defRPr>
            </a:lvl9pPr>
          </a:lstStyle>
          <a:p>
            <a:pPr algn="l">
              <a:defRPr sz="1800" b="1">
                <a:solidFill>
                  <a:srgbClr val="15171C"/>
                </a:solidFill>
                <a:latin typeface="Malgun Gothic"/>
                <a:ea typeface="Malgun Gothic"/>
                <a:cs typeface="Malgun Gothic"/>
              </a:defRPr>
            </a:pPr>
            <a:r>
              <a:rPr sz="1800" b="1">
                <a:solidFill>
                  <a:srgbClr val="15171C"/>
                </a:solidFill>
                <a:latin typeface="Malgun Gothic"/>
                <a:ea typeface="Malgun Gothic"/>
                <a:cs typeface="Malgun Gothic"/>
              </a:rPr>
              <a:t>한 장 기획안의 제안</a:t>
            </a:r>
          </a:p>
        </p:txBody>
      </p:sp>
      <p:sp>
        <p:nvSpPr>
          <p:cNvPr id="11" name="session1-321">
            <a:extLst>
              <a:ext uri="{FF2B5EF4-FFF2-40B4-BE49-F238E27FC236}">
                <a16:creationId xmlns:a16="http://schemas.microsoft.com/office/drawing/2014/main" id="{EA908CA5-CBA8-4E39-81A0-3946BA075FF5}"/>
              </a:ext>
            </a:extLst>
          </p:cNvPr>
          <p:cNvSpPr>
            <a:spLocks noGrp="1"/>
          </p:cNvSpPr>
          <p:nvPr/>
        </p:nvSpPr>
        <p:spPr>
          <a:xfrm>
            <a:off x="6858000" y="3686175"/>
            <a:ext cx="4724400" cy="752475"/>
          </a:xfrm>
          <a:prstGeom prst="rect">
            <a:avLst/>
          </a:prstGeom>
          <a:noFill/>
          <a:ln w="0">
            <a:noFill/>
          </a:ln>
        </p:spPr>
        <p:txBody>
          <a:bodyPr wrap="square" lIns="0" tIns="0" rIns="0" bIns="0" anchor="t">
            <a:noAutofit/>
          </a:bodyPr>
          <a:lstStyle>
            <a:defPPr algn="l">
              <a:defRPr sz="1650" b="0">
                <a:solidFill>
                  <a:srgbClr val="15171C"/>
                </a:solidFill>
                <a:latin typeface="Malgun Gothic"/>
                <a:ea typeface="Malgun Gothic"/>
                <a:cs typeface="Malgun Gothic"/>
              </a:defRPr>
            </a:defPPr>
            <a:lvl1pPr algn="l">
              <a:defRPr sz="1650" b="0">
                <a:solidFill>
                  <a:srgbClr val="15171C"/>
                </a:solidFill>
                <a:latin typeface="Malgun Gothic"/>
                <a:ea typeface="Malgun Gothic"/>
                <a:cs typeface="Malgun Gothic"/>
              </a:defRPr>
            </a:lvl1pPr>
            <a:lvl2pPr algn="l">
              <a:defRPr sz="1650" b="0">
                <a:solidFill>
                  <a:srgbClr val="15171C"/>
                </a:solidFill>
                <a:latin typeface="Malgun Gothic"/>
                <a:ea typeface="Malgun Gothic"/>
                <a:cs typeface="Malgun Gothic"/>
              </a:defRPr>
            </a:lvl2pPr>
            <a:lvl3pPr algn="l">
              <a:defRPr sz="1650" b="0">
                <a:solidFill>
                  <a:srgbClr val="15171C"/>
                </a:solidFill>
                <a:latin typeface="Malgun Gothic"/>
                <a:ea typeface="Malgun Gothic"/>
                <a:cs typeface="Malgun Gothic"/>
              </a:defRPr>
            </a:lvl3pPr>
            <a:lvl4pPr algn="l">
              <a:defRPr sz="1650" b="0">
                <a:solidFill>
                  <a:srgbClr val="15171C"/>
                </a:solidFill>
                <a:latin typeface="Malgun Gothic"/>
                <a:ea typeface="Malgun Gothic"/>
                <a:cs typeface="Malgun Gothic"/>
              </a:defRPr>
            </a:lvl4pPr>
            <a:lvl5pPr algn="l">
              <a:defRPr sz="1650" b="0">
                <a:solidFill>
                  <a:srgbClr val="15171C"/>
                </a:solidFill>
                <a:latin typeface="Malgun Gothic"/>
                <a:ea typeface="Malgun Gothic"/>
                <a:cs typeface="Malgun Gothic"/>
              </a:defRPr>
            </a:lvl5pPr>
            <a:lvl6pPr algn="l">
              <a:defRPr sz="1650" b="0">
                <a:solidFill>
                  <a:srgbClr val="15171C"/>
                </a:solidFill>
                <a:latin typeface="Malgun Gothic"/>
                <a:ea typeface="Malgun Gothic"/>
                <a:cs typeface="Malgun Gothic"/>
              </a:defRPr>
            </a:lvl6pPr>
            <a:lvl7pPr algn="l">
              <a:defRPr sz="1650" b="0">
                <a:solidFill>
                  <a:srgbClr val="15171C"/>
                </a:solidFill>
                <a:latin typeface="Malgun Gothic"/>
                <a:ea typeface="Malgun Gothic"/>
                <a:cs typeface="Malgun Gothic"/>
              </a:defRPr>
            </a:lvl7pPr>
            <a:lvl8pPr algn="l">
              <a:defRPr sz="1650" b="0">
                <a:solidFill>
                  <a:srgbClr val="15171C"/>
                </a:solidFill>
                <a:latin typeface="Malgun Gothic"/>
                <a:ea typeface="Malgun Gothic"/>
                <a:cs typeface="Malgun Gothic"/>
              </a:defRPr>
            </a:lvl8pPr>
            <a:lvl9pPr algn="l">
              <a:defRPr sz="1650" b="0">
                <a:solidFill>
                  <a:srgbClr val="15171C"/>
                </a:solidFill>
                <a:latin typeface="Malgun Gothic"/>
                <a:ea typeface="Malgun Gothic"/>
                <a:cs typeface="Malgun Gothic"/>
              </a:defRPr>
            </a:lvl9pPr>
          </a:lstStyle>
          <a:p>
            <a:pPr algn="l">
              <a:defRPr sz="1650" b="0">
                <a:solidFill>
                  <a:srgbClr val="15171C"/>
                </a:solidFill>
                <a:latin typeface="Malgun Gothic"/>
                <a:ea typeface="Malgun Gothic"/>
                <a:cs typeface="Malgun Gothic"/>
              </a:defRPr>
            </a:pPr>
            <a:r>
              <a:rPr sz="1650" b="0">
                <a:solidFill>
                  <a:srgbClr val="15171C"/>
                </a:solidFill>
                <a:latin typeface="Malgun Gothic"/>
                <a:ea typeface="Malgun Gothic"/>
                <a:cs typeface="Malgun Gothic"/>
              </a:rPr>
              <a:t>입고예정·최소주문량·공급일을 확인해</a:t>
            </a:r>
          </a:p>
          <a:p>
            <a:pPr algn="l">
              <a:defRPr sz="1650" b="0">
                <a:solidFill>
                  <a:srgbClr val="15171C"/>
                </a:solidFill>
                <a:latin typeface="Malgun Gothic"/>
                <a:ea typeface="Malgun Gothic"/>
                <a:cs typeface="Malgun Gothic"/>
              </a:defRPr>
            </a:pPr>
            <a:r>
              <a:rPr sz="1650" b="0">
                <a:solidFill>
                  <a:srgbClr val="15171C"/>
                </a:solidFill>
                <a:latin typeface="Malgun Gothic"/>
                <a:ea typeface="Malgun Gothic"/>
                <a:cs typeface="Malgun Gothic"/>
              </a:rPr>
              <a:t>담당자가 발주 여부와 수량 결정</a:t>
            </a:r>
          </a:p>
        </p:txBody>
      </p:sp>
      <p:sp>
        <p:nvSpPr>
          <p:cNvPr id="12" name="session1-322">
            <a:extLst>
              <a:ext uri="{FF2B5EF4-FFF2-40B4-BE49-F238E27FC236}">
                <a16:creationId xmlns:a16="http://schemas.microsoft.com/office/drawing/2014/main" id="{3C590AD0-A35D-497D-8597-0739FA4A2AB7}"/>
              </a:ext>
            </a:extLst>
          </p:cNvPr>
          <p:cNvSpPr>
            <a:spLocks noGrp="1"/>
          </p:cNvSpPr>
          <p:nvPr/>
        </p:nvSpPr>
        <p:spPr>
          <a:xfrm>
            <a:off x="609600" y="4810125"/>
            <a:ext cx="10953750" cy="295275"/>
          </a:xfrm>
          <a:prstGeom prst="rect">
            <a:avLst/>
          </a:prstGeom>
          <a:noFill/>
          <a:ln w="0">
            <a:noFill/>
          </a:ln>
        </p:spPr>
        <p:txBody>
          <a:bodyPr wrap="square" lIns="0" tIns="0" rIns="0" bIns="0" anchor="t">
            <a:noAutofit/>
          </a:bodyPr>
          <a:lstStyle>
            <a:defPPr algn="l">
              <a:defRPr sz="1725" b="1">
                <a:solidFill>
                  <a:srgbClr val="213EDB"/>
                </a:solidFill>
                <a:latin typeface="Malgun Gothic"/>
                <a:ea typeface="Malgun Gothic"/>
                <a:cs typeface="Malgun Gothic"/>
              </a:defRPr>
            </a:defPPr>
            <a:lvl1pPr algn="l">
              <a:defRPr sz="1725" b="1">
                <a:solidFill>
                  <a:srgbClr val="213EDB"/>
                </a:solidFill>
                <a:latin typeface="Malgun Gothic"/>
                <a:ea typeface="Malgun Gothic"/>
                <a:cs typeface="Malgun Gothic"/>
              </a:defRPr>
            </a:lvl1pPr>
            <a:lvl2pPr algn="l">
              <a:defRPr sz="1725" b="1">
                <a:solidFill>
                  <a:srgbClr val="213EDB"/>
                </a:solidFill>
                <a:latin typeface="Malgun Gothic"/>
                <a:ea typeface="Malgun Gothic"/>
                <a:cs typeface="Malgun Gothic"/>
              </a:defRPr>
            </a:lvl2pPr>
            <a:lvl3pPr algn="l">
              <a:defRPr sz="1725" b="1">
                <a:solidFill>
                  <a:srgbClr val="213EDB"/>
                </a:solidFill>
                <a:latin typeface="Malgun Gothic"/>
                <a:ea typeface="Malgun Gothic"/>
                <a:cs typeface="Malgun Gothic"/>
              </a:defRPr>
            </a:lvl3pPr>
            <a:lvl4pPr algn="l">
              <a:defRPr sz="1725" b="1">
                <a:solidFill>
                  <a:srgbClr val="213EDB"/>
                </a:solidFill>
                <a:latin typeface="Malgun Gothic"/>
                <a:ea typeface="Malgun Gothic"/>
                <a:cs typeface="Malgun Gothic"/>
              </a:defRPr>
            </a:lvl4pPr>
            <a:lvl5pPr algn="l">
              <a:defRPr sz="1725" b="1">
                <a:solidFill>
                  <a:srgbClr val="213EDB"/>
                </a:solidFill>
                <a:latin typeface="Malgun Gothic"/>
                <a:ea typeface="Malgun Gothic"/>
                <a:cs typeface="Malgun Gothic"/>
              </a:defRPr>
            </a:lvl5pPr>
            <a:lvl6pPr algn="l">
              <a:defRPr sz="1725" b="1">
                <a:solidFill>
                  <a:srgbClr val="213EDB"/>
                </a:solidFill>
                <a:latin typeface="Malgun Gothic"/>
                <a:ea typeface="Malgun Gothic"/>
                <a:cs typeface="Malgun Gothic"/>
              </a:defRPr>
            </a:lvl6pPr>
            <a:lvl7pPr algn="l">
              <a:defRPr sz="1725" b="1">
                <a:solidFill>
                  <a:srgbClr val="213EDB"/>
                </a:solidFill>
                <a:latin typeface="Malgun Gothic"/>
                <a:ea typeface="Malgun Gothic"/>
                <a:cs typeface="Malgun Gothic"/>
              </a:defRPr>
            </a:lvl7pPr>
            <a:lvl8pPr algn="l">
              <a:defRPr sz="1725" b="1">
                <a:solidFill>
                  <a:srgbClr val="213EDB"/>
                </a:solidFill>
                <a:latin typeface="Malgun Gothic"/>
                <a:ea typeface="Malgun Gothic"/>
                <a:cs typeface="Malgun Gothic"/>
              </a:defRPr>
            </a:lvl8pPr>
            <a:lvl9pPr algn="l">
              <a:defRPr sz="1725" b="1">
                <a:solidFill>
                  <a:srgbClr val="213EDB"/>
                </a:solidFill>
                <a:latin typeface="Malgun Gothic"/>
                <a:ea typeface="Malgun Gothic"/>
                <a:cs typeface="Malgun Gothic"/>
              </a:defRPr>
            </a:lvl9pPr>
          </a:lstStyle>
          <a:p>
            <a:pPr algn="l">
              <a:defRPr sz="1725" b="1">
                <a:solidFill>
                  <a:srgbClr val="213EDB"/>
                </a:solidFill>
                <a:latin typeface="Malgun Gothic"/>
                <a:ea typeface="Malgun Gothic"/>
                <a:cs typeface="Malgun Gothic"/>
              </a:defRPr>
            </a:pPr>
            <a:r>
              <a:rPr sz="1725" b="1">
                <a:solidFill>
                  <a:srgbClr val="213EDB"/>
                </a:solidFill>
                <a:latin typeface="Malgun Gothic"/>
                <a:ea typeface="Malgun Gothic"/>
                <a:cs typeface="Malgun Gothic"/>
              </a:rPr>
              <a:t>외부 카드뉴스 4장 구성 예시</a:t>
            </a:r>
          </a:p>
        </p:txBody>
      </p:sp>
      <p:sp>
        <p:nvSpPr>
          <p:cNvPr id="13" name="session1-323">
            <a:extLst>
              <a:ext uri="{FF2B5EF4-FFF2-40B4-BE49-F238E27FC236}">
                <a16:creationId xmlns:a16="http://schemas.microsoft.com/office/drawing/2014/main" id="{D8CD6A1A-73DA-4865-8C52-F7F7385D2F9A}"/>
              </a:ext>
            </a:extLst>
          </p:cNvPr>
          <p:cNvSpPr>
            <a:spLocks noGrp="1"/>
          </p:cNvSpPr>
          <p:nvPr/>
        </p:nvSpPr>
        <p:spPr>
          <a:xfrm>
            <a:off x="590550" y="5248275"/>
            <a:ext cx="2533650" cy="742950"/>
          </a:xfrm>
          <a:prstGeom prst="rect">
            <a:avLst/>
          </a:prstGeom>
          <a:solidFill>
            <a:srgbClr val="213EDB"/>
          </a:solidFill>
          <a:ln w="0">
            <a:noFill/>
          </a:ln>
        </p:spPr>
        <p:txBody>
          <a:bodyPr/>
          <a:lstStyle/>
          <a:p>
            <a:endParaRPr lang="ko-KR" altLang="en-US"/>
          </a:p>
        </p:txBody>
      </p:sp>
      <p:sp>
        <p:nvSpPr>
          <p:cNvPr id="14" name="session1-324">
            <a:extLst>
              <a:ext uri="{FF2B5EF4-FFF2-40B4-BE49-F238E27FC236}">
                <a16:creationId xmlns:a16="http://schemas.microsoft.com/office/drawing/2014/main" id="{9DE1CD14-6C70-43AA-9FC1-4D6D2CB39598}"/>
              </a:ext>
            </a:extLst>
          </p:cNvPr>
          <p:cNvSpPr>
            <a:spLocks noGrp="1"/>
          </p:cNvSpPr>
          <p:nvPr/>
        </p:nvSpPr>
        <p:spPr>
          <a:xfrm>
            <a:off x="752475" y="5457825"/>
            <a:ext cx="2200275" cy="304800"/>
          </a:xfrm>
          <a:prstGeom prst="rect">
            <a:avLst/>
          </a:prstGeom>
          <a:noFill/>
          <a:ln w="0">
            <a:noFill/>
          </a:ln>
        </p:spPr>
        <p:txBody>
          <a:bodyPr wrap="square" lIns="0" tIns="0" rIns="0" bIns="0" anchor="t">
            <a:noAutofit/>
          </a:bodyPr>
          <a:lstStyle>
            <a:defPPr algn="l">
              <a:defRPr sz="1575" b="1">
                <a:solidFill>
                  <a:srgbClr val="FFFFFF"/>
                </a:solidFill>
                <a:latin typeface="Malgun Gothic"/>
                <a:ea typeface="Malgun Gothic"/>
                <a:cs typeface="Malgun Gothic"/>
              </a:defRPr>
            </a:defPPr>
            <a:lvl1pPr algn="l">
              <a:defRPr sz="1575" b="1">
                <a:solidFill>
                  <a:srgbClr val="FFFFFF"/>
                </a:solidFill>
                <a:latin typeface="Malgun Gothic"/>
                <a:ea typeface="Malgun Gothic"/>
                <a:cs typeface="Malgun Gothic"/>
              </a:defRPr>
            </a:lvl1pPr>
            <a:lvl2pPr algn="l">
              <a:defRPr sz="1575" b="1">
                <a:solidFill>
                  <a:srgbClr val="FFFFFF"/>
                </a:solidFill>
                <a:latin typeface="Malgun Gothic"/>
                <a:ea typeface="Malgun Gothic"/>
                <a:cs typeface="Malgun Gothic"/>
              </a:defRPr>
            </a:lvl2pPr>
            <a:lvl3pPr algn="l">
              <a:defRPr sz="1575" b="1">
                <a:solidFill>
                  <a:srgbClr val="FFFFFF"/>
                </a:solidFill>
                <a:latin typeface="Malgun Gothic"/>
                <a:ea typeface="Malgun Gothic"/>
                <a:cs typeface="Malgun Gothic"/>
              </a:defRPr>
            </a:lvl3pPr>
            <a:lvl4pPr algn="l">
              <a:defRPr sz="1575" b="1">
                <a:solidFill>
                  <a:srgbClr val="FFFFFF"/>
                </a:solidFill>
                <a:latin typeface="Malgun Gothic"/>
                <a:ea typeface="Malgun Gothic"/>
                <a:cs typeface="Malgun Gothic"/>
              </a:defRPr>
            </a:lvl4pPr>
            <a:lvl5pPr algn="l">
              <a:defRPr sz="1575" b="1">
                <a:solidFill>
                  <a:srgbClr val="FFFFFF"/>
                </a:solidFill>
                <a:latin typeface="Malgun Gothic"/>
                <a:ea typeface="Malgun Gothic"/>
                <a:cs typeface="Malgun Gothic"/>
              </a:defRPr>
            </a:lvl5pPr>
            <a:lvl6pPr algn="l">
              <a:defRPr sz="1575" b="1">
                <a:solidFill>
                  <a:srgbClr val="FFFFFF"/>
                </a:solidFill>
                <a:latin typeface="Malgun Gothic"/>
                <a:ea typeface="Malgun Gothic"/>
                <a:cs typeface="Malgun Gothic"/>
              </a:defRPr>
            </a:lvl6pPr>
            <a:lvl7pPr algn="l">
              <a:defRPr sz="1575" b="1">
                <a:solidFill>
                  <a:srgbClr val="FFFFFF"/>
                </a:solidFill>
                <a:latin typeface="Malgun Gothic"/>
                <a:ea typeface="Malgun Gothic"/>
                <a:cs typeface="Malgun Gothic"/>
              </a:defRPr>
            </a:lvl7pPr>
            <a:lvl8pPr algn="l">
              <a:defRPr sz="1575" b="1">
                <a:solidFill>
                  <a:srgbClr val="FFFFFF"/>
                </a:solidFill>
                <a:latin typeface="Malgun Gothic"/>
                <a:ea typeface="Malgun Gothic"/>
                <a:cs typeface="Malgun Gothic"/>
              </a:defRPr>
            </a:lvl8pPr>
            <a:lvl9pPr algn="l">
              <a:defRPr sz="1575" b="1">
                <a:solidFill>
                  <a:srgbClr val="FFFFFF"/>
                </a:solidFill>
                <a:latin typeface="Malgun Gothic"/>
                <a:ea typeface="Malgun Gothic"/>
                <a:cs typeface="Malgun Gothic"/>
              </a:defRPr>
            </a:lvl9pPr>
          </a:lstStyle>
          <a:p>
            <a:pPr algn="l">
              <a:defRPr sz="1575" b="1">
                <a:solidFill>
                  <a:srgbClr val="FFFFFF"/>
                </a:solidFill>
                <a:latin typeface="Malgun Gothic"/>
                <a:ea typeface="Malgun Gothic"/>
                <a:cs typeface="Malgun Gothic"/>
              </a:defRPr>
            </a:pPr>
            <a:r>
              <a:rPr sz="1575" b="1">
                <a:solidFill>
                  <a:srgbClr val="FFFFFF"/>
                </a:solidFill>
                <a:latin typeface="Malgun Gothic"/>
                <a:ea typeface="Malgun Gothic"/>
                <a:cs typeface="Malgun Gothic"/>
              </a:rPr>
              <a:t>관심 · 용기 안내</a:t>
            </a:r>
          </a:p>
        </p:txBody>
      </p:sp>
      <p:sp>
        <p:nvSpPr>
          <p:cNvPr id="15" name="session1-325">
            <a:extLst>
              <a:ext uri="{FF2B5EF4-FFF2-40B4-BE49-F238E27FC236}">
                <a16:creationId xmlns:a16="http://schemas.microsoft.com/office/drawing/2014/main" id="{7137F8E8-69AB-43EB-8340-3555DC975863}"/>
              </a:ext>
            </a:extLst>
          </p:cNvPr>
          <p:cNvSpPr>
            <a:spLocks noGrp="1"/>
          </p:cNvSpPr>
          <p:nvPr/>
        </p:nvSpPr>
        <p:spPr>
          <a:xfrm>
            <a:off x="3381375" y="5248275"/>
            <a:ext cx="2533650" cy="742950"/>
          </a:xfrm>
          <a:prstGeom prst="rect">
            <a:avLst/>
          </a:prstGeom>
          <a:solidFill>
            <a:srgbClr val="F0F1F5"/>
          </a:solidFill>
          <a:ln w="0">
            <a:noFill/>
          </a:ln>
        </p:spPr>
        <p:txBody>
          <a:bodyPr/>
          <a:lstStyle/>
          <a:p>
            <a:endParaRPr lang="ko-KR" altLang="en-US"/>
          </a:p>
        </p:txBody>
      </p:sp>
      <p:sp>
        <p:nvSpPr>
          <p:cNvPr id="16" name="session1-326">
            <a:extLst>
              <a:ext uri="{FF2B5EF4-FFF2-40B4-BE49-F238E27FC236}">
                <a16:creationId xmlns:a16="http://schemas.microsoft.com/office/drawing/2014/main" id="{5EE294F9-44E9-46C1-B048-9B7E2FCE0A26}"/>
              </a:ext>
            </a:extLst>
          </p:cNvPr>
          <p:cNvSpPr>
            <a:spLocks noGrp="1"/>
          </p:cNvSpPr>
          <p:nvPr/>
        </p:nvSpPr>
        <p:spPr>
          <a:xfrm>
            <a:off x="3543300" y="5457825"/>
            <a:ext cx="2200275" cy="304800"/>
          </a:xfrm>
          <a:prstGeom prst="rect">
            <a:avLst/>
          </a:prstGeom>
          <a:noFill/>
          <a:ln w="0">
            <a:noFill/>
          </a:ln>
        </p:spPr>
        <p:txBody>
          <a:bodyPr wrap="square" lIns="0" tIns="0" rIns="0" bIns="0" anchor="t">
            <a:noAutofit/>
          </a:bodyPr>
          <a:lstStyle>
            <a:defPPr algn="l">
              <a:defRPr sz="1575" b="1">
                <a:solidFill>
                  <a:srgbClr val="101456"/>
                </a:solidFill>
                <a:latin typeface="Malgun Gothic"/>
                <a:ea typeface="Malgun Gothic"/>
                <a:cs typeface="Malgun Gothic"/>
              </a:defRPr>
            </a:defPPr>
            <a:lvl1pPr algn="l">
              <a:defRPr sz="1575" b="1">
                <a:solidFill>
                  <a:srgbClr val="101456"/>
                </a:solidFill>
                <a:latin typeface="Malgun Gothic"/>
                <a:ea typeface="Malgun Gothic"/>
                <a:cs typeface="Malgun Gothic"/>
              </a:defRPr>
            </a:lvl1pPr>
            <a:lvl2pPr algn="l">
              <a:defRPr sz="1575" b="1">
                <a:solidFill>
                  <a:srgbClr val="101456"/>
                </a:solidFill>
                <a:latin typeface="Malgun Gothic"/>
                <a:ea typeface="Malgun Gothic"/>
                <a:cs typeface="Malgun Gothic"/>
              </a:defRPr>
            </a:lvl2pPr>
            <a:lvl3pPr algn="l">
              <a:defRPr sz="1575" b="1">
                <a:solidFill>
                  <a:srgbClr val="101456"/>
                </a:solidFill>
                <a:latin typeface="Malgun Gothic"/>
                <a:ea typeface="Malgun Gothic"/>
                <a:cs typeface="Malgun Gothic"/>
              </a:defRPr>
            </a:lvl3pPr>
            <a:lvl4pPr algn="l">
              <a:defRPr sz="1575" b="1">
                <a:solidFill>
                  <a:srgbClr val="101456"/>
                </a:solidFill>
                <a:latin typeface="Malgun Gothic"/>
                <a:ea typeface="Malgun Gothic"/>
                <a:cs typeface="Malgun Gothic"/>
              </a:defRPr>
            </a:lvl4pPr>
            <a:lvl5pPr algn="l">
              <a:defRPr sz="1575" b="1">
                <a:solidFill>
                  <a:srgbClr val="101456"/>
                </a:solidFill>
                <a:latin typeface="Malgun Gothic"/>
                <a:ea typeface="Malgun Gothic"/>
                <a:cs typeface="Malgun Gothic"/>
              </a:defRPr>
            </a:lvl5pPr>
            <a:lvl6pPr algn="l">
              <a:defRPr sz="1575" b="1">
                <a:solidFill>
                  <a:srgbClr val="101456"/>
                </a:solidFill>
                <a:latin typeface="Malgun Gothic"/>
                <a:ea typeface="Malgun Gothic"/>
                <a:cs typeface="Malgun Gothic"/>
              </a:defRPr>
            </a:lvl6pPr>
            <a:lvl7pPr algn="l">
              <a:defRPr sz="1575" b="1">
                <a:solidFill>
                  <a:srgbClr val="101456"/>
                </a:solidFill>
                <a:latin typeface="Malgun Gothic"/>
                <a:ea typeface="Malgun Gothic"/>
                <a:cs typeface="Malgun Gothic"/>
              </a:defRPr>
            </a:lvl7pPr>
            <a:lvl8pPr algn="l">
              <a:defRPr sz="1575" b="1">
                <a:solidFill>
                  <a:srgbClr val="101456"/>
                </a:solidFill>
                <a:latin typeface="Malgun Gothic"/>
                <a:ea typeface="Malgun Gothic"/>
                <a:cs typeface="Malgun Gothic"/>
              </a:defRPr>
            </a:lvl8pPr>
            <a:lvl9pPr algn="l">
              <a:defRPr sz="1575" b="1">
                <a:solidFill>
                  <a:srgbClr val="101456"/>
                </a:solidFill>
                <a:latin typeface="Malgun Gothic"/>
                <a:ea typeface="Malgun Gothic"/>
                <a:cs typeface="Malgun Gothic"/>
              </a:defRPr>
            </a:lvl9pPr>
          </a:lstStyle>
          <a:p>
            <a:pPr algn="l">
              <a:defRPr sz="1575" b="1">
                <a:solidFill>
                  <a:srgbClr val="101456"/>
                </a:solidFill>
                <a:latin typeface="Malgun Gothic"/>
                <a:ea typeface="Malgun Gothic"/>
                <a:cs typeface="Malgun Gothic"/>
              </a:defRPr>
            </a:pPr>
            <a:r>
              <a:rPr sz="1575" b="1">
                <a:solidFill>
                  <a:srgbClr val="101456"/>
                </a:solidFill>
                <a:latin typeface="Malgun Gothic"/>
                <a:ea typeface="Malgun Gothic"/>
                <a:cs typeface="Malgun Gothic"/>
              </a:rPr>
              <a:t>규격 · 100개/박스</a:t>
            </a:r>
          </a:p>
        </p:txBody>
      </p:sp>
      <p:sp>
        <p:nvSpPr>
          <p:cNvPr id="17" name="session1-327">
            <a:extLst>
              <a:ext uri="{FF2B5EF4-FFF2-40B4-BE49-F238E27FC236}">
                <a16:creationId xmlns:a16="http://schemas.microsoft.com/office/drawing/2014/main" id="{A82AF9C9-A8CA-4E52-A3D4-7016700E959A}"/>
              </a:ext>
            </a:extLst>
          </p:cNvPr>
          <p:cNvSpPr>
            <a:spLocks noGrp="1"/>
          </p:cNvSpPr>
          <p:nvPr/>
        </p:nvSpPr>
        <p:spPr>
          <a:xfrm>
            <a:off x="6172200" y="5248275"/>
            <a:ext cx="2533650" cy="742950"/>
          </a:xfrm>
          <a:prstGeom prst="rect">
            <a:avLst/>
          </a:prstGeom>
          <a:solidFill>
            <a:srgbClr val="F0F1F5"/>
          </a:solidFill>
          <a:ln w="0">
            <a:noFill/>
          </a:ln>
        </p:spPr>
        <p:txBody>
          <a:bodyPr/>
          <a:lstStyle/>
          <a:p>
            <a:endParaRPr lang="ko-KR" altLang="en-US"/>
          </a:p>
        </p:txBody>
      </p:sp>
      <p:sp>
        <p:nvSpPr>
          <p:cNvPr id="18" name="session1-328">
            <a:extLst>
              <a:ext uri="{FF2B5EF4-FFF2-40B4-BE49-F238E27FC236}">
                <a16:creationId xmlns:a16="http://schemas.microsoft.com/office/drawing/2014/main" id="{7572D1A1-A65B-4EF4-BE1D-95FD3F7630C4}"/>
              </a:ext>
            </a:extLst>
          </p:cNvPr>
          <p:cNvSpPr>
            <a:spLocks noGrp="1"/>
          </p:cNvSpPr>
          <p:nvPr/>
        </p:nvSpPr>
        <p:spPr>
          <a:xfrm>
            <a:off x="6334125" y="5324475"/>
            <a:ext cx="2200275" cy="590550"/>
          </a:xfrm>
          <a:prstGeom prst="rect">
            <a:avLst/>
          </a:prstGeom>
          <a:noFill/>
          <a:ln w="0">
            <a:noFill/>
          </a:ln>
        </p:spPr>
        <p:txBody>
          <a:bodyPr wrap="square" lIns="0" tIns="0" rIns="0" bIns="0" anchor="t">
            <a:noAutofit/>
          </a:bodyPr>
          <a:lstStyle>
            <a:defPPr algn="l">
              <a:defRPr sz="1500" b="1">
                <a:solidFill>
                  <a:srgbClr val="101456"/>
                </a:solidFill>
                <a:latin typeface="Malgun Gothic"/>
                <a:ea typeface="Malgun Gothic"/>
                <a:cs typeface="Malgun Gothic"/>
              </a:defRPr>
            </a:defPPr>
            <a:lvl1pPr algn="l">
              <a:defRPr sz="1500" b="1">
                <a:solidFill>
                  <a:srgbClr val="101456"/>
                </a:solidFill>
                <a:latin typeface="Malgun Gothic"/>
                <a:ea typeface="Malgun Gothic"/>
                <a:cs typeface="Malgun Gothic"/>
              </a:defRPr>
            </a:lvl1pPr>
            <a:lvl2pPr algn="l">
              <a:defRPr sz="1500" b="1">
                <a:solidFill>
                  <a:srgbClr val="101456"/>
                </a:solidFill>
                <a:latin typeface="Malgun Gothic"/>
                <a:ea typeface="Malgun Gothic"/>
                <a:cs typeface="Malgun Gothic"/>
              </a:defRPr>
            </a:lvl2pPr>
            <a:lvl3pPr algn="l">
              <a:defRPr sz="1500" b="1">
                <a:solidFill>
                  <a:srgbClr val="101456"/>
                </a:solidFill>
                <a:latin typeface="Malgun Gothic"/>
                <a:ea typeface="Malgun Gothic"/>
                <a:cs typeface="Malgun Gothic"/>
              </a:defRPr>
            </a:lvl3pPr>
            <a:lvl4pPr algn="l">
              <a:defRPr sz="1500" b="1">
                <a:solidFill>
                  <a:srgbClr val="101456"/>
                </a:solidFill>
                <a:latin typeface="Malgun Gothic"/>
                <a:ea typeface="Malgun Gothic"/>
                <a:cs typeface="Malgun Gothic"/>
              </a:defRPr>
            </a:lvl4pPr>
            <a:lvl5pPr algn="l">
              <a:defRPr sz="1500" b="1">
                <a:solidFill>
                  <a:srgbClr val="101456"/>
                </a:solidFill>
                <a:latin typeface="Malgun Gothic"/>
                <a:ea typeface="Malgun Gothic"/>
                <a:cs typeface="Malgun Gothic"/>
              </a:defRPr>
            </a:lvl5pPr>
            <a:lvl6pPr algn="l">
              <a:defRPr sz="1500" b="1">
                <a:solidFill>
                  <a:srgbClr val="101456"/>
                </a:solidFill>
                <a:latin typeface="Malgun Gothic"/>
                <a:ea typeface="Malgun Gothic"/>
                <a:cs typeface="Malgun Gothic"/>
              </a:defRPr>
            </a:lvl6pPr>
            <a:lvl7pPr algn="l">
              <a:defRPr sz="1500" b="1">
                <a:solidFill>
                  <a:srgbClr val="101456"/>
                </a:solidFill>
                <a:latin typeface="Malgun Gothic"/>
                <a:ea typeface="Malgun Gothic"/>
                <a:cs typeface="Malgun Gothic"/>
              </a:defRPr>
            </a:lvl7pPr>
            <a:lvl8pPr algn="l">
              <a:defRPr sz="1500" b="1">
                <a:solidFill>
                  <a:srgbClr val="101456"/>
                </a:solidFill>
                <a:latin typeface="Malgun Gothic"/>
                <a:ea typeface="Malgun Gothic"/>
                <a:cs typeface="Malgun Gothic"/>
              </a:defRPr>
            </a:lvl8pPr>
            <a:lvl9pPr algn="l">
              <a:defRPr sz="1500" b="1">
                <a:solidFill>
                  <a:srgbClr val="101456"/>
                </a:solidFill>
                <a:latin typeface="Malgun Gothic"/>
                <a:ea typeface="Malgun Gothic"/>
                <a:cs typeface="Malgun Gothic"/>
              </a:defRPr>
            </a:lvl9pPr>
          </a:lstStyle>
          <a:p>
            <a:pPr algn="l">
              <a:defRPr sz="1500" b="1">
                <a:solidFill>
                  <a:srgbClr val="101456"/>
                </a:solidFill>
                <a:latin typeface="Malgun Gothic"/>
                <a:ea typeface="Malgun Gothic"/>
                <a:cs typeface="Malgun Gothic"/>
              </a:defRPr>
            </a:pPr>
            <a:r>
              <a:rPr sz="1500" b="1">
                <a:solidFill>
                  <a:srgbClr val="101456"/>
                </a:solidFill>
                <a:latin typeface="Malgun Gothic"/>
                <a:ea typeface="Malgun Gothic"/>
                <a:cs typeface="Malgun Gothic"/>
              </a:rPr>
              <a:t>22,000원</a:t>
            </a:r>
          </a:p>
          <a:p>
            <a:pPr algn="l">
              <a:defRPr sz="1500" b="1">
                <a:solidFill>
                  <a:srgbClr val="101456"/>
                </a:solidFill>
                <a:latin typeface="Malgun Gothic"/>
                <a:ea typeface="Malgun Gothic"/>
                <a:cs typeface="Malgun Gothic"/>
              </a:defRPr>
            </a:pPr>
            <a:r>
              <a:rPr sz="1500" b="1">
                <a:solidFill>
                  <a:srgbClr val="101456"/>
                </a:solidFill>
                <a:latin typeface="Malgun Gothic"/>
                <a:ea typeface="Malgun Gothic"/>
                <a:cs typeface="Malgun Gothic"/>
              </a:rPr>
              <a:t>부가세 별도</a:t>
            </a:r>
          </a:p>
        </p:txBody>
      </p:sp>
      <p:sp>
        <p:nvSpPr>
          <p:cNvPr id="19" name="session1-329">
            <a:extLst>
              <a:ext uri="{FF2B5EF4-FFF2-40B4-BE49-F238E27FC236}">
                <a16:creationId xmlns:a16="http://schemas.microsoft.com/office/drawing/2014/main" id="{C319E4A5-53E1-45FC-87B3-2748223B5667}"/>
              </a:ext>
            </a:extLst>
          </p:cNvPr>
          <p:cNvSpPr>
            <a:spLocks noGrp="1"/>
          </p:cNvSpPr>
          <p:nvPr/>
        </p:nvSpPr>
        <p:spPr>
          <a:xfrm>
            <a:off x="8963025" y="5248275"/>
            <a:ext cx="2533650" cy="742950"/>
          </a:xfrm>
          <a:prstGeom prst="rect">
            <a:avLst/>
          </a:prstGeom>
          <a:solidFill>
            <a:srgbClr val="101456"/>
          </a:solidFill>
          <a:ln w="0">
            <a:noFill/>
          </a:ln>
        </p:spPr>
        <p:txBody>
          <a:bodyPr/>
          <a:lstStyle/>
          <a:p>
            <a:endParaRPr lang="ko-KR" altLang="en-US"/>
          </a:p>
        </p:txBody>
      </p:sp>
      <p:sp>
        <p:nvSpPr>
          <p:cNvPr id="20" name="session1-330">
            <a:extLst>
              <a:ext uri="{FF2B5EF4-FFF2-40B4-BE49-F238E27FC236}">
                <a16:creationId xmlns:a16="http://schemas.microsoft.com/office/drawing/2014/main" id="{4235147D-17E5-4792-A4B5-491D8ECD28FB}"/>
              </a:ext>
            </a:extLst>
          </p:cNvPr>
          <p:cNvSpPr>
            <a:spLocks noGrp="1"/>
          </p:cNvSpPr>
          <p:nvPr/>
        </p:nvSpPr>
        <p:spPr>
          <a:xfrm>
            <a:off x="9124950" y="5457825"/>
            <a:ext cx="2200275" cy="304800"/>
          </a:xfrm>
          <a:prstGeom prst="rect">
            <a:avLst/>
          </a:prstGeom>
          <a:noFill/>
          <a:ln w="0">
            <a:noFill/>
          </a:ln>
        </p:spPr>
        <p:txBody>
          <a:bodyPr wrap="square" lIns="0" tIns="0" rIns="0" bIns="0" anchor="t">
            <a:noAutofit/>
          </a:bodyPr>
          <a:lstStyle>
            <a:defPPr algn="l">
              <a:defRPr sz="1575" b="1">
                <a:solidFill>
                  <a:srgbClr val="FFFFFF"/>
                </a:solidFill>
                <a:latin typeface="Malgun Gothic"/>
                <a:ea typeface="Malgun Gothic"/>
                <a:cs typeface="Malgun Gothic"/>
              </a:defRPr>
            </a:defPPr>
            <a:lvl1pPr algn="l">
              <a:defRPr sz="1575" b="1">
                <a:solidFill>
                  <a:srgbClr val="FFFFFF"/>
                </a:solidFill>
                <a:latin typeface="Malgun Gothic"/>
                <a:ea typeface="Malgun Gothic"/>
                <a:cs typeface="Malgun Gothic"/>
              </a:defRPr>
            </a:lvl1pPr>
            <a:lvl2pPr algn="l">
              <a:defRPr sz="1575" b="1">
                <a:solidFill>
                  <a:srgbClr val="FFFFFF"/>
                </a:solidFill>
                <a:latin typeface="Malgun Gothic"/>
                <a:ea typeface="Malgun Gothic"/>
                <a:cs typeface="Malgun Gothic"/>
              </a:defRPr>
            </a:lvl2pPr>
            <a:lvl3pPr algn="l">
              <a:defRPr sz="1575" b="1">
                <a:solidFill>
                  <a:srgbClr val="FFFFFF"/>
                </a:solidFill>
                <a:latin typeface="Malgun Gothic"/>
                <a:ea typeface="Malgun Gothic"/>
                <a:cs typeface="Malgun Gothic"/>
              </a:defRPr>
            </a:lvl3pPr>
            <a:lvl4pPr algn="l">
              <a:defRPr sz="1575" b="1">
                <a:solidFill>
                  <a:srgbClr val="FFFFFF"/>
                </a:solidFill>
                <a:latin typeface="Malgun Gothic"/>
                <a:ea typeface="Malgun Gothic"/>
                <a:cs typeface="Malgun Gothic"/>
              </a:defRPr>
            </a:lvl4pPr>
            <a:lvl5pPr algn="l">
              <a:defRPr sz="1575" b="1">
                <a:solidFill>
                  <a:srgbClr val="FFFFFF"/>
                </a:solidFill>
                <a:latin typeface="Malgun Gothic"/>
                <a:ea typeface="Malgun Gothic"/>
                <a:cs typeface="Malgun Gothic"/>
              </a:defRPr>
            </a:lvl5pPr>
            <a:lvl6pPr algn="l">
              <a:defRPr sz="1575" b="1">
                <a:solidFill>
                  <a:srgbClr val="FFFFFF"/>
                </a:solidFill>
                <a:latin typeface="Malgun Gothic"/>
                <a:ea typeface="Malgun Gothic"/>
                <a:cs typeface="Malgun Gothic"/>
              </a:defRPr>
            </a:lvl6pPr>
            <a:lvl7pPr algn="l">
              <a:defRPr sz="1575" b="1">
                <a:solidFill>
                  <a:srgbClr val="FFFFFF"/>
                </a:solidFill>
                <a:latin typeface="Malgun Gothic"/>
                <a:ea typeface="Malgun Gothic"/>
                <a:cs typeface="Malgun Gothic"/>
              </a:defRPr>
            </a:lvl7pPr>
            <a:lvl8pPr algn="l">
              <a:defRPr sz="1575" b="1">
                <a:solidFill>
                  <a:srgbClr val="FFFFFF"/>
                </a:solidFill>
                <a:latin typeface="Malgun Gothic"/>
                <a:ea typeface="Malgun Gothic"/>
                <a:cs typeface="Malgun Gothic"/>
              </a:defRPr>
            </a:lvl8pPr>
            <a:lvl9pPr algn="l">
              <a:defRPr sz="1575" b="1">
                <a:solidFill>
                  <a:srgbClr val="FFFFFF"/>
                </a:solidFill>
                <a:latin typeface="Malgun Gothic"/>
                <a:ea typeface="Malgun Gothic"/>
                <a:cs typeface="Malgun Gothic"/>
              </a:defRPr>
            </a:lvl9pPr>
          </a:lstStyle>
          <a:p>
            <a:pPr algn="l">
              <a:defRPr sz="1575" b="1">
                <a:solidFill>
                  <a:srgbClr val="FFFFFF"/>
                </a:solidFill>
                <a:latin typeface="Malgun Gothic"/>
                <a:ea typeface="Malgun Gothic"/>
                <a:cs typeface="Malgun Gothic"/>
              </a:defRPr>
            </a:pPr>
            <a:r>
              <a:rPr sz="1575" b="1">
                <a:solidFill>
                  <a:srgbClr val="FFFFFF"/>
                </a:solidFill>
                <a:latin typeface="Malgun Gothic"/>
                <a:ea typeface="Malgun Gothic"/>
                <a:cs typeface="Malgun Gothic"/>
              </a:rPr>
              <a:t>행동 · 납기 문의</a:t>
            </a:r>
          </a:p>
        </p:txBody>
      </p:sp>
      <p:sp>
        <p:nvSpPr>
          <p:cNvPr id="21" name="session1-331">
            <a:extLst>
              <a:ext uri="{FF2B5EF4-FFF2-40B4-BE49-F238E27FC236}">
                <a16:creationId xmlns:a16="http://schemas.microsoft.com/office/drawing/2014/main" id="{9646F7E0-3851-402B-BB52-703532B04356}"/>
              </a:ext>
            </a:extLst>
          </p:cNvPr>
          <p:cNvSpPr>
            <a:spLocks noGrp="1"/>
          </p:cNvSpPr>
          <p:nvPr/>
        </p:nvSpPr>
        <p:spPr>
          <a:xfrm>
            <a:off x="609600" y="6143625"/>
            <a:ext cx="10906125" cy="257175"/>
          </a:xfrm>
          <a:prstGeom prst="rect">
            <a:avLst/>
          </a:prstGeom>
          <a:noFill/>
          <a:ln w="0">
            <a:noFill/>
          </a:ln>
        </p:spPr>
        <p:txBody>
          <a:bodyPr wrap="square" lIns="0" tIns="0" rIns="0" bIns="0" anchor="t">
            <a:noAutofit/>
          </a:bodyPr>
          <a:lstStyle>
            <a:defPPr algn="l">
              <a:defRPr sz="1350" b="0">
                <a:solidFill>
                  <a:srgbClr val="616773"/>
                </a:solidFill>
                <a:latin typeface="Malgun Gothic"/>
                <a:ea typeface="Malgun Gothic"/>
                <a:cs typeface="Malgun Gothic"/>
              </a:defRPr>
            </a:defPPr>
            <a:lvl1pPr algn="l">
              <a:defRPr sz="1350" b="0">
                <a:solidFill>
                  <a:srgbClr val="616773"/>
                </a:solidFill>
                <a:latin typeface="Malgun Gothic"/>
                <a:ea typeface="Malgun Gothic"/>
                <a:cs typeface="Malgun Gothic"/>
              </a:defRPr>
            </a:lvl1pPr>
            <a:lvl2pPr algn="l">
              <a:defRPr sz="1350" b="0">
                <a:solidFill>
                  <a:srgbClr val="616773"/>
                </a:solidFill>
                <a:latin typeface="Malgun Gothic"/>
                <a:ea typeface="Malgun Gothic"/>
                <a:cs typeface="Malgun Gothic"/>
              </a:defRPr>
            </a:lvl2pPr>
            <a:lvl3pPr algn="l">
              <a:defRPr sz="1350" b="0">
                <a:solidFill>
                  <a:srgbClr val="616773"/>
                </a:solidFill>
                <a:latin typeface="Malgun Gothic"/>
                <a:ea typeface="Malgun Gothic"/>
                <a:cs typeface="Malgun Gothic"/>
              </a:defRPr>
            </a:lvl3pPr>
            <a:lvl4pPr algn="l">
              <a:defRPr sz="1350" b="0">
                <a:solidFill>
                  <a:srgbClr val="616773"/>
                </a:solidFill>
                <a:latin typeface="Malgun Gothic"/>
                <a:ea typeface="Malgun Gothic"/>
                <a:cs typeface="Malgun Gothic"/>
              </a:defRPr>
            </a:lvl4pPr>
            <a:lvl5pPr algn="l">
              <a:defRPr sz="1350" b="0">
                <a:solidFill>
                  <a:srgbClr val="616773"/>
                </a:solidFill>
                <a:latin typeface="Malgun Gothic"/>
                <a:ea typeface="Malgun Gothic"/>
                <a:cs typeface="Malgun Gothic"/>
              </a:defRPr>
            </a:lvl5pPr>
            <a:lvl6pPr algn="l">
              <a:defRPr sz="1350" b="0">
                <a:solidFill>
                  <a:srgbClr val="616773"/>
                </a:solidFill>
                <a:latin typeface="Malgun Gothic"/>
                <a:ea typeface="Malgun Gothic"/>
                <a:cs typeface="Malgun Gothic"/>
              </a:defRPr>
            </a:lvl6pPr>
            <a:lvl7pPr algn="l">
              <a:defRPr sz="1350" b="0">
                <a:solidFill>
                  <a:srgbClr val="616773"/>
                </a:solidFill>
                <a:latin typeface="Malgun Gothic"/>
                <a:ea typeface="Malgun Gothic"/>
                <a:cs typeface="Malgun Gothic"/>
              </a:defRPr>
            </a:lvl7pPr>
            <a:lvl8pPr algn="l">
              <a:defRPr sz="1350" b="0">
                <a:solidFill>
                  <a:srgbClr val="616773"/>
                </a:solidFill>
                <a:latin typeface="Malgun Gothic"/>
                <a:ea typeface="Malgun Gothic"/>
                <a:cs typeface="Malgun Gothic"/>
              </a:defRPr>
            </a:lvl8pPr>
            <a:lvl9pPr algn="l">
              <a:defRPr sz="1350" b="0">
                <a:solidFill>
                  <a:srgbClr val="616773"/>
                </a:solidFill>
                <a:latin typeface="Malgun Gothic"/>
                <a:ea typeface="Malgun Gothic"/>
                <a:cs typeface="Malgun Gothic"/>
              </a:defRPr>
            </a:lvl9pPr>
          </a:lstStyle>
          <a:p>
            <a:pPr algn="l">
              <a:defRPr sz="1350" b="0">
                <a:solidFill>
                  <a:srgbClr val="616773"/>
                </a:solidFill>
                <a:latin typeface="Malgun Gothic"/>
                <a:ea typeface="Malgun Gothic"/>
                <a:cs typeface="Malgun Gothic"/>
              </a:defRPr>
            </a:pPr>
            <a:r>
              <a:rPr sz="1350" b="0">
                <a:solidFill>
                  <a:srgbClr val="616773"/>
                </a:solidFill>
                <a:latin typeface="Malgun Gothic"/>
                <a:ea typeface="Malgun Gothic"/>
                <a:cs typeface="Malgun Gothic"/>
              </a:rPr>
              <a:t>내부 운영 수치는 외부 문안에 넣지 않습니다. 미확인 가격·일정·효능은 확인 필요로 남깁니다.</a:t>
            </a:r>
          </a:p>
        </p:txBody>
      </p:sp>
    </p:spTree>
    <p:extLst>
      <p:ext uri="{BB962C8B-B14F-4D97-AF65-F5344CB8AC3E}">
        <p14:creationId xmlns:p14="http://schemas.microsoft.com/office/powerpoint/2010/main" val="4141344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session1-332">
            <a:extLst>
              <a:ext uri="{FF2B5EF4-FFF2-40B4-BE49-F238E27FC236}">
                <a16:creationId xmlns:a16="http://schemas.microsoft.com/office/drawing/2014/main" id="{BE2F5F65-FD0C-40A8-B32C-6C2B86AD86BF}"/>
              </a:ext>
            </a:extLst>
          </p:cNvPr>
          <p:cNvSpPr>
            <a:spLocks noGrp="1"/>
          </p:cNvSpPr>
          <p:nvPr/>
        </p:nvSpPr>
        <p:spPr>
          <a:xfrm>
            <a:off x="590550" y="295275"/>
            <a:ext cx="9715500" cy="228600"/>
          </a:xfrm>
          <a:prstGeom prst="rect">
            <a:avLst/>
          </a:prstGeom>
          <a:noFill/>
          <a:ln w="0">
            <a:noFill/>
          </a:ln>
        </p:spPr>
        <p:txBody>
          <a:bodyPr wrap="square" lIns="0" tIns="0" rIns="0" bIns="0" anchor="t">
            <a:noAutofit/>
          </a:bodyPr>
          <a:lstStyle>
            <a:defPPr algn="l">
              <a:defRPr sz="1050" b="0">
                <a:solidFill>
                  <a:srgbClr val="616773"/>
                </a:solidFill>
                <a:latin typeface="Malgun Gothic"/>
                <a:ea typeface="Malgun Gothic"/>
                <a:cs typeface="Malgun Gothic"/>
              </a:defRPr>
            </a:defPPr>
            <a:lvl1pPr algn="l">
              <a:defRPr sz="1050" b="0">
                <a:solidFill>
                  <a:srgbClr val="616773"/>
                </a:solidFill>
                <a:latin typeface="Malgun Gothic"/>
                <a:ea typeface="Malgun Gothic"/>
                <a:cs typeface="Malgun Gothic"/>
              </a:defRPr>
            </a:lvl1pPr>
            <a:lvl2pPr algn="l">
              <a:defRPr sz="1050" b="0">
                <a:solidFill>
                  <a:srgbClr val="616773"/>
                </a:solidFill>
                <a:latin typeface="Malgun Gothic"/>
                <a:ea typeface="Malgun Gothic"/>
                <a:cs typeface="Malgun Gothic"/>
              </a:defRPr>
            </a:lvl2pPr>
            <a:lvl3pPr algn="l">
              <a:defRPr sz="1050" b="0">
                <a:solidFill>
                  <a:srgbClr val="616773"/>
                </a:solidFill>
                <a:latin typeface="Malgun Gothic"/>
                <a:ea typeface="Malgun Gothic"/>
                <a:cs typeface="Malgun Gothic"/>
              </a:defRPr>
            </a:lvl3pPr>
            <a:lvl4pPr algn="l">
              <a:defRPr sz="1050" b="0">
                <a:solidFill>
                  <a:srgbClr val="616773"/>
                </a:solidFill>
                <a:latin typeface="Malgun Gothic"/>
                <a:ea typeface="Malgun Gothic"/>
                <a:cs typeface="Malgun Gothic"/>
              </a:defRPr>
            </a:lvl4pPr>
            <a:lvl5pPr algn="l">
              <a:defRPr sz="1050" b="0">
                <a:solidFill>
                  <a:srgbClr val="616773"/>
                </a:solidFill>
                <a:latin typeface="Malgun Gothic"/>
                <a:ea typeface="Malgun Gothic"/>
                <a:cs typeface="Malgun Gothic"/>
              </a:defRPr>
            </a:lvl5pPr>
            <a:lvl6pPr algn="l">
              <a:defRPr sz="1050" b="0">
                <a:solidFill>
                  <a:srgbClr val="616773"/>
                </a:solidFill>
                <a:latin typeface="Malgun Gothic"/>
                <a:ea typeface="Malgun Gothic"/>
                <a:cs typeface="Malgun Gothic"/>
              </a:defRPr>
            </a:lvl6pPr>
            <a:lvl7pPr algn="l">
              <a:defRPr sz="1050" b="0">
                <a:solidFill>
                  <a:srgbClr val="616773"/>
                </a:solidFill>
                <a:latin typeface="Malgun Gothic"/>
                <a:ea typeface="Malgun Gothic"/>
                <a:cs typeface="Malgun Gothic"/>
              </a:defRPr>
            </a:lvl7pPr>
            <a:lvl8pPr algn="l">
              <a:defRPr sz="1050" b="0">
                <a:solidFill>
                  <a:srgbClr val="616773"/>
                </a:solidFill>
                <a:latin typeface="Malgun Gothic"/>
                <a:ea typeface="Malgun Gothic"/>
                <a:cs typeface="Malgun Gothic"/>
              </a:defRPr>
            </a:lvl8pPr>
            <a:lvl9pPr algn="l">
              <a:defRPr sz="1050" b="0">
                <a:solidFill>
                  <a:srgbClr val="616773"/>
                </a:solidFill>
                <a:latin typeface="Malgun Gothic"/>
                <a:ea typeface="Malgun Gothic"/>
                <a:cs typeface="Malgun Gothic"/>
              </a:defRPr>
            </a:lvl9pPr>
          </a:lstStyle>
          <a:p>
            <a:pPr algn="l">
              <a:defRPr sz="1050" b="0">
                <a:solidFill>
                  <a:srgbClr val="616773"/>
                </a:solidFill>
                <a:latin typeface="Malgun Gothic"/>
                <a:ea typeface="Malgun Gothic"/>
                <a:cs typeface="Malgun Gothic"/>
              </a:defRPr>
            </a:pPr>
            <a:r>
              <a:rPr sz="1050" b="0">
                <a:solidFill>
                  <a:srgbClr val="616773"/>
                </a:solidFill>
                <a:latin typeface="Malgun Gothic"/>
                <a:ea typeface="Malgun Gothic"/>
                <a:cs typeface="Malgun Gothic"/>
              </a:rPr>
              <a:t>블록 03 · 학습자 작성 양식</a:t>
            </a:r>
          </a:p>
        </p:txBody>
      </p:sp>
      <p:sp>
        <p:nvSpPr>
          <p:cNvPr id="2" name="session1-333">
            <a:extLst>
              <a:ext uri="{FF2B5EF4-FFF2-40B4-BE49-F238E27FC236}">
                <a16:creationId xmlns:a16="http://schemas.microsoft.com/office/drawing/2014/main" id="{4036A8BE-EBB7-4616-90C3-8EE07956497E}"/>
              </a:ext>
            </a:extLst>
          </p:cNvPr>
          <p:cNvSpPr>
            <a:spLocks noGrp="1"/>
          </p:cNvSpPr>
          <p:nvPr/>
        </p:nvSpPr>
        <p:spPr>
          <a:xfrm>
            <a:off x="571500" y="742950"/>
            <a:ext cx="11049000" cy="609600"/>
          </a:xfrm>
          <a:prstGeom prst="rect">
            <a:avLst/>
          </a:prstGeom>
          <a:noFill/>
          <a:ln w="0">
            <a:noFill/>
          </a:ln>
        </p:spPr>
        <p:txBody>
          <a:bodyPr wrap="square" lIns="0" tIns="0" rIns="0" bIns="0" anchor="t">
            <a:noAutofit/>
          </a:bodyPr>
          <a:lstStyle>
            <a:defPPr algn="l">
              <a:defRPr sz="3000" b="1">
                <a:solidFill>
                  <a:srgbClr val="15171C"/>
                </a:solidFill>
                <a:latin typeface="Malgun Gothic"/>
                <a:ea typeface="Malgun Gothic"/>
                <a:cs typeface="Malgun Gothic"/>
              </a:defRPr>
            </a:defPPr>
            <a:lvl1pPr algn="l">
              <a:defRPr sz="3000" b="1">
                <a:solidFill>
                  <a:srgbClr val="15171C"/>
                </a:solidFill>
                <a:latin typeface="Malgun Gothic"/>
                <a:ea typeface="Malgun Gothic"/>
                <a:cs typeface="Malgun Gothic"/>
              </a:defRPr>
            </a:lvl1pPr>
            <a:lvl2pPr algn="l">
              <a:defRPr sz="3000" b="1">
                <a:solidFill>
                  <a:srgbClr val="15171C"/>
                </a:solidFill>
                <a:latin typeface="Malgun Gothic"/>
                <a:ea typeface="Malgun Gothic"/>
                <a:cs typeface="Malgun Gothic"/>
              </a:defRPr>
            </a:lvl2pPr>
            <a:lvl3pPr algn="l">
              <a:defRPr sz="3000" b="1">
                <a:solidFill>
                  <a:srgbClr val="15171C"/>
                </a:solidFill>
                <a:latin typeface="Malgun Gothic"/>
                <a:ea typeface="Malgun Gothic"/>
                <a:cs typeface="Malgun Gothic"/>
              </a:defRPr>
            </a:lvl3pPr>
            <a:lvl4pPr algn="l">
              <a:defRPr sz="3000" b="1">
                <a:solidFill>
                  <a:srgbClr val="15171C"/>
                </a:solidFill>
                <a:latin typeface="Malgun Gothic"/>
                <a:ea typeface="Malgun Gothic"/>
                <a:cs typeface="Malgun Gothic"/>
              </a:defRPr>
            </a:lvl4pPr>
            <a:lvl5pPr algn="l">
              <a:defRPr sz="3000" b="1">
                <a:solidFill>
                  <a:srgbClr val="15171C"/>
                </a:solidFill>
                <a:latin typeface="Malgun Gothic"/>
                <a:ea typeface="Malgun Gothic"/>
                <a:cs typeface="Malgun Gothic"/>
              </a:defRPr>
            </a:lvl5pPr>
            <a:lvl6pPr algn="l">
              <a:defRPr sz="3000" b="1">
                <a:solidFill>
                  <a:srgbClr val="15171C"/>
                </a:solidFill>
                <a:latin typeface="Malgun Gothic"/>
                <a:ea typeface="Malgun Gothic"/>
                <a:cs typeface="Malgun Gothic"/>
              </a:defRPr>
            </a:lvl6pPr>
            <a:lvl7pPr algn="l">
              <a:defRPr sz="3000" b="1">
                <a:solidFill>
                  <a:srgbClr val="15171C"/>
                </a:solidFill>
                <a:latin typeface="Malgun Gothic"/>
                <a:ea typeface="Malgun Gothic"/>
                <a:cs typeface="Malgun Gothic"/>
              </a:defRPr>
            </a:lvl7pPr>
            <a:lvl8pPr algn="l">
              <a:defRPr sz="3000" b="1">
                <a:solidFill>
                  <a:srgbClr val="15171C"/>
                </a:solidFill>
                <a:latin typeface="Malgun Gothic"/>
                <a:ea typeface="Malgun Gothic"/>
                <a:cs typeface="Malgun Gothic"/>
              </a:defRPr>
            </a:lvl8pPr>
            <a:lvl9pPr algn="l">
              <a:defRPr sz="3000" b="1">
                <a:solidFill>
                  <a:srgbClr val="15171C"/>
                </a:solidFill>
                <a:latin typeface="Malgun Gothic"/>
                <a:ea typeface="Malgun Gothic"/>
                <a:cs typeface="Malgun Gothic"/>
              </a:defRPr>
            </a:lvl9pPr>
          </a:lstStyle>
          <a:p>
            <a:pPr algn="l">
              <a:defRPr sz="3000" b="1">
                <a:solidFill>
                  <a:srgbClr val="15171C"/>
                </a:solidFill>
                <a:latin typeface="Malgun Gothic"/>
                <a:ea typeface="Malgun Gothic"/>
                <a:cs typeface="Malgun Gothic"/>
              </a:defRPr>
            </a:pPr>
            <a:r>
              <a:rPr sz="3000" b="1">
                <a:solidFill>
                  <a:srgbClr val="15171C"/>
                </a:solidFill>
                <a:latin typeface="Malgun Gothic"/>
                <a:ea typeface="Malgun Gothic"/>
                <a:cs typeface="Malgun Gothic"/>
              </a:rPr>
              <a:t>한 장 기획안에 근거와 다음 행동을 담습니다</a:t>
            </a:r>
          </a:p>
        </p:txBody>
      </p:sp>
      <p:sp>
        <p:nvSpPr>
          <p:cNvPr id="3" name="session1-334">
            <a:extLst>
              <a:ext uri="{FF2B5EF4-FFF2-40B4-BE49-F238E27FC236}">
                <a16:creationId xmlns:a16="http://schemas.microsoft.com/office/drawing/2014/main" id="{2D32C8EA-B02B-4C49-ABB2-CC872E419F36}"/>
              </a:ext>
            </a:extLst>
          </p:cNvPr>
          <p:cNvSpPr>
            <a:spLocks noGrp="1"/>
          </p:cNvSpPr>
          <p:nvPr/>
        </p:nvSpPr>
        <p:spPr>
          <a:xfrm>
            <a:off x="590550" y="1390650"/>
            <a:ext cx="10953750" cy="409575"/>
          </a:xfrm>
          <a:prstGeom prst="rect">
            <a:avLst/>
          </a:prstGeom>
          <a:noFill/>
          <a:ln w="0">
            <a:noFill/>
          </a:ln>
        </p:spPr>
        <p:txBody>
          <a:bodyPr wrap="square" lIns="0" tIns="0" rIns="0" bIns="0" anchor="t">
            <a:noAutofit/>
          </a:bodyPr>
          <a:lstStyle>
            <a:defPPr algn="l">
              <a:defRPr sz="1575" b="0">
                <a:solidFill>
                  <a:srgbClr val="616773"/>
                </a:solidFill>
                <a:latin typeface="Malgun Gothic"/>
                <a:ea typeface="Malgun Gothic"/>
                <a:cs typeface="Malgun Gothic"/>
              </a:defRPr>
            </a:defPPr>
            <a:lvl1pPr algn="l">
              <a:defRPr sz="1575" b="0">
                <a:solidFill>
                  <a:srgbClr val="616773"/>
                </a:solidFill>
                <a:latin typeface="Malgun Gothic"/>
                <a:ea typeface="Malgun Gothic"/>
                <a:cs typeface="Malgun Gothic"/>
              </a:defRPr>
            </a:lvl1pPr>
            <a:lvl2pPr algn="l">
              <a:defRPr sz="1575" b="0">
                <a:solidFill>
                  <a:srgbClr val="616773"/>
                </a:solidFill>
                <a:latin typeface="Malgun Gothic"/>
                <a:ea typeface="Malgun Gothic"/>
                <a:cs typeface="Malgun Gothic"/>
              </a:defRPr>
            </a:lvl2pPr>
            <a:lvl3pPr algn="l">
              <a:defRPr sz="1575" b="0">
                <a:solidFill>
                  <a:srgbClr val="616773"/>
                </a:solidFill>
                <a:latin typeface="Malgun Gothic"/>
                <a:ea typeface="Malgun Gothic"/>
                <a:cs typeface="Malgun Gothic"/>
              </a:defRPr>
            </a:lvl3pPr>
            <a:lvl4pPr algn="l">
              <a:defRPr sz="1575" b="0">
                <a:solidFill>
                  <a:srgbClr val="616773"/>
                </a:solidFill>
                <a:latin typeface="Malgun Gothic"/>
                <a:ea typeface="Malgun Gothic"/>
                <a:cs typeface="Malgun Gothic"/>
              </a:defRPr>
            </a:lvl4pPr>
            <a:lvl5pPr algn="l">
              <a:defRPr sz="1575" b="0">
                <a:solidFill>
                  <a:srgbClr val="616773"/>
                </a:solidFill>
                <a:latin typeface="Malgun Gothic"/>
                <a:ea typeface="Malgun Gothic"/>
                <a:cs typeface="Malgun Gothic"/>
              </a:defRPr>
            </a:lvl5pPr>
            <a:lvl6pPr algn="l">
              <a:defRPr sz="1575" b="0">
                <a:solidFill>
                  <a:srgbClr val="616773"/>
                </a:solidFill>
                <a:latin typeface="Malgun Gothic"/>
                <a:ea typeface="Malgun Gothic"/>
                <a:cs typeface="Malgun Gothic"/>
              </a:defRPr>
            </a:lvl6pPr>
            <a:lvl7pPr algn="l">
              <a:defRPr sz="1575" b="0">
                <a:solidFill>
                  <a:srgbClr val="616773"/>
                </a:solidFill>
                <a:latin typeface="Malgun Gothic"/>
                <a:ea typeface="Malgun Gothic"/>
                <a:cs typeface="Malgun Gothic"/>
              </a:defRPr>
            </a:lvl7pPr>
            <a:lvl8pPr algn="l">
              <a:defRPr sz="1575" b="0">
                <a:solidFill>
                  <a:srgbClr val="616773"/>
                </a:solidFill>
                <a:latin typeface="Malgun Gothic"/>
                <a:ea typeface="Malgun Gothic"/>
                <a:cs typeface="Malgun Gothic"/>
              </a:defRPr>
            </a:lvl8pPr>
            <a:lvl9pPr algn="l">
              <a:defRPr sz="1575" b="0">
                <a:solidFill>
                  <a:srgbClr val="616773"/>
                </a:solidFill>
                <a:latin typeface="Malgun Gothic"/>
                <a:ea typeface="Malgun Gothic"/>
                <a:cs typeface="Malgun Gothic"/>
              </a:defRPr>
            </a:lvl9pPr>
          </a:lstStyle>
          <a:p>
            <a:pPr algn="l">
              <a:defRPr sz="1575" b="0">
                <a:solidFill>
                  <a:srgbClr val="616773"/>
                </a:solidFill>
                <a:latin typeface="Malgun Gothic"/>
                <a:ea typeface="Malgun Gothic"/>
                <a:cs typeface="Malgun Gothic"/>
              </a:defRPr>
            </a:pPr>
            <a:r>
              <a:rPr sz="1575" b="0">
                <a:solidFill>
                  <a:srgbClr val="616773"/>
                </a:solidFill>
                <a:latin typeface="Malgun Gothic"/>
                <a:ea typeface="Malgun Gothic"/>
                <a:cs typeface="Malgun Gothic"/>
              </a:rPr>
              <a:t>먼저 사실을 적고, 제안과 확인할 정보를 나눕니다.</a:t>
            </a:r>
          </a:p>
        </p:txBody>
      </p:sp>
      <p:sp>
        <p:nvSpPr>
          <p:cNvPr id="4" name="session1-335">
            <a:extLst>
              <a:ext uri="{FF2B5EF4-FFF2-40B4-BE49-F238E27FC236}">
                <a16:creationId xmlns:a16="http://schemas.microsoft.com/office/drawing/2014/main" id="{07A5518E-A7E5-48CD-BD95-631E6A10C0CF}"/>
              </a:ext>
            </a:extLst>
          </p:cNvPr>
          <p:cNvSpPr>
            <a:spLocks noGrp="1"/>
          </p:cNvSpPr>
          <p:nvPr/>
        </p:nvSpPr>
        <p:spPr>
          <a:xfrm>
            <a:off x="590550" y="6477000"/>
            <a:ext cx="2857500" cy="180975"/>
          </a:xfrm>
          <a:prstGeom prst="rect">
            <a:avLst/>
          </a:prstGeom>
          <a:noFill/>
          <a:ln w="0">
            <a:noFill/>
          </a:ln>
        </p:spPr>
        <p:txBody>
          <a:bodyPr wrap="square" lIns="0" tIns="0" rIns="0" bIns="0" anchor="t">
            <a:noAutofit/>
          </a:bodyPr>
          <a:lstStyle>
            <a:defPPr algn="l">
              <a:defRPr sz="900" b="0">
                <a:solidFill>
                  <a:srgbClr val="616773"/>
                </a:solidFill>
                <a:latin typeface="Malgun Gothic"/>
                <a:ea typeface="Malgun Gothic"/>
                <a:cs typeface="Malgun Gothic"/>
              </a:defRPr>
            </a:defPPr>
            <a:lvl1pPr algn="l">
              <a:defRPr sz="900" b="0">
                <a:solidFill>
                  <a:srgbClr val="616773"/>
                </a:solidFill>
                <a:latin typeface="Malgun Gothic"/>
                <a:ea typeface="Malgun Gothic"/>
                <a:cs typeface="Malgun Gothic"/>
              </a:defRPr>
            </a:lvl1pPr>
            <a:lvl2pPr algn="l">
              <a:defRPr sz="900" b="0">
                <a:solidFill>
                  <a:srgbClr val="616773"/>
                </a:solidFill>
                <a:latin typeface="Malgun Gothic"/>
                <a:ea typeface="Malgun Gothic"/>
                <a:cs typeface="Malgun Gothic"/>
              </a:defRPr>
            </a:lvl2pPr>
            <a:lvl3pPr algn="l">
              <a:defRPr sz="900" b="0">
                <a:solidFill>
                  <a:srgbClr val="616773"/>
                </a:solidFill>
                <a:latin typeface="Malgun Gothic"/>
                <a:ea typeface="Malgun Gothic"/>
                <a:cs typeface="Malgun Gothic"/>
              </a:defRPr>
            </a:lvl3pPr>
            <a:lvl4pPr algn="l">
              <a:defRPr sz="900" b="0">
                <a:solidFill>
                  <a:srgbClr val="616773"/>
                </a:solidFill>
                <a:latin typeface="Malgun Gothic"/>
                <a:ea typeface="Malgun Gothic"/>
                <a:cs typeface="Malgun Gothic"/>
              </a:defRPr>
            </a:lvl4pPr>
            <a:lvl5pPr algn="l">
              <a:defRPr sz="900" b="0">
                <a:solidFill>
                  <a:srgbClr val="616773"/>
                </a:solidFill>
                <a:latin typeface="Malgun Gothic"/>
                <a:ea typeface="Malgun Gothic"/>
                <a:cs typeface="Malgun Gothic"/>
              </a:defRPr>
            </a:lvl5pPr>
            <a:lvl6pPr algn="l">
              <a:defRPr sz="900" b="0">
                <a:solidFill>
                  <a:srgbClr val="616773"/>
                </a:solidFill>
                <a:latin typeface="Malgun Gothic"/>
                <a:ea typeface="Malgun Gothic"/>
                <a:cs typeface="Malgun Gothic"/>
              </a:defRPr>
            </a:lvl6pPr>
            <a:lvl7pPr algn="l">
              <a:defRPr sz="900" b="0">
                <a:solidFill>
                  <a:srgbClr val="616773"/>
                </a:solidFill>
                <a:latin typeface="Malgun Gothic"/>
                <a:ea typeface="Malgun Gothic"/>
                <a:cs typeface="Malgun Gothic"/>
              </a:defRPr>
            </a:lvl7pPr>
            <a:lvl8pPr algn="l">
              <a:defRPr sz="900" b="0">
                <a:solidFill>
                  <a:srgbClr val="616773"/>
                </a:solidFill>
                <a:latin typeface="Malgun Gothic"/>
                <a:ea typeface="Malgun Gothic"/>
                <a:cs typeface="Malgun Gothic"/>
              </a:defRPr>
            </a:lvl8pPr>
            <a:lvl9pPr algn="l">
              <a:defRPr sz="900" b="0">
                <a:solidFill>
                  <a:srgbClr val="616773"/>
                </a:solidFill>
                <a:latin typeface="Malgun Gothic"/>
                <a:ea typeface="Malgun Gothic"/>
                <a:cs typeface="Malgun Gothic"/>
              </a:defRPr>
            </a:lvl9pPr>
          </a:lstStyle>
          <a:p>
            <a:pPr algn="l">
              <a:defRPr sz="900" b="0">
                <a:solidFill>
                  <a:srgbClr val="616773"/>
                </a:solidFill>
                <a:latin typeface="Malgun Gothic"/>
                <a:ea typeface="Malgun Gothic"/>
                <a:cs typeface="Malgun Gothic"/>
              </a:defRPr>
            </a:pPr>
            <a:r>
              <a:rPr sz="900" b="0">
                <a:solidFill>
                  <a:srgbClr val="616773"/>
                </a:solidFill>
                <a:latin typeface="Malgun Gothic"/>
                <a:ea typeface="Malgun Gothic"/>
                <a:cs typeface="Malgun Gothic"/>
              </a:rPr>
              <a:t>An Eun Kyoung</a:t>
            </a:r>
          </a:p>
        </p:txBody>
      </p:sp>
      <p:sp>
        <p:nvSpPr>
          <p:cNvPr id="5" name="session1-336">
            <a:extLst>
              <a:ext uri="{FF2B5EF4-FFF2-40B4-BE49-F238E27FC236}">
                <a16:creationId xmlns:a16="http://schemas.microsoft.com/office/drawing/2014/main" id="{CE2CF4AF-3F2A-4953-83F8-E65C18B66317}"/>
              </a:ext>
            </a:extLst>
          </p:cNvPr>
          <p:cNvSpPr>
            <a:spLocks noGrp="1"/>
          </p:cNvSpPr>
          <p:nvPr/>
        </p:nvSpPr>
        <p:spPr>
          <a:xfrm>
            <a:off x="11144250" y="6438900"/>
            <a:ext cx="457200" cy="228600"/>
          </a:xfrm>
          <a:prstGeom prst="rect">
            <a:avLst/>
          </a:prstGeom>
          <a:noFill/>
          <a:ln w="0">
            <a:noFill/>
          </a:ln>
        </p:spPr>
        <p:txBody>
          <a:bodyPr wrap="square" lIns="0" tIns="0" rIns="0" bIns="0" anchor="t">
            <a:noAutofit/>
          </a:bodyPr>
          <a:lstStyle>
            <a:defPPr algn="r">
              <a:defRPr sz="1050" b="1">
                <a:solidFill>
                  <a:srgbClr val="101456"/>
                </a:solidFill>
                <a:latin typeface="Malgun Gothic"/>
                <a:ea typeface="Malgun Gothic"/>
                <a:cs typeface="Malgun Gothic"/>
              </a:defRPr>
            </a:defPPr>
            <a:lvl1pPr algn="r">
              <a:defRPr sz="1050" b="1">
                <a:solidFill>
                  <a:srgbClr val="101456"/>
                </a:solidFill>
                <a:latin typeface="Malgun Gothic"/>
                <a:ea typeface="Malgun Gothic"/>
                <a:cs typeface="Malgun Gothic"/>
              </a:defRPr>
            </a:lvl1pPr>
            <a:lvl2pPr algn="r">
              <a:defRPr sz="1050" b="1">
                <a:solidFill>
                  <a:srgbClr val="101456"/>
                </a:solidFill>
                <a:latin typeface="Malgun Gothic"/>
                <a:ea typeface="Malgun Gothic"/>
                <a:cs typeface="Malgun Gothic"/>
              </a:defRPr>
            </a:lvl2pPr>
            <a:lvl3pPr algn="r">
              <a:defRPr sz="1050" b="1">
                <a:solidFill>
                  <a:srgbClr val="101456"/>
                </a:solidFill>
                <a:latin typeface="Malgun Gothic"/>
                <a:ea typeface="Malgun Gothic"/>
                <a:cs typeface="Malgun Gothic"/>
              </a:defRPr>
            </a:lvl3pPr>
            <a:lvl4pPr algn="r">
              <a:defRPr sz="1050" b="1">
                <a:solidFill>
                  <a:srgbClr val="101456"/>
                </a:solidFill>
                <a:latin typeface="Malgun Gothic"/>
                <a:ea typeface="Malgun Gothic"/>
                <a:cs typeface="Malgun Gothic"/>
              </a:defRPr>
            </a:lvl4pPr>
            <a:lvl5pPr algn="r">
              <a:defRPr sz="1050" b="1">
                <a:solidFill>
                  <a:srgbClr val="101456"/>
                </a:solidFill>
                <a:latin typeface="Malgun Gothic"/>
                <a:ea typeface="Malgun Gothic"/>
                <a:cs typeface="Malgun Gothic"/>
              </a:defRPr>
            </a:lvl5pPr>
            <a:lvl6pPr algn="r">
              <a:defRPr sz="1050" b="1">
                <a:solidFill>
                  <a:srgbClr val="101456"/>
                </a:solidFill>
                <a:latin typeface="Malgun Gothic"/>
                <a:ea typeface="Malgun Gothic"/>
                <a:cs typeface="Malgun Gothic"/>
              </a:defRPr>
            </a:lvl6pPr>
            <a:lvl7pPr algn="r">
              <a:defRPr sz="1050" b="1">
                <a:solidFill>
                  <a:srgbClr val="101456"/>
                </a:solidFill>
                <a:latin typeface="Malgun Gothic"/>
                <a:ea typeface="Malgun Gothic"/>
                <a:cs typeface="Malgun Gothic"/>
              </a:defRPr>
            </a:lvl7pPr>
            <a:lvl8pPr algn="r">
              <a:defRPr sz="1050" b="1">
                <a:solidFill>
                  <a:srgbClr val="101456"/>
                </a:solidFill>
                <a:latin typeface="Malgun Gothic"/>
                <a:ea typeface="Malgun Gothic"/>
                <a:cs typeface="Malgun Gothic"/>
              </a:defRPr>
            </a:lvl8pPr>
            <a:lvl9pPr algn="r">
              <a:defRPr sz="1050" b="1">
                <a:solidFill>
                  <a:srgbClr val="101456"/>
                </a:solidFill>
                <a:latin typeface="Malgun Gothic"/>
                <a:ea typeface="Malgun Gothic"/>
                <a:cs typeface="Malgun Gothic"/>
              </a:defRPr>
            </a:lvl9pPr>
          </a:lstStyle>
          <a:p>
            <a:pPr algn="r">
              <a:defRPr sz="1050" b="1">
                <a:solidFill>
                  <a:srgbClr val="101456"/>
                </a:solidFill>
                <a:latin typeface="Malgun Gothic"/>
                <a:ea typeface="Malgun Gothic"/>
                <a:cs typeface="Malgun Gothic"/>
              </a:defRPr>
            </a:pPr>
            <a:r>
              <a:rPr sz="1050" b="1">
                <a:solidFill>
                  <a:srgbClr val="101456"/>
                </a:solidFill>
                <a:latin typeface="Malgun Gothic"/>
                <a:ea typeface="Malgun Gothic"/>
                <a:cs typeface="Malgun Gothic"/>
              </a:rPr>
              <a:t>13</a:t>
            </a:r>
          </a:p>
        </p:txBody>
      </p:sp>
      <p:graphicFrame>
        <p:nvGraphicFramePr>
          <p:cNvPr id="6" name="표 5">
            <a:extLst>
              <a:ext uri="{FF2B5EF4-FFF2-40B4-BE49-F238E27FC236}">
                <a16:creationId xmlns:a16="http://schemas.microsoft.com/office/drawing/2014/main" id="{ABE1C815-90CC-481E-8237-F31B2361076D}"/>
              </a:ext>
            </a:extLst>
          </p:cNvPr>
          <p:cNvGraphicFramePr/>
          <p:nvPr/>
        </p:nvGraphicFramePr>
        <p:xfrm>
          <a:off x="590550" y="2038350"/>
          <a:ext cx="11010900" cy="2847978"/>
        </p:xfrm>
        <a:graphic>
          <a:graphicData uri="http://schemas.openxmlformats.org/drawingml/2006/table">
            <a:tbl>
              <a:tblPr/>
              <a:tblGrid>
                <a:gridCol w="2381250">
                  <a:extLst>
                    <a:ext uri="{9D8B030D-6E8A-4147-A177-3AD203B41FA5}">
                      <a16:colId xmlns:a16="http://schemas.microsoft.com/office/drawing/2014/main" val="20000"/>
                    </a:ext>
                  </a:extLst>
                </a:gridCol>
                <a:gridCol w="8629650">
                  <a:extLst>
                    <a:ext uri="{9D8B030D-6E8A-4147-A177-3AD203B41FA5}">
                      <a16:colId xmlns:a16="http://schemas.microsoft.com/office/drawing/2014/main" val="20001"/>
                    </a:ext>
                  </a:extLst>
                </a:gridCol>
              </a:tblGrid>
              <a:tr h="474663">
                <a:tc>
                  <a:txBody>
                    <a:bodyPr/>
                    <a:lstStyle/>
                    <a:p>
                      <a:pPr algn="l"/>
                      <a:r>
                        <a:rPr sz="1650" b="1">
                          <a:solidFill>
                            <a:srgbClr val="FFFFFF"/>
                          </a:solidFill>
                          <a:latin typeface="Malgun Gothic"/>
                          <a:ea typeface="Malgun Gothic"/>
                          <a:cs typeface="Malgun Gothic"/>
                        </a:rPr>
                        <a:t>항목</a:t>
                      </a:r>
                    </a:p>
                  </a:txBody>
                  <a:tcPr anchor="ctr">
                    <a:lnL w="6668">
                      <a:solidFill>
                        <a:srgbClr val="DADDE5"/>
                      </a:solidFill>
                      <a:prstDash val="soli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650" b="1">
                          <a:solidFill>
                            <a:srgbClr val="FFFFFF"/>
                          </a:solidFill>
                          <a:latin typeface="Malgun Gothic"/>
                          <a:ea typeface="Malgun Gothic"/>
                          <a:cs typeface="Malgun Gothic"/>
                        </a:rPr>
                        <a:t>내가 작성할 내용</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extLst>
                  <a:ext uri="{0D108BD9-81ED-4DB2-BD59-A6C34878D82A}">
                    <a16:rowId xmlns:a16="http://schemas.microsoft.com/office/drawing/2014/main" val="10000"/>
                  </a:ext>
                </a:extLst>
              </a:tr>
              <a:tr h="474663">
                <a:tc>
                  <a:txBody>
                    <a:bodyPr/>
                    <a:lstStyle/>
                    <a:p>
                      <a:pPr algn="l"/>
                      <a:r>
                        <a:rPr sz="1650" b="0">
                          <a:solidFill>
                            <a:srgbClr val="15171C"/>
                          </a:solidFill>
                          <a:latin typeface="Malgun Gothic"/>
                          <a:ea typeface="Malgun Gothic"/>
                          <a:cs typeface="Malgun Gothic"/>
                        </a:rPr>
                        <a:t>결정할 문제</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650" b="0">
                          <a:solidFill>
                            <a:srgbClr val="15171C"/>
                          </a:solidFill>
                          <a:latin typeface="Malgun Gothic"/>
                          <a:ea typeface="Malgun Gothic"/>
                          <a:cs typeface="Malgun Gothic"/>
                        </a:rPr>
                        <a:t>________________________________________________</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extLst>
                  <a:ext uri="{0D108BD9-81ED-4DB2-BD59-A6C34878D82A}">
                    <a16:rowId xmlns:a16="http://schemas.microsoft.com/office/drawing/2014/main" val="10001"/>
                  </a:ext>
                </a:extLst>
              </a:tr>
              <a:tr h="474663">
                <a:tc>
                  <a:txBody>
                    <a:bodyPr/>
                    <a:lstStyle/>
                    <a:p>
                      <a:pPr algn="l"/>
                      <a:r>
                        <a:rPr sz="1650" b="0">
                          <a:solidFill>
                            <a:srgbClr val="15171C"/>
                          </a:solidFill>
                          <a:latin typeface="Malgun Gothic"/>
                          <a:ea typeface="Malgun Gothic"/>
                          <a:cs typeface="Malgun Gothic"/>
                        </a:rPr>
                        <a:t>확인한 사실 2개</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650" b="0">
                          <a:solidFill>
                            <a:srgbClr val="15171C"/>
                          </a:solidFill>
                          <a:latin typeface="Malgun Gothic"/>
                          <a:ea typeface="Malgun Gothic"/>
                          <a:cs typeface="Malgun Gothic"/>
                        </a:rPr>
                        <a:t>① ____________________  ② ____________________</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extLst>
                  <a:ext uri="{0D108BD9-81ED-4DB2-BD59-A6C34878D82A}">
                    <a16:rowId xmlns:a16="http://schemas.microsoft.com/office/drawing/2014/main" val="10002"/>
                  </a:ext>
                </a:extLst>
              </a:tr>
              <a:tr h="474663">
                <a:tc>
                  <a:txBody>
                    <a:bodyPr/>
                    <a:lstStyle/>
                    <a:p>
                      <a:pPr algn="l"/>
                      <a:r>
                        <a:rPr sz="1650" b="0">
                          <a:solidFill>
                            <a:srgbClr val="15171C"/>
                          </a:solidFill>
                          <a:latin typeface="Malgun Gothic"/>
                          <a:ea typeface="Malgun Gothic"/>
                          <a:cs typeface="Malgun Gothic"/>
                        </a:rPr>
                        <a:t>제안과 실행</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650" b="0">
                          <a:solidFill>
                            <a:srgbClr val="15171C"/>
                          </a:solidFill>
                          <a:latin typeface="Malgun Gothic"/>
                          <a:ea typeface="Malgun Gothic"/>
                          <a:cs typeface="Malgun Gothic"/>
                        </a:rPr>
                        <a:t>무엇을 ______ / 누가 ______ / 어떤 순서로 ______</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extLst>
                  <a:ext uri="{0D108BD9-81ED-4DB2-BD59-A6C34878D82A}">
                    <a16:rowId xmlns:a16="http://schemas.microsoft.com/office/drawing/2014/main" val="10003"/>
                  </a:ext>
                </a:extLst>
              </a:tr>
              <a:tr h="474663">
                <a:tc>
                  <a:txBody>
                    <a:bodyPr/>
                    <a:lstStyle/>
                    <a:p>
                      <a:pPr algn="l"/>
                      <a:r>
                        <a:rPr sz="1650" b="0">
                          <a:solidFill>
                            <a:srgbClr val="15171C"/>
                          </a:solidFill>
                          <a:latin typeface="Malgun Gothic"/>
                          <a:ea typeface="Malgun Gothic"/>
                          <a:cs typeface="Malgun Gothic"/>
                        </a:rPr>
                        <a:t>판단할 지표</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650" b="0">
                          <a:solidFill>
                            <a:srgbClr val="15171C"/>
                          </a:solidFill>
                          <a:latin typeface="Malgun Gothic"/>
                          <a:ea typeface="Malgun Gothic"/>
                          <a:cs typeface="Malgun Gothic"/>
                        </a:rPr>
                        <a:t>지표 ______ / 분모 ______ / 비교할 기간 ______</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extLst>
                  <a:ext uri="{0D108BD9-81ED-4DB2-BD59-A6C34878D82A}">
                    <a16:rowId xmlns:a16="http://schemas.microsoft.com/office/drawing/2014/main" val="10004"/>
                  </a:ext>
                </a:extLst>
              </a:tr>
              <a:tr h="474663">
                <a:tc>
                  <a:txBody>
                    <a:bodyPr/>
                    <a:lstStyle/>
                    <a:p>
                      <a:pPr algn="l"/>
                      <a:r>
                        <a:rPr sz="1650" b="0">
                          <a:solidFill>
                            <a:srgbClr val="15171C"/>
                          </a:solidFill>
                          <a:latin typeface="Malgun Gothic"/>
                          <a:ea typeface="Malgun Gothic"/>
                          <a:cs typeface="Malgun Gothic"/>
                        </a:rPr>
                        <a:t>한계와 추가 확인</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650" b="0">
                          <a:solidFill>
                            <a:srgbClr val="15171C"/>
                          </a:solidFill>
                          <a:latin typeface="Malgun Gothic"/>
                          <a:ea typeface="Malgun Gothic"/>
                          <a:cs typeface="Malgun Gothic"/>
                        </a:rPr>
                        <a:t>모르는 원인·가격·일정 __________________________</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7" name="session1-337">
            <a:extLst>
              <a:ext uri="{FF2B5EF4-FFF2-40B4-BE49-F238E27FC236}">
                <a16:creationId xmlns:a16="http://schemas.microsoft.com/office/drawing/2014/main" id="{64C98B42-5567-4BA8-A0AF-C53BA20A171E}"/>
              </a:ext>
            </a:extLst>
          </p:cNvPr>
          <p:cNvSpPr>
            <a:spLocks noGrp="1"/>
          </p:cNvSpPr>
          <p:nvPr/>
        </p:nvSpPr>
        <p:spPr>
          <a:xfrm>
            <a:off x="609600" y="5210175"/>
            <a:ext cx="10820400" cy="352425"/>
          </a:xfrm>
          <a:prstGeom prst="rect">
            <a:avLst/>
          </a:prstGeom>
          <a:noFill/>
          <a:ln w="0">
            <a:noFill/>
          </a:ln>
        </p:spPr>
        <p:txBody>
          <a:bodyPr wrap="square" lIns="0" tIns="0" rIns="0" bIns="0" anchor="t">
            <a:noAutofit/>
          </a:bodyPr>
          <a:lstStyle>
            <a:defPPr algn="l">
              <a:defRPr sz="1875" b="1">
                <a:solidFill>
                  <a:srgbClr val="213EDB"/>
                </a:solidFill>
                <a:latin typeface="Malgun Gothic"/>
                <a:ea typeface="Malgun Gothic"/>
                <a:cs typeface="Malgun Gothic"/>
              </a:defRPr>
            </a:defPPr>
            <a:lvl1pPr algn="l">
              <a:defRPr sz="1875" b="1">
                <a:solidFill>
                  <a:srgbClr val="213EDB"/>
                </a:solidFill>
                <a:latin typeface="Malgun Gothic"/>
                <a:ea typeface="Malgun Gothic"/>
                <a:cs typeface="Malgun Gothic"/>
              </a:defRPr>
            </a:lvl1pPr>
            <a:lvl2pPr algn="l">
              <a:defRPr sz="1875" b="1">
                <a:solidFill>
                  <a:srgbClr val="213EDB"/>
                </a:solidFill>
                <a:latin typeface="Malgun Gothic"/>
                <a:ea typeface="Malgun Gothic"/>
                <a:cs typeface="Malgun Gothic"/>
              </a:defRPr>
            </a:lvl2pPr>
            <a:lvl3pPr algn="l">
              <a:defRPr sz="1875" b="1">
                <a:solidFill>
                  <a:srgbClr val="213EDB"/>
                </a:solidFill>
                <a:latin typeface="Malgun Gothic"/>
                <a:ea typeface="Malgun Gothic"/>
                <a:cs typeface="Malgun Gothic"/>
              </a:defRPr>
            </a:lvl3pPr>
            <a:lvl4pPr algn="l">
              <a:defRPr sz="1875" b="1">
                <a:solidFill>
                  <a:srgbClr val="213EDB"/>
                </a:solidFill>
                <a:latin typeface="Malgun Gothic"/>
                <a:ea typeface="Malgun Gothic"/>
                <a:cs typeface="Malgun Gothic"/>
              </a:defRPr>
            </a:lvl4pPr>
            <a:lvl5pPr algn="l">
              <a:defRPr sz="1875" b="1">
                <a:solidFill>
                  <a:srgbClr val="213EDB"/>
                </a:solidFill>
                <a:latin typeface="Malgun Gothic"/>
                <a:ea typeface="Malgun Gothic"/>
                <a:cs typeface="Malgun Gothic"/>
              </a:defRPr>
            </a:lvl5pPr>
            <a:lvl6pPr algn="l">
              <a:defRPr sz="1875" b="1">
                <a:solidFill>
                  <a:srgbClr val="213EDB"/>
                </a:solidFill>
                <a:latin typeface="Malgun Gothic"/>
                <a:ea typeface="Malgun Gothic"/>
                <a:cs typeface="Malgun Gothic"/>
              </a:defRPr>
            </a:lvl6pPr>
            <a:lvl7pPr algn="l">
              <a:defRPr sz="1875" b="1">
                <a:solidFill>
                  <a:srgbClr val="213EDB"/>
                </a:solidFill>
                <a:latin typeface="Malgun Gothic"/>
                <a:ea typeface="Malgun Gothic"/>
                <a:cs typeface="Malgun Gothic"/>
              </a:defRPr>
            </a:lvl7pPr>
            <a:lvl8pPr algn="l">
              <a:defRPr sz="1875" b="1">
                <a:solidFill>
                  <a:srgbClr val="213EDB"/>
                </a:solidFill>
                <a:latin typeface="Malgun Gothic"/>
                <a:ea typeface="Malgun Gothic"/>
                <a:cs typeface="Malgun Gothic"/>
              </a:defRPr>
            </a:lvl8pPr>
            <a:lvl9pPr algn="l">
              <a:defRPr sz="1875" b="1">
                <a:solidFill>
                  <a:srgbClr val="213EDB"/>
                </a:solidFill>
                <a:latin typeface="Malgun Gothic"/>
                <a:ea typeface="Malgun Gothic"/>
                <a:cs typeface="Malgun Gothic"/>
              </a:defRPr>
            </a:lvl9pPr>
          </a:lstStyle>
          <a:p>
            <a:pPr algn="l">
              <a:defRPr sz="1875" b="1">
                <a:solidFill>
                  <a:srgbClr val="213EDB"/>
                </a:solidFill>
                <a:latin typeface="Malgun Gothic"/>
                <a:ea typeface="Malgun Gothic"/>
                <a:cs typeface="Malgun Gothic"/>
              </a:defRPr>
            </a:pPr>
            <a:r>
              <a:rPr sz="1875" b="1">
                <a:solidFill>
                  <a:srgbClr val="213EDB"/>
                </a:solidFill>
                <a:latin typeface="Malgun Gothic"/>
                <a:ea typeface="Malgun Gothic"/>
                <a:cs typeface="Malgun Gothic"/>
              </a:rPr>
              <a:t>작성 15분 → 수치·근거 확인 5분</a:t>
            </a:r>
          </a:p>
        </p:txBody>
      </p:sp>
      <p:sp>
        <p:nvSpPr>
          <p:cNvPr id="8" name="session1-338">
            <a:extLst>
              <a:ext uri="{FF2B5EF4-FFF2-40B4-BE49-F238E27FC236}">
                <a16:creationId xmlns:a16="http://schemas.microsoft.com/office/drawing/2014/main" id="{A529BA2D-7EE2-4D86-BAF0-5A11D348DC1B}"/>
              </a:ext>
            </a:extLst>
          </p:cNvPr>
          <p:cNvSpPr>
            <a:spLocks noGrp="1"/>
          </p:cNvSpPr>
          <p:nvPr/>
        </p:nvSpPr>
        <p:spPr>
          <a:xfrm>
            <a:off x="609600" y="5724525"/>
            <a:ext cx="10839450" cy="523875"/>
          </a:xfrm>
          <a:prstGeom prst="rect">
            <a:avLst/>
          </a:prstGeom>
          <a:noFill/>
          <a:ln w="0">
            <a:noFill/>
          </a:ln>
        </p:spPr>
        <p:txBody>
          <a:bodyPr wrap="square" lIns="0" tIns="0" rIns="0" bIns="0" anchor="t">
            <a:noAutofit/>
          </a:bodyPr>
          <a:lstStyle>
            <a:defPPr algn="l">
              <a:defRPr sz="1725" b="0">
                <a:solidFill>
                  <a:srgbClr val="15171C"/>
                </a:solidFill>
                <a:latin typeface="Malgun Gothic"/>
                <a:ea typeface="Malgun Gothic"/>
                <a:cs typeface="Malgun Gothic"/>
              </a:defRPr>
            </a:defPPr>
            <a:lvl1pPr algn="l">
              <a:defRPr sz="1725" b="0">
                <a:solidFill>
                  <a:srgbClr val="15171C"/>
                </a:solidFill>
                <a:latin typeface="Malgun Gothic"/>
                <a:ea typeface="Malgun Gothic"/>
                <a:cs typeface="Malgun Gothic"/>
              </a:defRPr>
            </a:lvl1pPr>
            <a:lvl2pPr algn="l">
              <a:defRPr sz="1725" b="0">
                <a:solidFill>
                  <a:srgbClr val="15171C"/>
                </a:solidFill>
                <a:latin typeface="Malgun Gothic"/>
                <a:ea typeface="Malgun Gothic"/>
                <a:cs typeface="Malgun Gothic"/>
              </a:defRPr>
            </a:lvl2pPr>
            <a:lvl3pPr algn="l">
              <a:defRPr sz="1725" b="0">
                <a:solidFill>
                  <a:srgbClr val="15171C"/>
                </a:solidFill>
                <a:latin typeface="Malgun Gothic"/>
                <a:ea typeface="Malgun Gothic"/>
                <a:cs typeface="Malgun Gothic"/>
              </a:defRPr>
            </a:lvl3pPr>
            <a:lvl4pPr algn="l">
              <a:defRPr sz="1725" b="0">
                <a:solidFill>
                  <a:srgbClr val="15171C"/>
                </a:solidFill>
                <a:latin typeface="Malgun Gothic"/>
                <a:ea typeface="Malgun Gothic"/>
                <a:cs typeface="Malgun Gothic"/>
              </a:defRPr>
            </a:lvl4pPr>
            <a:lvl5pPr algn="l">
              <a:defRPr sz="1725" b="0">
                <a:solidFill>
                  <a:srgbClr val="15171C"/>
                </a:solidFill>
                <a:latin typeface="Malgun Gothic"/>
                <a:ea typeface="Malgun Gothic"/>
                <a:cs typeface="Malgun Gothic"/>
              </a:defRPr>
            </a:lvl5pPr>
            <a:lvl6pPr algn="l">
              <a:defRPr sz="1725" b="0">
                <a:solidFill>
                  <a:srgbClr val="15171C"/>
                </a:solidFill>
                <a:latin typeface="Malgun Gothic"/>
                <a:ea typeface="Malgun Gothic"/>
                <a:cs typeface="Malgun Gothic"/>
              </a:defRPr>
            </a:lvl6pPr>
            <a:lvl7pPr algn="l">
              <a:defRPr sz="1725" b="0">
                <a:solidFill>
                  <a:srgbClr val="15171C"/>
                </a:solidFill>
                <a:latin typeface="Malgun Gothic"/>
                <a:ea typeface="Malgun Gothic"/>
                <a:cs typeface="Malgun Gothic"/>
              </a:defRPr>
            </a:lvl7pPr>
            <a:lvl8pPr algn="l">
              <a:defRPr sz="1725" b="0">
                <a:solidFill>
                  <a:srgbClr val="15171C"/>
                </a:solidFill>
                <a:latin typeface="Malgun Gothic"/>
                <a:ea typeface="Malgun Gothic"/>
                <a:cs typeface="Malgun Gothic"/>
              </a:defRPr>
            </a:lvl8pPr>
            <a:lvl9pPr algn="l">
              <a:defRPr sz="1725" b="0">
                <a:solidFill>
                  <a:srgbClr val="15171C"/>
                </a:solidFill>
                <a:latin typeface="Malgun Gothic"/>
                <a:ea typeface="Malgun Gothic"/>
                <a:cs typeface="Malgun Gothic"/>
              </a:defRPr>
            </a:lvl9pPr>
          </a:lstStyle>
          <a:p>
            <a:pPr algn="l">
              <a:defRPr sz="1725" b="0">
                <a:solidFill>
                  <a:srgbClr val="15171C"/>
                </a:solidFill>
                <a:latin typeface="Malgun Gothic"/>
                <a:ea typeface="Malgun Gothic"/>
                <a:cs typeface="Malgun Gothic"/>
              </a:defRPr>
            </a:pPr>
            <a:r>
              <a:rPr sz="1725" b="0">
                <a:solidFill>
                  <a:srgbClr val="15171C"/>
                </a:solidFill>
                <a:latin typeface="Malgun Gothic"/>
                <a:ea typeface="Malgun Gothic"/>
                <a:cs typeface="Malgun Gothic"/>
              </a:rPr>
              <a:t>동료 확인  “이 제안의 근거 행과 계산식은?”  “확인하지 않은 원인을 단정하지 않았나요?”</a:t>
            </a:r>
          </a:p>
        </p:txBody>
      </p:sp>
    </p:spTree>
    <p:extLst>
      <p:ext uri="{BB962C8B-B14F-4D97-AF65-F5344CB8AC3E}">
        <p14:creationId xmlns:p14="http://schemas.microsoft.com/office/powerpoint/2010/main" val="21050104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session1-339">
            <a:extLst>
              <a:ext uri="{FF2B5EF4-FFF2-40B4-BE49-F238E27FC236}">
                <a16:creationId xmlns:a16="http://schemas.microsoft.com/office/drawing/2014/main" id="{E44634FF-82FE-489B-90EB-F9299DC2A923}"/>
              </a:ext>
            </a:extLst>
          </p:cNvPr>
          <p:cNvSpPr>
            <a:spLocks noGrp="1"/>
          </p:cNvSpPr>
          <p:nvPr/>
        </p:nvSpPr>
        <p:spPr>
          <a:xfrm>
            <a:off x="590550" y="295275"/>
            <a:ext cx="9715500" cy="228600"/>
          </a:xfrm>
          <a:prstGeom prst="rect">
            <a:avLst/>
          </a:prstGeom>
          <a:noFill/>
          <a:ln w="0">
            <a:noFill/>
          </a:ln>
        </p:spPr>
        <p:txBody>
          <a:bodyPr wrap="square" lIns="0" tIns="0" rIns="0" bIns="0" anchor="t">
            <a:noAutofit/>
          </a:bodyPr>
          <a:lstStyle>
            <a:defPPr algn="l">
              <a:defRPr sz="1050" b="0">
                <a:solidFill>
                  <a:srgbClr val="616773"/>
                </a:solidFill>
                <a:latin typeface="Malgun Gothic"/>
                <a:ea typeface="Malgun Gothic"/>
                <a:cs typeface="Malgun Gothic"/>
              </a:defRPr>
            </a:defPPr>
            <a:lvl1pPr algn="l">
              <a:defRPr sz="1050" b="0">
                <a:solidFill>
                  <a:srgbClr val="616773"/>
                </a:solidFill>
                <a:latin typeface="Malgun Gothic"/>
                <a:ea typeface="Malgun Gothic"/>
                <a:cs typeface="Malgun Gothic"/>
              </a:defRPr>
            </a:lvl1pPr>
            <a:lvl2pPr algn="l">
              <a:defRPr sz="1050" b="0">
                <a:solidFill>
                  <a:srgbClr val="616773"/>
                </a:solidFill>
                <a:latin typeface="Malgun Gothic"/>
                <a:ea typeface="Malgun Gothic"/>
                <a:cs typeface="Malgun Gothic"/>
              </a:defRPr>
            </a:lvl2pPr>
            <a:lvl3pPr algn="l">
              <a:defRPr sz="1050" b="0">
                <a:solidFill>
                  <a:srgbClr val="616773"/>
                </a:solidFill>
                <a:latin typeface="Malgun Gothic"/>
                <a:ea typeface="Malgun Gothic"/>
                <a:cs typeface="Malgun Gothic"/>
              </a:defRPr>
            </a:lvl3pPr>
            <a:lvl4pPr algn="l">
              <a:defRPr sz="1050" b="0">
                <a:solidFill>
                  <a:srgbClr val="616773"/>
                </a:solidFill>
                <a:latin typeface="Malgun Gothic"/>
                <a:ea typeface="Malgun Gothic"/>
                <a:cs typeface="Malgun Gothic"/>
              </a:defRPr>
            </a:lvl4pPr>
            <a:lvl5pPr algn="l">
              <a:defRPr sz="1050" b="0">
                <a:solidFill>
                  <a:srgbClr val="616773"/>
                </a:solidFill>
                <a:latin typeface="Malgun Gothic"/>
                <a:ea typeface="Malgun Gothic"/>
                <a:cs typeface="Malgun Gothic"/>
              </a:defRPr>
            </a:lvl5pPr>
            <a:lvl6pPr algn="l">
              <a:defRPr sz="1050" b="0">
                <a:solidFill>
                  <a:srgbClr val="616773"/>
                </a:solidFill>
                <a:latin typeface="Malgun Gothic"/>
                <a:ea typeface="Malgun Gothic"/>
                <a:cs typeface="Malgun Gothic"/>
              </a:defRPr>
            </a:lvl6pPr>
            <a:lvl7pPr algn="l">
              <a:defRPr sz="1050" b="0">
                <a:solidFill>
                  <a:srgbClr val="616773"/>
                </a:solidFill>
                <a:latin typeface="Malgun Gothic"/>
                <a:ea typeface="Malgun Gothic"/>
                <a:cs typeface="Malgun Gothic"/>
              </a:defRPr>
            </a:lvl7pPr>
            <a:lvl8pPr algn="l">
              <a:defRPr sz="1050" b="0">
                <a:solidFill>
                  <a:srgbClr val="616773"/>
                </a:solidFill>
                <a:latin typeface="Malgun Gothic"/>
                <a:ea typeface="Malgun Gothic"/>
                <a:cs typeface="Malgun Gothic"/>
              </a:defRPr>
            </a:lvl8pPr>
            <a:lvl9pPr algn="l">
              <a:defRPr sz="1050" b="0">
                <a:solidFill>
                  <a:srgbClr val="616773"/>
                </a:solidFill>
                <a:latin typeface="Malgun Gothic"/>
                <a:ea typeface="Malgun Gothic"/>
                <a:cs typeface="Malgun Gothic"/>
              </a:defRPr>
            </a:lvl9pPr>
          </a:lstStyle>
          <a:p>
            <a:pPr algn="l">
              <a:defRPr sz="1050" b="0">
                <a:solidFill>
                  <a:srgbClr val="616773"/>
                </a:solidFill>
                <a:latin typeface="Malgun Gothic"/>
                <a:ea typeface="Malgun Gothic"/>
                <a:cs typeface="Malgun Gothic"/>
              </a:defRPr>
            </a:pPr>
            <a:r>
              <a:rPr sz="1050" b="0">
                <a:solidFill>
                  <a:srgbClr val="616773"/>
                </a:solidFill>
                <a:latin typeface="Malgun Gothic"/>
                <a:ea typeface="Malgun Gothic"/>
                <a:cs typeface="Malgun Gothic"/>
              </a:rPr>
              <a:t>블록 03 · 카드뉴스 문안 초안</a:t>
            </a:r>
          </a:p>
        </p:txBody>
      </p:sp>
      <p:sp>
        <p:nvSpPr>
          <p:cNvPr id="2" name="session1-340">
            <a:extLst>
              <a:ext uri="{FF2B5EF4-FFF2-40B4-BE49-F238E27FC236}">
                <a16:creationId xmlns:a16="http://schemas.microsoft.com/office/drawing/2014/main" id="{9D1D2391-DF48-4B48-BEED-47BDD2759482}"/>
              </a:ext>
            </a:extLst>
          </p:cNvPr>
          <p:cNvSpPr>
            <a:spLocks noGrp="1"/>
          </p:cNvSpPr>
          <p:nvPr/>
        </p:nvSpPr>
        <p:spPr>
          <a:xfrm>
            <a:off x="571500" y="742950"/>
            <a:ext cx="11049000" cy="609600"/>
          </a:xfrm>
          <a:prstGeom prst="rect">
            <a:avLst/>
          </a:prstGeom>
          <a:noFill/>
          <a:ln w="0">
            <a:noFill/>
          </a:ln>
        </p:spPr>
        <p:txBody>
          <a:bodyPr wrap="square" lIns="0" tIns="0" rIns="0" bIns="0" anchor="t">
            <a:noAutofit/>
          </a:bodyPr>
          <a:lstStyle>
            <a:defPPr algn="l">
              <a:defRPr sz="3000" b="1">
                <a:solidFill>
                  <a:srgbClr val="15171C"/>
                </a:solidFill>
                <a:latin typeface="Malgun Gothic"/>
                <a:ea typeface="Malgun Gothic"/>
                <a:cs typeface="Malgun Gothic"/>
              </a:defRPr>
            </a:defPPr>
            <a:lvl1pPr algn="l">
              <a:defRPr sz="3000" b="1">
                <a:solidFill>
                  <a:srgbClr val="15171C"/>
                </a:solidFill>
                <a:latin typeface="Malgun Gothic"/>
                <a:ea typeface="Malgun Gothic"/>
                <a:cs typeface="Malgun Gothic"/>
              </a:defRPr>
            </a:lvl1pPr>
            <a:lvl2pPr algn="l">
              <a:defRPr sz="3000" b="1">
                <a:solidFill>
                  <a:srgbClr val="15171C"/>
                </a:solidFill>
                <a:latin typeface="Malgun Gothic"/>
                <a:ea typeface="Malgun Gothic"/>
                <a:cs typeface="Malgun Gothic"/>
              </a:defRPr>
            </a:lvl2pPr>
            <a:lvl3pPr algn="l">
              <a:defRPr sz="3000" b="1">
                <a:solidFill>
                  <a:srgbClr val="15171C"/>
                </a:solidFill>
                <a:latin typeface="Malgun Gothic"/>
                <a:ea typeface="Malgun Gothic"/>
                <a:cs typeface="Malgun Gothic"/>
              </a:defRPr>
            </a:lvl3pPr>
            <a:lvl4pPr algn="l">
              <a:defRPr sz="3000" b="1">
                <a:solidFill>
                  <a:srgbClr val="15171C"/>
                </a:solidFill>
                <a:latin typeface="Malgun Gothic"/>
                <a:ea typeface="Malgun Gothic"/>
                <a:cs typeface="Malgun Gothic"/>
              </a:defRPr>
            </a:lvl4pPr>
            <a:lvl5pPr algn="l">
              <a:defRPr sz="3000" b="1">
                <a:solidFill>
                  <a:srgbClr val="15171C"/>
                </a:solidFill>
                <a:latin typeface="Malgun Gothic"/>
                <a:ea typeface="Malgun Gothic"/>
                <a:cs typeface="Malgun Gothic"/>
              </a:defRPr>
            </a:lvl5pPr>
            <a:lvl6pPr algn="l">
              <a:defRPr sz="3000" b="1">
                <a:solidFill>
                  <a:srgbClr val="15171C"/>
                </a:solidFill>
                <a:latin typeface="Malgun Gothic"/>
                <a:ea typeface="Malgun Gothic"/>
                <a:cs typeface="Malgun Gothic"/>
              </a:defRPr>
            </a:lvl6pPr>
            <a:lvl7pPr algn="l">
              <a:defRPr sz="3000" b="1">
                <a:solidFill>
                  <a:srgbClr val="15171C"/>
                </a:solidFill>
                <a:latin typeface="Malgun Gothic"/>
                <a:ea typeface="Malgun Gothic"/>
                <a:cs typeface="Malgun Gothic"/>
              </a:defRPr>
            </a:lvl7pPr>
            <a:lvl8pPr algn="l">
              <a:defRPr sz="3000" b="1">
                <a:solidFill>
                  <a:srgbClr val="15171C"/>
                </a:solidFill>
                <a:latin typeface="Malgun Gothic"/>
                <a:ea typeface="Malgun Gothic"/>
                <a:cs typeface="Malgun Gothic"/>
              </a:defRPr>
            </a:lvl8pPr>
            <a:lvl9pPr algn="l">
              <a:defRPr sz="3000" b="1">
                <a:solidFill>
                  <a:srgbClr val="15171C"/>
                </a:solidFill>
                <a:latin typeface="Malgun Gothic"/>
                <a:ea typeface="Malgun Gothic"/>
                <a:cs typeface="Malgun Gothic"/>
              </a:defRPr>
            </a:lvl9pPr>
          </a:lstStyle>
          <a:p>
            <a:pPr algn="l">
              <a:defRPr sz="3000" b="1">
                <a:solidFill>
                  <a:srgbClr val="15171C"/>
                </a:solidFill>
                <a:latin typeface="Malgun Gothic"/>
                <a:ea typeface="Malgun Gothic"/>
                <a:cs typeface="Malgun Gothic"/>
              </a:defRPr>
            </a:pPr>
            <a:r>
              <a:rPr sz="3000" b="1">
                <a:solidFill>
                  <a:srgbClr val="15171C"/>
                </a:solidFill>
                <a:latin typeface="Malgun Gothic"/>
                <a:ea typeface="Malgun Gothic"/>
                <a:cs typeface="Malgun Gothic"/>
              </a:rPr>
              <a:t>내 기획안을 외부 대상에게 맞게 바꿉니다</a:t>
            </a:r>
          </a:p>
        </p:txBody>
      </p:sp>
      <p:sp>
        <p:nvSpPr>
          <p:cNvPr id="3" name="session1-341">
            <a:extLst>
              <a:ext uri="{FF2B5EF4-FFF2-40B4-BE49-F238E27FC236}">
                <a16:creationId xmlns:a16="http://schemas.microsoft.com/office/drawing/2014/main" id="{B7C3A404-8797-46E8-A91E-9CC59C127D67}"/>
              </a:ext>
            </a:extLst>
          </p:cNvPr>
          <p:cNvSpPr>
            <a:spLocks noGrp="1"/>
          </p:cNvSpPr>
          <p:nvPr/>
        </p:nvSpPr>
        <p:spPr>
          <a:xfrm>
            <a:off x="590550" y="1390650"/>
            <a:ext cx="10953750" cy="409575"/>
          </a:xfrm>
          <a:prstGeom prst="rect">
            <a:avLst/>
          </a:prstGeom>
          <a:noFill/>
          <a:ln w="0">
            <a:noFill/>
          </a:ln>
        </p:spPr>
        <p:txBody>
          <a:bodyPr wrap="square" lIns="0" tIns="0" rIns="0" bIns="0" anchor="t">
            <a:noAutofit/>
          </a:bodyPr>
          <a:lstStyle>
            <a:defPPr algn="l">
              <a:defRPr sz="1575" b="0">
                <a:solidFill>
                  <a:srgbClr val="616773"/>
                </a:solidFill>
                <a:latin typeface="Malgun Gothic"/>
                <a:ea typeface="Malgun Gothic"/>
                <a:cs typeface="Malgun Gothic"/>
              </a:defRPr>
            </a:defPPr>
            <a:lvl1pPr algn="l">
              <a:defRPr sz="1575" b="0">
                <a:solidFill>
                  <a:srgbClr val="616773"/>
                </a:solidFill>
                <a:latin typeface="Malgun Gothic"/>
                <a:ea typeface="Malgun Gothic"/>
                <a:cs typeface="Malgun Gothic"/>
              </a:defRPr>
            </a:lvl1pPr>
            <a:lvl2pPr algn="l">
              <a:defRPr sz="1575" b="0">
                <a:solidFill>
                  <a:srgbClr val="616773"/>
                </a:solidFill>
                <a:latin typeface="Malgun Gothic"/>
                <a:ea typeface="Malgun Gothic"/>
                <a:cs typeface="Malgun Gothic"/>
              </a:defRPr>
            </a:lvl2pPr>
            <a:lvl3pPr algn="l">
              <a:defRPr sz="1575" b="0">
                <a:solidFill>
                  <a:srgbClr val="616773"/>
                </a:solidFill>
                <a:latin typeface="Malgun Gothic"/>
                <a:ea typeface="Malgun Gothic"/>
                <a:cs typeface="Malgun Gothic"/>
              </a:defRPr>
            </a:lvl3pPr>
            <a:lvl4pPr algn="l">
              <a:defRPr sz="1575" b="0">
                <a:solidFill>
                  <a:srgbClr val="616773"/>
                </a:solidFill>
                <a:latin typeface="Malgun Gothic"/>
                <a:ea typeface="Malgun Gothic"/>
                <a:cs typeface="Malgun Gothic"/>
              </a:defRPr>
            </a:lvl4pPr>
            <a:lvl5pPr algn="l">
              <a:defRPr sz="1575" b="0">
                <a:solidFill>
                  <a:srgbClr val="616773"/>
                </a:solidFill>
                <a:latin typeface="Malgun Gothic"/>
                <a:ea typeface="Malgun Gothic"/>
                <a:cs typeface="Malgun Gothic"/>
              </a:defRPr>
            </a:lvl5pPr>
            <a:lvl6pPr algn="l">
              <a:defRPr sz="1575" b="0">
                <a:solidFill>
                  <a:srgbClr val="616773"/>
                </a:solidFill>
                <a:latin typeface="Malgun Gothic"/>
                <a:ea typeface="Malgun Gothic"/>
                <a:cs typeface="Malgun Gothic"/>
              </a:defRPr>
            </a:lvl6pPr>
            <a:lvl7pPr algn="l">
              <a:defRPr sz="1575" b="0">
                <a:solidFill>
                  <a:srgbClr val="616773"/>
                </a:solidFill>
                <a:latin typeface="Malgun Gothic"/>
                <a:ea typeface="Malgun Gothic"/>
                <a:cs typeface="Malgun Gothic"/>
              </a:defRPr>
            </a:lvl7pPr>
            <a:lvl8pPr algn="l">
              <a:defRPr sz="1575" b="0">
                <a:solidFill>
                  <a:srgbClr val="616773"/>
                </a:solidFill>
                <a:latin typeface="Malgun Gothic"/>
                <a:ea typeface="Malgun Gothic"/>
                <a:cs typeface="Malgun Gothic"/>
              </a:defRPr>
            </a:lvl8pPr>
            <a:lvl9pPr algn="l">
              <a:defRPr sz="1575" b="0">
                <a:solidFill>
                  <a:srgbClr val="616773"/>
                </a:solidFill>
                <a:latin typeface="Malgun Gothic"/>
                <a:ea typeface="Malgun Gothic"/>
                <a:cs typeface="Malgun Gothic"/>
              </a:defRPr>
            </a:lvl9pPr>
          </a:lstStyle>
          <a:p>
            <a:pPr algn="l">
              <a:defRPr sz="1575" b="0">
                <a:solidFill>
                  <a:srgbClr val="616773"/>
                </a:solidFill>
                <a:latin typeface="Malgun Gothic"/>
                <a:ea typeface="Malgun Gothic"/>
                <a:cs typeface="Malgun Gothic"/>
              </a:defRPr>
            </a:pPr>
            <a:r>
              <a:rPr sz="1575" b="0">
                <a:solidFill>
                  <a:srgbClr val="616773"/>
                </a:solidFill>
                <a:latin typeface="Malgun Gothic"/>
                <a:ea typeface="Malgun Gothic"/>
                <a:cs typeface="Malgun Gothic"/>
              </a:rPr>
              <a:t>외부에 소개해도 되는 조건만 사용합니다. 오늘은 문안과 4장 구성을 완성합니다.</a:t>
            </a:r>
          </a:p>
        </p:txBody>
      </p:sp>
      <p:sp>
        <p:nvSpPr>
          <p:cNvPr id="4" name="session1-342">
            <a:extLst>
              <a:ext uri="{FF2B5EF4-FFF2-40B4-BE49-F238E27FC236}">
                <a16:creationId xmlns:a16="http://schemas.microsoft.com/office/drawing/2014/main" id="{8F2D2B8A-AA31-42CA-8519-896D6BE96A4E}"/>
              </a:ext>
            </a:extLst>
          </p:cNvPr>
          <p:cNvSpPr>
            <a:spLocks noGrp="1"/>
          </p:cNvSpPr>
          <p:nvPr/>
        </p:nvSpPr>
        <p:spPr>
          <a:xfrm>
            <a:off x="590550" y="6477000"/>
            <a:ext cx="2857500" cy="180975"/>
          </a:xfrm>
          <a:prstGeom prst="rect">
            <a:avLst/>
          </a:prstGeom>
          <a:noFill/>
          <a:ln w="0">
            <a:noFill/>
          </a:ln>
        </p:spPr>
        <p:txBody>
          <a:bodyPr wrap="square" lIns="0" tIns="0" rIns="0" bIns="0" anchor="t">
            <a:noAutofit/>
          </a:bodyPr>
          <a:lstStyle>
            <a:defPPr algn="l">
              <a:defRPr sz="900" b="0">
                <a:solidFill>
                  <a:srgbClr val="616773"/>
                </a:solidFill>
                <a:latin typeface="Malgun Gothic"/>
                <a:ea typeface="Malgun Gothic"/>
                <a:cs typeface="Malgun Gothic"/>
              </a:defRPr>
            </a:defPPr>
            <a:lvl1pPr algn="l">
              <a:defRPr sz="900" b="0">
                <a:solidFill>
                  <a:srgbClr val="616773"/>
                </a:solidFill>
                <a:latin typeface="Malgun Gothic"/>
                <a:ea typeface="Malgun Gothic"/>
                <a:cs typeface="Malgun Gothic"/>
              </a:defRPr>
            </a:lvl1pPr>
            <a:lvl2pPr algn="l">
              <a:defRPr sz="900" b="0">
                <a:solidFill>
                  <a:srgbClr val="616773"/>
                </a:solidFill>
                <a:latin typeface="Malgun Gothic"/>
                <a:ea typeface="Malgun Gothic"/>
                <a:cs typeface="Malgun Gothic"/>
              </a:defRPr>
            </a:lvl2pPr>
            <a:lvl3pPr algn="l">
              <a:defRPr sz="900" b="0">
                <a:solidFill>
                  <a:srgbClr val="616773"/>
                </a:solidFill>
                <a:latin typeface="Malgun Gothic"/>
                <a:ea typeface="Malgun Gothic"/>
                <a:cs typeface="Malgun Gothic"/>
              </a:defRPr>
            </a:lvl3pPr>
            <a:lvl4pPr algn="l">
              <a:defRPr sz="900" b="0">
                <a:solidFill>
                  <a:srgbClr val="616773"/>
                </a:solidFill>
                <a:latin typeface="Malgun Gothic"/>
                <a:ea typeface="Malgun Gothic"/>
                <a:cs typeface="Malgun Gothic"/>
              </a:defRPr>
            </a:lvl4pPr>
            <a:lvl5pPr algn="l">
              <a:defRPr sz="900" b="0">
                <a:solidFill>
                  <a:srgbClr val="616773"/>
                </a:solidFill>
                <a:latin typeface="Malgun Gothic"/>
                <a:ea typeface="Malgun Gothic"/>
                <a:cs typeface="Malgun Gothic"/>
              </a:defRPr>
            </a:lvl5pPr>
            <a:lvl6pPr algn="l">
              <a:defRPr sz="900" b="0">
                <a:solidFill>
                  <a:srgbClr val="616773"/>
                </a:solidFill>
                <a:latin typeface="Malgun Gothic"/>
                <a:ea typeface="Malgun Gothic"/>
                <a:cs typeface="Malgun Gothic"/>
              </a:defRPr>
            </a:lvl6pPr>
            <a:lvl7pPr algn="l">
              <a:defRPr sz="900" b="0">
                <a:solidFill>
                  <a:srgbClr val="616773"/>
                </a:solidFill>
                <a:latin typeface="Malgun Gothic"/>
                <a:ea typeface="Malgun Gothic"/>
                <a:cs typeface="Malgun Gothic"/>
              </a:defRPr>
            </a:lvl7pPr>
            <a:lvl8pPr algn="l">
              <a:defRPr sz="900" b="0">
                <a:solidFill>
                  <a:srgbClr val="616773"/>
                </a:solidFill>
                <a:latin typeface="Malgun Gothic"/>
                <a:ea typeface="Malgun Gothic"/>
                <a:cs typeface="Malgun Gothic"/>
              </a:defRPr>
            </a:lvl8pPr>
            <a:lvl9pPr algn="l">
              <a:defRPr sz="900" b="0">
                <a:solidFill>
                  <a:srgbClr val="616773"/>
                </a:solidFill>
                <a:latin typeface="Malgun Gothic"/>
                <a:ea typeface="Malgun Gothic"/>
                <a:cs typeface="Malgun Gothic"/>
              </a:defRPr>
            </a:lvl9pPr>
          </a:lstStyle>
          <a:p>
            <a:pPr algn="l">
              <a:defRPr sz="900" b="0">
                <a:solidFill>
                  <a:srgbClr val="616773"/>
                </a:solidFill>
                <a:latin typeface="Malgun Gothic"/>
                <a:ea typeface="Malgun Gothic"/>
                <a:cs typeface="Malgun Gothic"/>
              </a:defRPr>
            </a:pPr>
            <a:r>
              <a:rPr sz="900" b="0">
                <a:solidFill>
                  <a:srgbClr val="616773"/>
                </a:solidFill>
                <a:latin typeface="Malgun Gothic"/>
                <a:ea typeface="Malgun Gothic"/>
                <a:cs typeface="Malgun Gothic"/>
              </a:rPr>
              <a:t>An Eun Kyoung</a:t>
            </a:r>
          </a:p>
        </p:txBody>
      </p:sp>
      <p:sp>
        <p:nvSpPr>
          <p:cNvPr id="5" name="session1-343">
            <a:extLst>
              <a:ext uri="{FF2B5EF4-FFF2-40B4-BE49-F238E27FC236}">
                <a16:creationId xmlns:a16="http://schemas.microsoft.com/office/drawing/2014/main" id="{0F3CF011-A09C-4FC8-880A-484D49F6456C}"/>
              </a:ext>
            </a:extLst>
          </p:cNvPr>
          <p:cNvSpPr>
            <a:spLocks noGrp="1"/>
          </p:cNvSpPr>
          <p:nvPr/>
        </p:nvSpPr>
        <p:spPr>
          <a:xfrm>
            <a:off x="11144250" y="6438900"/>
            <a:ext cx="457200" cy="228600"/>
          </a:xfrm>
          <a:prstGeom prst="rect">
            <a:avLst/>
          </a:prstGeom>
          <a:noFill/>
          <a:ln w="0">
            <a:noFill/>
          </a:ln>
        </p:spPr>
        <p:txBody>
          <a:bodyPr wrap="square" lIns="0" tIns="0" rIns="0" bIns="0" anchor="t">
            <a:noAutofit/>
          </a:bodyPr>
          <a:lstStyle>
            <a:defPPr algn="r">
              <a:defRPr sz="1050" b="1">
                <a:solidFill>
                  <a:srgbClr val="101456"/>
                </a:solidFill>
                <a:latin typeface="Malgun Gothic"/>
                <a:ea typeface="Malgun Gothic"/>
                <a:cs typeface="Malgun Gothic"/>
              </a:defRPr>
            </a:defPPr>
            <a:lvl1pPr algn="r">
              <a:defRPr sz="1050" b="1">
                <a:solidFill>
                  <a:srgbClr val="101456"/>
                </a:solidFill>
                <a:latin typeface="Malgun Gothic"/>
                <a:ea typeface="Malgun Gothic"/>
                <a:cs typeface="Malgun Gothic"/>
              </a:defRPr>
            </a:lvl1pPr>
            <a:lvl2pPr algn="r">
              <a:defRPr sz="1050" b="1">
                <a:solidFill>
                  <a:srgbClr val="101456"/>
                </a:solidFill>
                <a:latin typeface="Malgun Gothic"/>
                <a:ea typeface="Malgun Gothic"/>
                <a:cs typeface="Malgun Gothic"/>
              </a:defRPr>
            </a:lvl2pPr>
            <a:lvl3pPr algn="r">
              <a:defRPr sz="1050" b="1">
                <a:solidFill>
                  <a:srgbClr val="101456"/>
                </a:solidFill>
                <a:latin typeface="Malgun Gothic"/>
                <a:ea typeface="Malgun Gothic"/>
                <a:cs typeface="Malgun Gothic"/>
              </a:defRPr>
            </a:lvl3pPr>
            <a:lvl4pPr algn="r">
              <a:defRPr sz="1050" b="1">
                <a:solidFill>
                  <a:srgbClr val="101456"/>
                </a:solidFill>
                <a:latin typeface="Malgun Gothic"/>
                <a:ea typeface="Malgun Gothic"/>
                <a:cs typeface="Malgun Gothic"/>
              </a:defRPr>
            </a:lvl4pPr>
            <a:lvl5pPr algn="r">
              <a:defRPr sz="1050" b="1">
                <a:solidFill>
                  <a:srgbClr val="101456"/>
                </a:solidFill>
                <a:latin typeface="Malgun Gothic"/>
                <a:ea typeface="Malgun Gothic"/>
                <a:cs typeface="Malgun Gothic"/>
              </a:defRPr>
            </a:lvl5pPr>
            <a:lvl6pPr algn="r">
              <a:defRPr sz="1050" b="1">
                <a:solidFill>
                  <a:srgbClr val="101456"/>
                </a:solidFill>
                <a:latin typeface="Malgun Gothic"/>
                <a:ea typeface="Malgun Gothic"/>
                <a:cs typeface="Malgun Gothic"/>
              </a:defRPr>
            </a:lvl6pPr>
            <a:lvl7pPr algn="r">
              <a:defRPr sz="1050" b="1">
                <a:solidFill>
                  <a:srgbClr val="101456"/>
                </a:solidFill>
                <a:latin typeface="Malgun Gothic"/>
                <a:ea typeface="Malgun Gothic"/>
                <a:cs typeface="Malgun Gothic"/>
              </a:defRPr>
            </a:lvl7pPr>
            <a:lvl8pPr algn="r">
              <a:defRPr sz="1050" b="1">
                <a:solidFill>
                  <a:srgbClr val="101456"/>
                </a:solidFill>
                <a:latin typeface="Malgun Gothic"/>
                <a:ea typeface="Malgun Gothic"/>
                <a:cs typeface="Malgun Gothic"/>
              </a:defRPr>
            </a:lvl8pPr>
            <a:lvl9pPr algn="r">
              <a:defRPr sz="1050" b="1">
                <a:solidFill>
                  <a:srgbClr val="101456"/>
                </a:solidFill>
                <a:latin typeface="Malgun Gothic"/>
                <a:ea typeface="Malgun Gothic"/>
                <a:cs typeface="Malgun Gothic"/>
              </a:defRPr>
            </a:lvl9pPr>
          </a:lstStyle>
          <a:p>
            <a:pPr algn="r">
              <a:defRPr sz="1050" b="1">
                <a:solidFill>
                  <a:srgbClr val="101456"/>
                </a:solidFill>
                <a:latin typeface="Malgun Gothic"/>
                <a:ea typeface="Malgun Gothic"/>
                <a:cs typeface="Malgun Gothic"/>
              </a:defRPr>
            </a:pPr>
            <a:r>
              <a:rPr sz="1050" b="1">
                <a:solidFill>
                  <a:srgbClr val="101456"/>
                </a:solidFill>
                <a:latin typeface="Malgun Gothic"/>
                <a:ea typeface="Malgun Gothic"/>
                <a:cs typeface="Malgun Gothic"/>
              </a:rPr>
              <a:t>14</a:t>
            </a:r>
          </a:p>
        </p:txBody>
      </p:sp>
      <p:sp>
        <p:nvSpPr>
          <p:cNvPr id="6" name="session1-344">
            <a:extLst>
              <a:ext uri="{FF2B5EF4-FFF2-40B4-BE49-F238E27FC236}">
                <a16:creationId xmlns:a16="http://schemas.microsoft.com/office/drawing/2014/main" id="{458E43AD-A500-4F2D-A0A6-C06F4F83AE7E}"/>
              </a:ext>
            </a:extLst>
          </p:cNvPr>
          <p:cNvSpPr>
            <a:spLocks noGrp="1"/>
          </p:cNvSpPr>
          <p:nvPr/>
        </p:nvSpPr>
        <p:spPr>
          <a:xfrm>
            <a:off x="590550" y="2124075"/>
            <a:ext cx="2533650" cy="2428875"/>
          </a:xfrm>
          <a:prstGeom prst="rect">
            <a:avLst/>
          </a:prstGeom>
          <a:solidFill>
            <a:srgbClr val="213EDB"/>
          </a:solidFill>
          <a:ln w="0">
            <a:noFill/>
          </a:ln>
        </p:spPr>
        <p:txBody>
          <a:bodyPr/>
          <a:lstStyle/>
          <a:p>
            <a:endParaRPr lang="ko-KR" altLang="en-US"/>
          </a:p>
        </p:txBody>
      </p:sp>
      <p:sp>
        <p:nvSpPr>
          <p:cNvPr id="7" name="session1-345">
            <a:extLst>
              <a:ext uri="{FF2B5EF4-FFF2-40B4-BE49-F238E27FC236}">
                <a16:creationId xmlns:a16="http://schemas.microsoft.com/office/drawing/2014/main" id="{CAE2A777-9C16-4FB8-8B13-A141328B4C07}"/>
              </a:ext>
            </a:extLst>
          </p:cNvPr>
          <p:cNvSpPr>
            <a:spLocks noGrp="1"/>
          </p:cNvSpPr>
          <p:nvPr/>
        </p:nvSpPr>
        <p:spPr>
          <a:xfrm>
            <a:off x="800100" y="2324100"/>
            <a:ext cx="2114550" cy="400050"/>
          </a:xfrm>
          <a:prstGeom prst="rect">
            <a:avLst/>
          </a:prstGeom>
          <a:noFill/>
          <a:ln w="0">
            <a:noFill/>
          </a:ln>
        </p:spPr>
        <p:txBody>
          <a:bodyPr wrap="square" lIns="0" tIns="0" rIns="0" bIns="0" anchor="t">
            <a:noAutofit/>
          </a:bodyPr>
          <a:lstStyle>
            <a:defPPr algn="l">
              <a:defRPr sz="2550" b="1">
                <a:solidFill>
                  <a:srgbClr val="FFFFFF"/>
                </a:solidFill>
                <a:latin typeface="Malgun Gothic"/>
                <a:ea typeface="Malgun Gothic"/>
                <a:cs typeface="Malgun Gothic"/>
              </a:defRPr>
            </a:defPPr>
            <a:lvl1pPr algn="l">
              <a:defRPr sz="2550" b="1">
                <a:solidFill>
                  <a:srgbClr val="FFFFFF"/>
                </a:solidFill>
                <a:latin typeface="Malgun Gothic"/>
                <a:ea typeface="Malgun Gothic"/>
                <a:cs typeface="Malgun Gothic"/>
              </a:defRPr>
            </a:lvl1pPr>
            <a:lvl2pPr algn="l">
              <a:defRPr sz="2550" b="1">
                <a:solidFill>
                  <a:srgbClr val="FFFFFF"/>
                </a:solidFill>
                <a:latin typeface="Malgun Gothic"/>
                <a:ea typeface="Malgun Gothic"/>
                <a:cs typeface="Malgun Gothic"/>
              </a:defRPr>
            </a:lvl2pPr>
            <a:lvl3pPr algn="l">
              <a:defRPr sz="2550" b="1">
                <a:solidFill>
                  <a:srgbClr val="FFFFFF"/>
                </a:solidFill>
                <a:latin typeface="Malgun Gothic"/>
                <a:ea typeface="Malgun Gothic"/>
                <a:cs typeface="Malgun Gothic"/>
              </a:defRPr>
            </a:lvl3pPr>
            <a:lvl4pPr algn="l">
              <a:defRPr sz="2550" b="1">
                <a:solidFill>
                  <a:srgbClr val="FFFFFF"/>
                </a:solidFill>
                <a:latin typeface="Malgun Gothic"/>
                <a:ea typeface="Malgun Gothic"/>
                <a:cs typeface="Malgun Gothic"/>
              </a:defRPr>
            </a:lvl4pPr>
            <a:lvl5pPr algn="l">
              <a:defRPr sz="2550" b="1">
                <a:solidFill>
                  <a:srgbClr val="FFFFFF"/>
                </a:solidFill>
                <a:latin typeface="Malgun Gothic"/>
                <a:ea typeface="Malgun Gothic"/>
                <a:cs typeface="Malgun Gothic"/>
              </a:defRPr>
            </a:lvl5pPr>
            <a:lvl6pPr algn="l">
              <a:defRPr sz="2550" b="1">
                <a:solidFill>
                  <a:srgbClr val="FFFFFF"/>
                </a:solidFill>
                <a:latin typeface="Malgun Gothic"/>
                <a:ea typeface="Malgun Gothic"/>
                <a:cs typeface="Malgun Gothic"/>
              </a:defRPr>
            </a:lvl6pPr>
            <a:lvl7pPr algn="l">
              <a:defRPr sz="2550" b="1">
                <a:solidFill>
                  <a:srgbClr val="FFFFFF"/>
                </a:solidFill>
                <a:latin typeface="Malgun Gothic"/>
                <a:ea typeface="Malgun Gothic"/>
                <a:cs typeface="Malgun Gothic"/>
              </a:defRPr>
            </a:lvl7pPr>
            <a:lvl8pPr algn="l">
              <a:defRPr sz="2550" b="1">
                <a:solidFill>
                  <a:srgbClr val="FFFFFF"/>
                </a:solidFill>
                <a:latin typeface="Malgun Gothic"/>
                <a:ea typeface="Malgun Gothic"/>
                <a:cs typeface="Malgun Gothic"/>
              </a:defRPr>
            </a:lvl8pPr>
            <a:lvl9pPr algn="l">
              <a:defRPr sz="2550" b="1">
                <a:solidFill>
                  <a:srgbClr val="FFFFFF"/>
                </a:solidFill>
                <a:latin typeface="Malgun Gothic"/>
                <a:ea typeface="Malgun Gothic"/>
                <a:cs typeface="Malgun Gothic"/>
              </a:defRPr>
            </a:lvl9pPr>
          </a:lstStyle>
          <a:p>
            <a:pPr algn="l">
              <a:defRPr sz="2550" b="1">
                <a:solidFill>
                  <a:srgbClr val="FFFFFF"/>
                </a:solidFill>
                <a:latin typeface="Malgun Gothic"/>
                <a:ea typeface="Malgun Gothic"/>
                <a:cs typeface="Malgun Gothic"/>
              </a:defRPr>
            </a:pPr>
            <a:r>
              <a:rPr sz="2550" b="1">
                <a:solidFill>
                  <a:srgbClr val="FFFFFF"/>
                </a:solidFill>
                <a:latin typeface="Malgun Gothic"/>
                <a:ea typeface="Malgun Gothic"/>
                <a:cs typeface="Malgun Gothic"/>
              </a:rPr>
              <a:t>01</a:t>
            </a:r>
          </a:p>
        </p:txBody>
      </p:sp>
      <p:sp>
        <p:nvSpPr>
          <p:cNvPr id="8" name="session1-346">
            <a:extLst>
              <a:ext uri="{FF2B5EF4-FFF2-40B4-BE49-F238E27FC236}">
                <a16:creationId xmlns:a16="http://schemas.microsoft.com/office/drawing/2014/main" id="{4B674C26-2C09-4A4C-BED5-AB47CB974685}"/>
              </a:ext>
            </a:extLst>
          </p:cNvPr>
          <p:cNvSpPr>
            <a:spLocks noGrp="1"/>
          </p:cNvSpPr>
          <p:nvPr/>
        </p:nvSpPr>
        <p:spPr>
          <a:xfrm>
            <a:off x="800100" y="2924175"/>
            <a:ext cx="2114550" cy="361950"/>
          </a:xfrm>
          <a:prstGeom prst="rect">
            <a:avLst/>
          </a:prstGeom>
          <a:noFill/>
          <a:ln w="0">
            <a:noFill/>
          </a:ln>
        </p:spPr>
        <p:txBody>
          <a:bodyPr wrap="square" lIns="0" tIns="0" rIns="0" bIns="0" anchor="t">
            <a:noAutofit/>
          </a:bodyPr>
          <a:lstStyle>
            <a:defPPr algn="l">
              <a:defRPr sz="2025" b="1">
                <a:solidFill>
                  <a:srgbClr val="FFFFFF"/>
                </a:solidFill>
                <a:latin typeface="Malgun Gothic"/>
                <a:ea typeface="Malgun Gothic"/>
                <a:cs typeface="Malgun Gothic"/>
              </a:defRPr>
            </a:defPPr>
            <a:lvl1pPr algn="l">
              <a:defRPr sz="2025" b="1">
                <a:solidFill>
                  <a:srgbClr val="FFFFFF"/>
                </a:solidFill>
                <a:latin typeface="Malgun Gothic"/>
                <a:ea typeface="Malgun Gothic"/>
                <a:cs typeface="Malgun Gothic"/>
              </a:defRPr>
            </a:lvl1pPr>
            <a:lvl2pPr algn="l">
              <a:defRPr sz="2025" b="1">
                <a:solidFill>
                  <a:srgbClr val="FFFFFF"/>
                </a:solidFill>
                <a:latin typeface="Malgun Gothic"/>
                <a:ea typeface="Malgun Gothic"/>
                <a:cs typeface="Malgun Gothic"/>
              </a:defRPr>
            </a:lvl2pPr>
            <a:lvl3pPr algn="l">
              <a:defRPr sz="2025" b="1">
                <a:solidFill>
                  <a:srgbClr val="FFFFFF"/>
                </a:solidFill>
                <a:latin typeface="Malgun Gothic"/>
                <a:ea typeface="Malgun Gothic"/>
                <a:cs typeface="Malgun Gothic"/>
              </a:defRPr>
            </a:lvl3pPr>
            <a:lvl4pPr algn="l">
              <a:defRPr sz="2025" b="1">
                <a:solidFill>
                  <a:srgbClr val="FFFFFF"/>
                </a:solidFill>
                <a:latin typeface="Malgun Gothic"/>
                <a:ea typeface="Malgun Gothic"/>
                <a:cs typeface="Malgun Gothic"/>
              </a:defRPr>
            </a:lvl4pPr>
            <a:lvl5pPr algn="l">
              <a:defRPr sz="2025" b="1">
                <a:solidFill>
                  <a:srgbClr val="FFFFFF"/>
                </a:solidFill>
                <a:latin typeface="Malgun Gothic"/>
                <a:ea typeface="Malgun Gothic"/>
                <a:cs typeface="Malgun Gothic"/>
              </a:defRPr>
            </a:lvl5pPr>
            <a:lvl6pPr algn="l">
              <a:defRPr sz="2025" b="1">
                <a:solidFill>
                  <a:srgbClr val="FFFFFF"/>
                </a:solidFill>
                <a:latin typeface="Malgun Gothic"/>
                <a:ea typeface="Malgun Gothic"/>
                <a:cs typeface="Malgun Gothic"/>
              </a:defRPr>
            </a:lvl6pPr>
            <a:lvl7pPr algn="l">
              <a:defRPr sz="2025" b="1">
                <a:solidFill>
                  <a:srgbClr val="FFFFFF"/>
                </a:solidFill>
                <a:latin typeface="Malgun Gothic"/>
                <a:ea typeface="Malgun Gothic"/>
                <a:cs typeface="Malgun Gothic"/>
              </a:defRPr>
            </a:lvl7pPr>
            <a:lvl8pPr algn="l">
              <a:defRPr sz="2025" b="1">
                <a:solidFill>
                  <a:srgbClr val="FFFFFF"/>
                </a:solidFill>
                <a:latin typeface="Malgun Gothic"/>
                <a:ea typeface="Malgun Gothic"/>
                <a:cs typeface="Malgun Gothic"/>
              </a:defRPr>
            </a:lvl8pPr>
            <a:lvl9pPr algn="l">
              <a:defRPr sz="2025" b="1">
                <a:solidFill>
                  <a:srgbClr val="FFFFFF"/>
                </a:solidFill>
                <a:latin typeface="Malgun Gothic"/>
                <a:ea typeface="Malgun Gothic"/>
                <a:cs typeface="Malgun Gothic"/>
              </a:defRPr>
            </a:lvl9pPr>
          </a:lstStyle>
          <a:p>
            <a:pPr algn="l">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관심</a:t>
            </a:r>
          </a:p>
        </p:txBody>
      </p:sp>
      <p:sp>
        <p:nvSpPr>
          <p:cNvPr id="9" name="session1-347">
            <a:extLst>
              <a:ext uri="{FF2B5EF4-FFF2-40B4-BE49-F238E27FC236}">
                <a16:creationId xmlns:a16="http://schemas.microsoft.com/office/drawing/2014/main" id="{3E038507-CC49-4126-B7B4-B402931B80B7}"/>
              </a:ext>
            </a:extLst>
          </p:cNvPr>
          <p:cNvSpPr>
            <a:spLocks noGrp="1"/>
          </p:cNvSpPr>
          <p:nvPr/>
        </p:nvSpPr>
        <p:spPr>
          <a:xfrm>
            <a:off x="800100" y="3533775"/>
            <a:ext cx="2114550" cy="733425"/>
          </a:xfrm>
          <a:prstGeom prst="rect">
            <a:avLst/>
          </a:prstGeom>
          <a:noFill/>
          <a:ln w="0">
            <a:noFill/>
          </a:ln>
        </p:spPr>
        <p:txBody>
          <a:bodyPr wrap="square" lIns="0" tIns="0" rIns="0" bIns="0" anchor="t">
            <a:noAutofit/>
          </a:bodyPr>
          <a:lstStyle>
            <a:defPPr algn="l">
              <a:defRPr sz="1650" b="0">
                <a:solidFill>
                  <a:srgbClr val="FFFFFF"/>
                </a:solidFill>
                <a:latin typeface="Malgun Gothic"/>
                <a:ea typeface="Malgun Gothic"/>
                <a:cs typeface="Malgun Gothic"/>
              </a:defRPr>
            </a:defPPr>
            <a:lvl1pPr algn="l">
              <a:defRPr sz="1650" b="0">
                <a:solidFill>
                  <a:srgbClr val="FFFFFF"/>
                </a:solidFill>
                <a:latin typeface="Malgun Gothic"/>
                <a:ea typeface="Malgun Gothic"/>
                <a:cs typeface="Malgun Gothic"/>
              </a:defRPr>
            </a:lvl1pPr>
            <a:lvl2pPr algn="l">
              <a:defRPr sz="1650" b="0">
                <a:solidFill>
                  <a:srgbClr val="FFFFFF"/>
                </a:solidFill>
                <a:latin typeface="Malgun Gothic"/>
                <a:ea typeface="Malgun Gothic"/>
                <a:cs typeface="Malgun Gothic"/>
              </a:defRPr>
            </a:lvl2pPr>
            <a:lvl3pPr algn="l">
              <a:defRPr sz="1650" b="0">
                <a:solidFill>
                  <a:srgbClr val="FFFFFF"/>
                </a:solidFill>
                <a:latin typeface="Malgun Gothic"/>
                <a:ea typeface="Malgun Gothic"/>
                <a:cs typeface="Malgun Gothic"/>
              </a:defRPr>
            </a:lvl3pPr>
            <a:lvl4pPr algn="l">
              <a:defRPr sz="1650" b="0">
                <a:solidFill>
                  <a:srgbClr val="FFFFFF"/>
                </a:solidFill>
                <a:latin typeface="Malgun Gothic"/>
                <a:ea typeface="Malgun Gothic"/>
                <a:cs typeface="Malgun Gothic"/>
              </a:defRPr>
            </a:lvl4pPr>
            <a:lvl5pPr algn="l">
              <a:defRPr sz="1650" b="0">
                <a:solidFill>
                  <a:srgbClr val="FFFFFF"/>
                </a:solidFill>
                <a:latin typeface="Malgun Gothic"/>
                <a:ea typeface="Malgun Gothic"/>
                <a:cs typeface="Malgun Gothic"/>
              </a:defRPr>
            </a:lvl5pPr>
            <a:lvl6pPr algn="l">
              <a:defRPr sz="1650" b="0">
                <a:solidFill>
                  <a:srgbClr val="FFFFFF"/>
                </a:solidFill>
                <a:latin typeface="Malgun Gothic"/>
                <a:ea typeface="Malgun Gothic"/>
                <a:cs typeface="Malgun Gothic"/>
              </a:defRPr>
            </a:lvl6pPr>
            <a:lvl7pPr algn="l">
              <a:defRPr sz="1650" b="0">
                <a:solidFill>
                  <a:srgbClr val="FFFFFF"/>
                </a:solidFill>
                <a:latin typeface="Malgun Gothic"/>
                <a:ea typeface="Malgun Gothic"/>
                <a:cs typeface="Malgun Gothic"/>
              </a:defRPr>
            </a:lvl7pPr>
            <a:lvl8pPr algn="l">
              <a:defRPr sz="1650" b="0">
                <a:solidFill>
                  <a:srgbClr val="FFFFFF"/>
                </a:solidFill>
                <a:latin typeface="Malgun Gothic"/>
                <a:ea typeface="Malgun Gothic"/>
                <a:cs typeface="Malgun Gothic"/>
              </a:defRPr>
            </a:lvl8pPr>
            <a:lvl9pPr algn="l">
              <a:defRPr sz="1650" b="0">
                <a:solidFill>
                  <a:srgbClr val="FFFFFF"/>
                </a:solidFill>
                <a:latin typeface="Malgun Gothic"/>
                <a:ea typeface="Malgun Gothic"/>
                <a:cs typeface="Malgun Gothic"/>
              </a:defRPr>
            </a:lvl9pPr>
          </a:lstStyle>
          <a:p>
            <a:pPr algn="l">
              <a:defRPr sz="1650" b="0">
                <a:solidFill>
                  <a:srgbClr val="FFFFFF"/>
                </a:solidFill>
                <a:latin typeface="Malgun Gothic"/>
                <a:ea typeface="Malgun Gothic"/>
                <a:cs typeface="Malgun Gothic"/>
              </a:defRPr>
            </a:pPr>
            <a:r>
              <a:rPr sz="1650" b="0">
                <a:solidFill>
                  <a:srgbClr val="FFFFFF"/>
                </a:solidFill>
                <a:latin typeface="Malgun Gothic"/>
                <a:ea typeface="Malgun Gothic"/>
                <a:cs typeface="Malgun Gothic"/>
              </a:rPr>
              <a:t>대상의 상황·질문</a:t>
            </a:r>
          </a:p>
          <a:p>
            <a:pPr algn="l">
              <a:defRPr sz="1650" b="0">
                <a:solidFill>
                  <a:srgbClr val="FFFFFF"/>
                </a:solidFill>
                <a:latin typeface="Malgun Gothic"/>
                <a:ea typeface="Malgun Gothic"/>
                <a:cs typeface="Malgun Gothic"/>
              </a:defRPr>
            </a:pPr>
            <a:r>
              <a:rPr sz="1650" b="0">
                <a:solidFill>
                  <a:srgbClr val="FFFFFF"/>
                </a:solidFill>
                <a:latin typeface="Malgun Gothic"/>
                <a:ea typeface="Malgun Gothic"/>
                <a:cs typeface="Malgun Gothic"/>
              </a:rPr>
              <a:t>________________</a:t>
            </a:r>
          </a:p>
        </p:txBody>
      </p:sp>
      <p:sp>
        <p:nvSpPr>
          <p:cNvPr id="10" name="session1-348">
            <a:extLst>
              <a:ext uri="{FF2B5EF4-FFF2-40B4-BE49-F238E27FC236}">
                <a16:creationId xmlns:a16="http://schemas.microsoft.com/office/drawing/2014/main" id="{279A4284-1C82-472F-8FE5-7C3E178E7B28}"/>
              </a:ext>
            </a:extLst>
          </p:cNvPr>
          <p:cNvSpPr>
            <a:spLocks noGrp="1"/>
          </p:cNvSpPr>
          <p:nvPr/>
        </p:nvSpPr>
        <p:spPr>
          <a:xfrm>
            <a:off x="3381375" y="2124075"/>
            <a:ext cx="2533650" cy="2428875"/>
          </a:xfrm>
          <a:prstGeom prst="rect">
            <a:avLst/>
          </a:prstGeom>
          <a:solidFill>
            <a:srgbClr val="F0F1F5"/>
          </a:solidFill>
          <a:ln w="0">
            <a:noFill/>
          </a:ln>
        </p:spPr>
        <p:txBody>
          <a:bodyPr/>
          <a:lstStyle/>
          <a:p>
            <a:endParaRPr lang="ko-KR" altLang="en-US"/>
          </a:p>
        </p:txBody>
      </p:sp>
      <p:sp>
        <p:nvSpPr>
          <p:cNvPr id="11" name="session1-349">
            <a:extLst>
              <a:ext uri="{FF2B5EF4-FFF2-40B4-BE49-F238E27FC236}">
                <a16:creationId xmlns:a16="http://schemas.microsoft.com/office/drawing/2014/main" id="{31839B22-DDD5-4870-812A-46E27F999919}"/>
              </a:ext>
            </a:extLst>
          </p:cNvPr>
          <p:cNvSpPr>
            <a:spLocks noGrp="1"/>
          </p:cNvSpPr>
          <p:nvPr/>
        </p:nvSpPr>
        <p:spPr>
          <a:xfrm>
            <a:off x="3590925" y="2324100"/>
            <a:ext cx="2114550" cy="400050"/>
          </a:xfrm>
          <a:prstGeom prst="rect">
            <a:avLst/>
          </a:prstGeom>
          <a:noFill/>
          <a:ln w="0">
            <a:noFill/>
          </a:ln>
        </p:spPr>
        <p:txBody>
          <a:bodyPr wrap="square" lIns="0" tIns="0" rIns="0" bIns="0" anchor="t">
            <a:noAutofit/>
          </a:bodyPr>
          <a:lstStyle>
            <a:defPPr algn="l">
              <a:defRPr sz="2550" b="1">
                <a:solidFill>
                  <a:srgbClr val="101456"/>
                </a:solidFill>
                <a:latin typeface="Malgun Gothic"/>
                <a:ea typeface="Malgun Gothic"/>
                <a:cs typeface="Malgun Gothic"/>
              </a:defRPr>
            </a:defPPr>
            <a:lvl1pPr algn="l">
              <a:defRPr sz="2550" b="1">
                <a:solidFill>
                  <a:srgbClr val="101456"/>
                </a:solidFill>
                <a:latin typeface="Malgun Gothic"/>
                <a:ea typeface="Malgun Gothic"/>
                <a:cs typeface="Malgun Gothic"/>
              </a:defRPr>
            </a:lvl1pPr>
            <a:lvl2pPr algn="l">
              <a:defRPr sz="2550" b="1">
                <a:solidFill>
                  <a:srgbClr val="101456"/>
                </a:solidFill>
                <a:latin typeface="Malgun Gothic"/>
                <a:ea typeface="Malgun Gothic"/>
                <a:cs typeface="Malgun Gothic"/>
              </a:defRPr>
            </a:lvl2pPr>
            <a:lvl3pPr algn="l">
              <a:defRPr sz="2550" b="1">
                <a:solidFill>
                  <a:srgbClr val="101456"/>
                </a:solidFill>
                <a:latin typeface="Malgun Gothic"/>
                <a:ea typeface="Malgun Gothic"/>
                <a:cs typeface="Malgun Gothic"/>
              </a:defRPr>
            </a:lvl3pPr>
            <a:lvl4pPr algn="l">
              <a:defRPr sz="2550" b="1">
                <a:solidFill>
                  <a:srgbClr val="101456"/>
                </a:solidFill>
                <a:latin typeface="Malgun Gothic"/>
                <a:ea typeface="Malgun Gothic"/>
                <a:cs typeface="Malgun Gothic"/>
              </a:defRPr>
            </a:lvl4pPr>
            <a:lvl5pPr algn="l">
              <a:defRPr sz="2550" b="1">
                <a:solidFill>
                  <a:srgbClr val="101456"/>
                </a:solidFill>
                <a:latin typeface="Malgun Gothic"/>
                <a:ea typeface="Malgun Gothic"/>
                <a:cs typeface="Malgun Gothic"/>
              </a:defRPr>
            </a:lvl5pPr>
            <a:lvl6pPr algn="l">
              <a:defRPr sz="2550" b="1">
                <a:solidFill>
                  <a:srgbClr val="101456"/>
                </a:solidFill>
                <a:latin typeface="Malgun Gothic"/>
                <a:ea typeface="Malgun Gothic"/>
                <a:cs typeface="Malgun Gothic"/>
              </a:defRPr>
            </a:lvl6pPr>
            <a:lvl7pPr algn="l">
              <a:defRPr sz="2550" b="1">
                <a:solidFill>
                  <a:srgbClr val="101456"/>
                </a:solidFill>
                <a:latin typeface="Malgun Gothic"/>
                <a:ea typeface="Malgun Gothic"/>
                <a:cs typeface="Malgun Gothic"/>
              </a:defRPr>
            </a:lvl7pPr>
            <a:lvl8pPr algn="l">
              <a:defRPr sz="2550" b="1">
                <a:solidFill>
                  <a:srgbClr val="101456"/>
                </a:solidFill>
                <a:latin typeface="Malgun Gothic"/>
                <a:ea typeface="Malgun Gothic"/>
                <a:cs typeface="Malgun Gothic"/>
              </a:defRPr>
            </a:lvl8pPr>
            <a:lvl9pPr algn="l">
              <a:defRPr sz="2550" b="1">
                <a:solidFill>
                  <a:srgbClr val="101456"/>
                </a:solidFill>
                <a:latin typeface="Malgun Gothic"/>
                <a:ea typeface="Malgun Gothic"/>
                <a:cs typeface="Malgun Gothic"/>
              </a:defRPr>
            </a:lvl9pPr>
          </a:lstStyle>
          <a:p>
            <a:pPr algn="l">
              <a:defRPr sz="2550" b="1">
                <a:solidFill>
                  <a:srgbClr val="101456"/>
                </a:solidFill>
                <a:latin typeface="Malgun Gothic"/>
                <a:ea typeface="Malgun Gothic"/>
                <a:cs typeface="Malgun Gothic"/>
              </a:defRPr>
            </a:pPr>
            <a:r>
              <a:rPr sz="2550" b="1">
                <a:solidFill>
                  <a:srgbClr val="101456"/>
                </a:solidFill>
                <a:latin typeface="Malgun Gothic"/>
                <a:ea typeface="Malgun Gothic"/>
                <a:cs typeface="Malgun Gothic"/>
              </a:rPr>
              <a:t>02</a:t>
            </a:r>
          </a:p>
        </p:txBody>
      </p:sp>
      <p:sp>
        <p:nvSpPr>
          <p:cNvPr id="12" name="session1-350">
            <a:extLst>
              <a:ext uri="{FF2B5EF4-FFF2-40B4-BE49-F238E27FC236}">
                <a16:creationId xmlns:a16="http://schemas.microsoft.com/office/drawing/2014/main" id="{B6836CFD-7ADA-465A-A1FB-BB69399FB9DB}"/>
              </a:ext>
            </a:extLst>
          </p:cNvPr>
          <p:cNvSpPr>
            <a:spLocks noGrp="1"/>
          </p:cNvSpPr>
          <p:nvPr/>
        </p:nvSpPr>
        <p:spPr>
          <a:xfrm>
            <a:off x="3590925" y="2924175"/>
            <a:ext cx="2114550" cy="361950"/>
          </a:xfrm>
          <a:prstGeom prst="rect">
            <a:avLst/>
          </a:prstGeom>
          <a:noFill/>
          <a:ln w="0">
            <a:noFill/>
          </a:ln>
        </p:spPr>
        <p:txBody>
          <a:bodyPr wrap="square" lIns="0" tIns="0" rIns="0" bIns="0" anchor="t">
            <a:noAutofit/>
          </a:bodyPr>
          <a:lstStyle>
            <a:defPPr algn="l">
              <a:defRPr sz="2025" b="1">
                <a:solidFill>
                  <a:srgbClr val="101456"/>
                </a:solidFill>
                <a:latin typeface="Malgun Gothic"/>
                <a:ea typeface="Malgun Gothic"/>
                <a:cs typeface="Malgun Gothic"/>
              </a:defRPr>
            </a:defPPr>
            <a:lvl1pPr algn="l">
              <a:defRPr sz="2025" b="1">
                <a:solidFill>
                  <a:srgbClr val="101456"/>
                </a:solidFill>
                <a:latin typeface="Malgun Gothic"/>
                <a:ea typeface="Malgun Gothic"/>
                <a:cs typeface="Malgun Gothic"/>
              </a:defRPr>
            </a:lvl1pPr>
            <a:lvl2pPr algn="l">
              <a:defRPr sz="2025" b="1">
                <a:solidFill>
                  <a:srgbClr val="101456"/>
                </a:solidFill>
                <a:latin typeface="Malgun Gothic"/>
                <a:ea typeface="Malgun Gothic"/>
                <a:cs typeface="Malgun Gothic"/>
              </a:defRPr>
            </a:lvl2pPr>
            <a:lvl3pPr algn="l">
              <a:defRPr sz="2025" b="1">
                <a:solidFill>
                  <a:srgbClr val="101456"/>
                </a:solidFill>
                <a:latin typeface="Malgun Gothic"/>
                <a:ea typeface="Malgun Gothic"/>
                <a:cs typeface="Malgun Gothic"/>
              </a:defRPr>
            </a:lvl3pPr>
            <a:lvl4pPr algn="l">
              <a:defRPr sz="2025" b="1">
                <a:solidFill>
                  <a:srgbClr val="101456"/>
                </a:solidFill>
                <a:latin typeface="Malgun Gothic"/>
                <a:ea typeface="Malgun Gothic"/>
                <a:cs typeface="Malgun Gothic"/>
              </a:defRPr>
            </a:lvl4pPr>
            <a:lvl5pPr algn="l">
              <a:defRPr sz="2025" b="1">
                <a:solidFill>
                  <a:srgbClr val="101456"/>
                </a:solidFill>
                <a:latin typeface="Malgun Gothic"/>
                <a:ea typeface="Malgun Gothic"/>
                <a:cs typeface="Malgun Gothic"/>
              </a:defRPr>
            </a:lvl5pPr>
            <a:lvl6pPr algn="l">
              <a:defRPr sz="2025" b="1">
                <a:solidFill>
                  <a:srgbClr val="101456"/>
                </a:solidFill>
                <a:latin typeface="Malgun Gothic"/>
                <a:ea typeface="Malgun Gothic"/>
                <a:cs typeface="Malgun Gothic"/>
              </a:defRPr>
            </a:lvl6pPr>
            <a:lvl7pPr algn="l">
              <a:defRPr sz="2025" b="1">
                <a:solidFill>
                  <a:srgbClr val="101456"/>
                </a:solidFill>
                <a:latin typeface="Malgun Gothic"/>
                <a:ea typeface="Malgun Gothic"/>
                <a:cs typeface="Malgun Gothic"/>
              </a:defRPr>
            </a:lvl7pPr>
            <a:lvl8pPr algn="l">
              <a:defRPr sz="2025" b="1">
                <a:solidFill>
                  <a:srgbClr val="101456"/>
                </a:solidFill>
                <a:latin typeface="Malgun Gothic"/>
                <a:ea typeface="Malgun Gothic"/>
                <a:cs typeface="Malgun Gothic"/>
              </a:defRPr>
            </a:lvl8pPr>
            <a:lvl9pPr algn="l">
              <a:defRPr sz="2025" b="1">
                <a:solidFill>
                  <a:srgbClr val="101456"/>
                </a:solidFill>
                <a:latin typeface="Malgun Gothic"/>
                <a:ea typeface="Malgun Gothic"/>
                <a:cs typeface="Malgun Gothic"/>
              </a:defRPr>
            </a:lvl9pPr>
          </a:lstStyle>
          <a:p>
            <a:pPr algn="l">
              <a:defRPr sz="2025" b="1">
                <a:solidFill>
                  <a:srgbClr val="101456"/>
                </a:solidFill>
                <a:latin typeface="Malgun Gothic"/>
                <a:ea typeface="Malgun Gothic"/>
                <a:cs typeface="Malgun Gothic"/>
              </a:defRPr>
            </a:pPr>
            <a:r>
              <a:rPr sz="2025" b="1">
                <a:solidFill>
                  <a:srgbClr val="101456"/>
                </a:solidFill>
                <a:latin typeface="Malgun Gothic"/>
                <a:ea typeface="Malgun Gothic"/>
                <a:cs typeface="Malgun Gothic"/>
              </a:rPr>
              <a:t>특징</a:t>
            </a:r>
          </a:p>
        </p:txBody>
      </p:sp>
      <p:sp>
        <p:nvSpPr>
          <p:cNvPr id="13" name="session1-351">
            <a:extLst>
              <a:ext uri="{FF2B5EF4-FFF2-40B4-BE49-F238E27FC236}">
                <a16:creationId xmlns:a16="http://schemas.microsoft.com/office/drawing/2014/main" id="{1CB04AB8-0ED5-4EC4-8456-BB3B809F8563}"/>
              </a:ext>
            </a:extLst>
          </p:cNvPr>
          <p:cNvSpPr>
            <a:spLocks noGrp="1"/>
          </p:cNvSpPr>
          <p:nvPr/>
        </p:nvSpPr>
        <p:spPr>
          <a:xfrm>
            <a:off x="3590925" y="3533775"/>
            <a:ext cx="2114550" cy="733425"/>
          </a:xfrm>
          <a:prstGeom prst="rect">
            <a:avLst/>
          </a:prstGeom>
          <a:noFill/>
          <a:ln w="0">
            <a:noFill/>
          </a:ln>
        </p:spPr>
        <p:txBody>
          <a:bodyPr wrap="square" lIns="0" tIns="0" rIns="0" bIns="0" anchor="t">
            <a:noAutofit/>
          </a:bodyPr>
          <a:lstStyle>
            <a:defPPr algn="l">
              <a:defRPr sz="1650" b="0">
                <a:solidFill>
                  <a:srgbClr val="101456"/>
                </a:solidFill>
                <a:latin typeface="Malgun Gothic"/>
                <a:ea typeface="Malgun Gothic"/>
                <a:cs typeface="Malgun Gothic"/>
              </a:defRPr>
            </a:defPPr>
            <a:lvl1pPr algn="l">
              <a:defRPr sz="1650" b="0">
                <a:solidFill>
                  <a:srgbClr val="101456"/>
                </a:solidFill>
                <a:latin typeface="Malgun Gothic"/>
                <a:ea typeface="Malgun Gothic"/>
                <a:cs typeface="Malgun Gothic"/>
              </a:defRPr>
            </a:lvl1pPr>
            <a:lvl2pPr algn="l">
              <a:defRPr sz="1650" b="0">
                <a:solidFill>
                  <a:srgbClr val="101456"/>
                </a:solidFill>
                <a:latin typeface="Malgun Gothic"/>
                <a:ea typeface="Malgun Gothic"/>
                <a:cs typeface="Malgun Gothic"/>
              </a:defRPr>
            </a:lvl2pPr>
            <a:lvl3pPr algn="l">
              <a:defRPr sz="1650" b="0">
                <a:solidFill>
                  <a:srgbClr val="101456"/>
                </a:solidFill>
                <a:latin typeface="Malgun Gothic"/>
                <a:ea typeface="Malgun Gothic"/>
                <a:cs typeface="Malgun Gothic"/>
              </a:defRPr>
            </a:lvl3pPr>
            <a:lvl4pPr algn="l">
              <a:defRPr sz="1650" b="0">
                <a:solidFill>
                  <a:srgbClr val="101456"/>
                </a:solidFill>
                <a:latin typeface="Malgun Gothic"/>
                <a:ea typeface="Malgun Gothic"/>
                <a:cs typeface="Malgun Gothic"/>
              </a:defRPr>
            </a:lvl4pPr>
            <a:lvl5pPr algn="l">
              <a:defRPr sz="1650" b="0">
                <a:solidFill>
                  <a:srgbClr val="101456"/>
                </a:solidFill>
                <a:latin typeface="Malgun Gothic"/>
                <a:ea typeface="Malgun Gothic"/>
                <a:cs typeface="Malgun Gothic"/>
              </a:defRPr>
            </a:lvl5pPr>
            <a:lvl6pPr algn="l">
              <a:defRPr sz="1650" b="0">
                <a:solidFill>
                  <a:srgbClr val="101456"/>
                </a:solidFill>
                <a:latin typeface="Malgun Gothic"/>
                <a:ea typeface="Malgun Gothic"/>
                <a:cs typeface="Malgun Gothic"/>
              </a:defRPr>
            </a:lvl6pPr>
            <a:lvl7pPr algn="l">
              <a:defRPr sz="1650" b="0">
                <a:solidFill>
                  <a:srgbClr val="101456"/>
                </a:solidFill>
                <a:latin typeface="Malgun Gothic"/>
                <a:ea typeface="Malgun Gothic"/>
                <a:cs typeface="Malgun Gothic"/>
              </a:defRPr>
            </a:lvl7pPr>
            <a:lvl8pPr algn="l">
              <a:defRPr sz="1650" b="0">
                <a:solidFill>
                  <a:srgbClr val="101456"/>
                </a:solidFill>
                <a:latin typeface="Malgun Gothic"/>
                <a:ea typeface="Malgun Gothic"/>
                <a:cs typeface="Malgun Gothic"/>
              </a:defRPr>
            </a:lvl8pPr>
            <a:lvl9pPr algn="l">
              <a:defRPr sz="1650" b="0">
                <a:solidFill>
                  <a:srgbClr val="101456"/>
                </a:solidFill>
                <a:latin typeface="Malgun Gothic"/>
                <a:ea typeface="Malgun Gothic"/>
                <a:cs typeface="Malgun Gothic"/>
              </a:defRPr>
            </a:lvl9pPr>
          </a:lstStyle>
          <a:p>
            <a:pPr algn="l">
              <a:defRPr sz="1650" b="0">
                <a:solidFill>
                  <a:srgbClr val="101456"/>
                </a:solidFill>
                <a:latin typeface="Malgun Gothic"/>
                <a:ea typeface="Malgun Gothic"/>
                <a:cs typeface="Malgun Gothic"/>
              </a:defRPr>
            </a:pPr>
            <a:r>
              <a:rPr sz="1650" b="0">
                <a:solidFill>
                  <a:srgbClr val="101456"/>
                </a:solidFill>
                <a:latin typeface="Malgun Gothic"/>
                <a:ea typeface="Malgun Gothic"/>
                <a:cs typeface="Malgun Gothic"/>
              </a:rPr>
              <a:t>확인된 가치·규격</a:t>
            </a:r>
          </a:p>
          <a:p>
            <a:pPr algn="l">
              <a:defRPr sz="1650" b="0">
                <a:solidFill>
                  <a:srgbClr val="101456"/>
                </a:solidFill>
                <a:latin typeface="Malgun Gothic"/>
                <a:ea typeface="Malgun Gothic"/>
                <a:cs typeface="Malgun Gothic"/>
              </a:defRPr>
            </a:pPr>
            <a:r>
              <a:rPr sz="1650" b="0">
                <a:solidFill>
                  <a:srgbClr val="101456"/>
                </a:solidFill>
                <a:latin typeface="Malgun Gothic"/>
                <a:ea typeface="Malgun Gothic"/>
                <a:cs typeface="Malgun Gothic"/>
              </a:rPr>
              <a:t>________________</a:t>
            </a:r>
          </a:p>
        </p:txBody>
      </p:sp>
      <p:sp>
        <p:nvSpPr>
          <p:cNvPr id="14" name="session1-352">
            <a:extLst>
              <a:ext uri="{FF2B5EF4-FFF2-40B4-BE49-F238E27FC236}">
                <a16:creationId xmlns:a16="http://schemas.microsoft.com/office/drawing/2014/main" id="{C4E713FF-8882-4229-A98E-E2122B21B538}"/>
              </a:ext>
            </a:extLst>
          </p:cNvPr>
          <p:cNvSpPr>
            <a:spLocks noGrp="1"/>
          </p:cNvSpPr>
          <p:nvPr/>
        </p:nvSpPr>
        <p:spPr>
          <a:xfrm>
            <a:off x="6172200" y="2124075"/>
            <a:ext cx="2533650" cy="2428875"/>
          </a:xfrm>
          <a:prstGeom prst="rect">
            <a:avLst/>
          </a:prstGeom>
          <a:solidFill>
            <a:srgbClr val="F0F1F5"/>
          </a:solidFill>
          <a:ln w="0">
            <a:noFill/>
          </a:ln>
        </p:spPr>
        <p:txBody>
          <a:bodyPr/>
          <a:lstStyle/>
          <a:p>
            <a:endParaRPr lang="ko-KR" altLang="en-US"/>
          </a:p>
        </p:txBody>
      </p:sp>
      <p:sp>
        <p:nvSpPr>
          <p:cNvPr id="15" name="session1-353">
            <a:extLst>
              <a:ext uri="{FF2B5EF4-FFF2-40B4-BE49-F238E27FC236}">
                <a16:creationId xmlns:a16="http://schemas.microsoft.com/office/drawing/2014/main" id="{BA5FBADA-5687-4EC2-B726-D9F4FF9D19D5}"/>
              </a:ext>
            </a:extLst>
          </p:cNvPr>
          <p:cNvSpPr>
            <a:spLocks noGrp="1"/>
          </p:cNvSpPr>
          <p:nvPr/>
        </p:nvSpPr>
        <p:spPr>
          <a:xfrm>
            <a:off x="6381750" y="2324100"/>
            <a:ext cx="2114550" cy="400050"/>
          </a:xfrm>
          <a:prstGeom prst="rect">
            <a:avLst/>
          </a:prstGeom>
          <a:noFill/>
          <a:ln w="0">
            <a:noFill/>
          </a:ln>
        </p:spPr>
        <p:txBody>
          <a:bodyPr wrap="square" lIns="0" tIns="0" rIns="0" bIns="0" anchor="t">
            <a:noAutofit/>
          </a:bodyPr>
          <a:lstStyle>
            <a:defPPr algn="l">
              <a:defRPr sz="2550" b="1">
                <a:solidFill>
                  <a:srgbClr val="101456"/>
                </a:solidFill>
                <a:latin typeface="Malgun Gothic"/>
                <a:ea typeface="Malgun Gothic"/>
                <a:cs typeface="Malgun Gothic"/>
              </a:defRPr>
            </a:defPPr>
            <a:lvl1pPr algn="l">
              <a:defRPr sz="2550" b="1">
                <a:solidFill>
                  <a:srgbClr val="101456"/>
                </a:solidFill>
                <a:latin typeface="Malgun Gothic"/>
                <a:ea typeface="Malgun Gothic"/>
                <a:cs typeface="Malgun Gothic"/>
              </a:defRPr>
            </a:lvl1pPr>
            <a:lvl2pPr algn="l">
              <a:defRPr sz="2550" b="1">
                <a:solidFill>
                  <a:srgbClr val="101456"/>
                </a:solidFill>
                <a:latin typeface="Malgun Gothic"/>
                <a:ea typeface="Malgun Gothic"/>
                <a:cs typeface="Malgun Gothic"/>
              </a:defRPr>
            </a:lvl2pPr>
            <a:lvl3pPr algn="l">
              <a:defRPr sz="2550" b="1">
                <a:solidFill>
                  <a:srgbClr val="101456"/>
                </a:solidFill>
                <a:latin typeface="Malgun Gothic"/>
                <a:ea typeface="Malgun Gothic"/>
                <a:cs typeface="Malgun Gothic"/>
              </a:defRPr>
            </a:lvl3pPr>
            <a:lvl4pPr algn="l">
              <a:defRPr sz="2550" b="1">
                <a:solidFill>
                  <a:srgbClr val="101456"/>
                </a:solidFill>
                <a:latin typeface="Malgun Gothic"/>
                <a:ea typeface="Malgun Gothic"/>
                <a:cs typeface="Malgun Gothic"/>
              </a:defRPr>
            </a:lvl4pPr>
            <a:lvl5pPr algn="l">
              <a:defRPr sz="2550" b="1">
                <a:solidFill>
                  <a:srgbClr val="101456"/>
                </a:solidFill>
                <a:latin typeface="Malgun Gothic"/>
                <a:ea typeface="Malgun Gothic"/>
                <a:cs typeface="Malgun Gothic"/>
              </a:defRPr>
            </a:lvl5pPr>
            <a:lvl6pPr algn="l">
              <a:defRPr sz="2550" b="1">
                <a:solidFill>
                  <a:srgbClr val="101456"/>
                </a:solidFill>
                <a:latin typeface="Malgun Gothic"/>
                <a:ea typeface="Malgun Gothic"/>
                <a:cs typeface="Malgun Gothic"/>
              </a:defRPr>
            </a:lvl6pPr>
            <a:lvl7pPr algn="l">
              <a:defRPr sz="2550" b="1">
                <a:solidFill>
                  <a:srgbClr val="101456"/>
                </a:solidFill>
                <a:latin typeface="Malgun Gothic"/>
                <a:ea typeface="Malgun Gothic"/>
                <a:cs typeface="Malgun Gothic"/>
              </a:defRPr>
            </a:lvl7pPr>
            <a:lvl8pPr algn="l">
              <a:defRPr sz="2550" b="1">
                <a:solidFill>
                  <a:srgbClr val="101456"/>
                </a:solidFill>
                <a:latin typeface="Malgun Gothic"/>
                <a:ea typeface="Malgun Gothic"/>
                <a:cs typeface="Malgun Gothic"/>
              </a:defRPr>
            </a:lvl8pPr>
            <a:lvl9pPr algn="l">
              <a:defRPr sz="2550" b="1">
                <a:solidFill>
                  <a:srgbClr val="101456"/>
                </a:solidFill>
                <a:latin typeface="Malgun Gothic"/>
                <a:ea typeface="Malgun Gothic"/>
                <a:cs typeface="Malgun Gothic"/>
              </a:defRPr>
            </a:lvl9pPr>
          </a:lstStyle>
          <a:p>
            <a:pPr algn="l">
              <a:defRPr sz="2550" b="1">
                <a:solidFill>
                  <a:srgbClr val="101456"/>
                </a:solidFill>
                <a:latin typeface="Malgun Gothic"/>
                <a:ea typeface="Malgun Gothic"/>
                <a:cs typeface="Malgun Gothic"/>
              </a:defRPr>
            </a:pPr>
            <a:r>
              <a:rPr sz="2550" b="1">
                <a:solidFill>
                  <a:srgbClr val="101456"/>
                </a:solidFill>
                <a:latin typeface="Malgun Gothic"/>
                <a:ea typeface="Malgun Gothic"/>
                <a:cs typeface="Malgun Gothic"/>
              </a:rPr>
              <a:t>03</a:t>
            </a:r>
          </a:p>
        </p:txBody>
      </p:sp>
      <p:sp>
        <p:nvSpPr>
          <p:cNvPr id="16" name="session1-354">
            <a:extLst>
              <a:ext uri="{FF2B5EF4-FFF2-40B4-BE49-F238E27FC236}">
                <a16:creationId xmlns:a16="http://schemas.microsoft.com/office/drawing/2014/main" id="{64404F44-F486-4C0E-BB84-DE224B826DCD}"/>
              </a:ext>
            </a:extLst>
          </p:cNvPr>
          <p:cNvSpPr>
            <a:spLocks noGrp="1"/>
          </p:cNvSpPr>
          <p:nvPr/>
        </p:nvSpPr>
        <p:spPr>
          <a:xfrm>
            <a:off x="6381750" y="2924175"/>
            <a:ext cx="2114550" cy="361950"/>
          </a:xfrm>
          <a:prstGeom prst="rect">
            <a:avLst/>
          </a:prstGeom>
          <a:noFill/>
          <a:ln w="0">
            <a:noFill/>
          </a:ln>
        </p:spPr>
        <p:txBody>
          <a:bodyPr wrap="square" lIns="0" tIns="0" rIns="0" bIns="0" anchor="t">
            <a:noAutofit/>
          </a:bodyPr>
          <a:lstStyle>
            <a:defPPr algn="l">
              <a:defRPr sz="2025" b="1">
                <a:solidFill>
                  <a:srgbClr val="101456"/>
                </a:solidFill>
                <a:latin typeface="Malgun Gothic"/>
                <a:ea typeface="Malgun Gothic"/>
                <a:cs typeface="Malgun Gothic"/>
              </a:defRPr>
            </a:defPPr>
            <a:lvl1pPr algn="l">
              <a:defRPr sz="2025" b="1">
                <a:solidFill>
                  <a:srgbClr val="101456"/>
                </a:solidFill>
                <a:latin typeface="Malgun Gothic"/>
                <a:ea typeface="Malgun Gothic"/>
                <a:cs typeface="Malgun Gothic"/>
              </a:defRPr>
            </a:lvl1pPr>
            <a:lvl2pPr algn="l">
              <a:defRPr sz="2025" b="1">
                <a:solidFill>
                  <a:srgbClr val="101456"/>
                </a:solidFill>
                <a:latin typeface="Malgun Gothic"/>
                <a:ea typeface="Malgun Gothic"/>
                <a:cs typeface="Malgun Gothic"/>
              </a:defRPr>
            </a:lvl2pPr>
            <a:lvl3pPr algn="l">
              <a:defRPr sz="2025" b="1">
                <a:solidFill>
                  <a:srgbClr val="101456"/>
                </a:solidFill>
                <a:latin typeface="Malgun Gothic"/>
                <a:ea typeface="Malgun Gothic"/>
                <a:cs typeface="Malgun Gothic"/>
              </a:defRPr>
            </a:lvl3pPr>
            <a:lvl4pPr algn="l">
              <a:defRPr sz="2025" b="1">
                <a:solidFill>
                  <a:srgbClr val="101456"/>
                </a:solidFill>
                <a:latin typeface="Malgun Gothic"/>
                <a:ea typeface="Malgun Gothic"/>
                <a:cs typeface="Malgun Gothic"/>
              </a:defRPr>
            </a:lvl4pPr>
            <a:lvl5pPr algn="l">
              <a:defRPr sz="2025" b="1">
                <a:solidFill>
                  <a:srgbClr val="101456"/>
                </a:solidFill>
                <a:latin typeface="Malgun Gothic"/>
                <a:ea typeface="Malgun Gothic"/>
                <a:cs typeface="Malgun Gothic"/>
              </a:defRPr>
            </a:lvl5pPr>
            <a:lvl6pPr algn="l">
              <a:defRPr sz="2025" b="1">
                <a:solidFill>
                  <a:srgbClr val="101456"/>
                </a:solidFill>
                <a:latin typeface="Malgun Gothic"/>
                <a:ea typeface="Malgun Gothic"/>
                <a:cs typeface="Malgun Gothic"/>
              </a:defRPr>
            </a:lvl6pPr>
            <a:lvl7pPr algn="l">
              <a:defRPr sz="2025" b="1">
                <a:solidFill>
                  <a:srgbClr val="101456"/>
                </a:solidFill>
                <a:latin typeface="Malgun Gothic"/>
                <a:ea typeface="Malgun Gothic"/>
                <a:cs typeface="Malgun Gothic"/>
              </a:defRPr>
            </a:lvl7pPr>
            <a:lvl8pPr algn="l">
              <a:defRPr sz="2025" b="1">
                <a:solidFill>
                  <a:srgbClr val="101456"/>
                </a:solidFill>
                <a:latin typeface="Malgun Gothic"/>
                <a:ea typeface="Malgun Gothic"/>
                <a:cs typeface="Malgun Gothic"/>
              </a:defRPr>
            </a:lvl8pPr>
            <a:lvl9pPr algn="l">
              <a:defRPr sz="2025" b="1">
                <a:solidFill>
                  <a:srgbClr val="101456"/>
                </a:solidFill>
                <a:latin typeface="Malgun Gothic"/>
                <a:ea typeface="Malgun Gothic"/>
                <a:cs typeface="Malgun Gothic"/>
              </a:defRPr>
            </a:lvl9pPr>
          </a:lstStyle>
          <a:p>
            <a:pPr algn="l">
              <a:defRPr sz="2025" b="1">
                <a:solidFill>
                  <a:srgbClr val="101456"/>
                </a:solidFill>
                <a:latin typeface="Malgun Gothic"/>
                <a:ea typeface="Malgun Gothic"/>
                <a:cs typeface="Malgun Gothic"/>
              </a:defRPr>
            </a:pPr>
            <a:r>
              <a:rPr sz="2025" b="1">
                <a:solidFill>
                  <a:srgbClr val="101456"/>
                </a:solidFill>
                <a:latin typeface="Malgun Gothic"/>
                <a:ea typeface="Malgun Gothic"/>
                <a:cs typeface="Malgun Gothic"/>
              </a:rPr>
              <a:t>필수 조건</a:t>
            </a:r>
          </a:p>
        </p:txBody>
      </p:sp>
      <p:sp>
        <p:nvSpPr>
          <p:cNvPr id="17" name="session1-355">
            <a:extLst>
              <a:ext uri="{FF2B5EF4-FFF2-40B4-BE49-F238E27FC236}">
                <a16:creationId xmlns:a16="http://schemas.microsoft.com/office/drawing/2014/main" id="{FA57A727-15D9-4C6B-B2D8-3D57B5715004}"/>
              </a:ext>
            </a:extLst>
          </p:cNvPr>
          <p:cNvSpPr>
            <a:spLocks noGrp="1"/>
          </p:cNvSpPr>
          <p:nvPr/>
        </p:nvSpPr>
        <p:spPr>
          <a:xfrm>
            <a:off x="6381750" y="3533775"/>
            <a:ext cx="2114550" cy="733425"/>
          </a:xfrm>
          <a:prstGeom prst="rect">
            <a:avLst/>
          </a:prstGeom>
          <a:noFill/>
          <a:ln w="0">
            <a:noFill/>
          </a:ln>
        </p:spPr>
        <p:txBody>
          <a:bodyPr wrap="square" lIns="0" tIns="0" rIns="0" bIns="0" anchor="t">
            <a:noAutofit/>
          </a:bodyPr>
          <a:lstStyle>
            <a:defPPr algn="l">
              <a:defRPr sz="1650" b="0">
                <a:solidFill>
                  <a:srgbClr val="101456"/>
                </a:solidFill>
                <a:latin typeface="Malgun Gothic"/>
                <a:ea typeface="Malgun Gothic"/>
                <a:cs typeface="Malgun Gothic"/>
              </a:defRPr>
            </a:defPPr>
            <a:lvl1pPr algn="l">
              <a:defRPr sz="1650" b="0">
                <a:solidFill>
                  <a:srgbClr val="101456"/>
                </a:solidFill>
                <a:latin typeface="Malgun Gothic"/>
                <a:ea typeface="Malgun Gothic"/>
                <a:cs typeface="Malgun Gothic"/>
              </a:defRPr>
            </a:lvl1pPr>
            <a:lvl2pPr algn="l">
              <a:defRPr sz="1650" b="0">
                <a:solidFill>
                  <a:srgbClr val="101456"/>
                </a:solidFill>
                <a:latin typeface="Malgun Gothic"/>
                <a:ea typeface="Malgun Gothic"/>
                <a:cs typeface="Malgun Gothic"/>
              </a:defRPr>
            </a:lvl2pPr>
            <a:lvl3pPr algn="l">
              <a:defRPr sz="1650" b="0">
                <a:solidFill>
                  <a:srgbClr val="101456"/>
                </a:solidFill>
                <a:latin typeface="Malgun Gothic"/>
                <a:ea typeface="Malgun Gothic"/>
                <a:cs typeface="Malgun Gothic"/>
              </a:defRPr>
            </a:lvl3pPr>
            <a:lvl4pPr algn="l">
              <a:defRPr sz="1650" b="0">
                <a:solidFill>
                  <a:srgbClr val="101456"/>
                </a:solidFill>
                <a:latin typeface="Malgun Gothic"/>
                <a:ea typeface="Malgun Gothic"/>
                <a:cs typeface="Malgun Gothic"/>
              </a:defRPr>
            </a:lvl4pPr>
            <a:lvl5pPr algn="l">
              <a:defRPr sz="1650" b="0">
                <a:solidFill>
                  <a:srgbClr val="101456"/>
                </a:solidFill>
                <a:latin typeface="Malgun Gothic"/>
                <a:ea typeface="Malgun Gothic"/>
                <a:cs typeface="Malgun Gothic"/>
              </a:defRPr>
            </a:lvl5pPr>
            <a:lvl6pPr algn="l">
              <a:defRPr sz="1650" b="0">
                <a:solidFill>
                  <a:srgbClr val="101456"/>
                </a:solidFill>
                <a:latin typeface="Malgun Gothic"/>
                <a:ea typeface="Malgun Gothic"/>
                <a:cs typeface="Malgun Gothic"/>
              </a:defRPr>
            </a:lvl6pPr>
            <a:lvl7pPr algn="l">
              <a:defRPr sz="1650" b="0">
                <a:solidFill>
                  <a:srgbClr val="101456"/>
                </a:solidFill>
                <a:latin typeface="Malgun Gothic"/>
                <a:ea typeface="Malgun Gothic"/>
                <a:cs typeface="Malgun Gothic"/>
              </a:defRPr>
            </a:lvl7pPr>
            <a:lvl8pPr algn="l">
              <a:defRPr sz="1650" b="0">
                <a:solidFill>
                  <a:srgbClr val="101456"/>
                </a:solidFill>
                <a:latin typeface="Malgun Gothic"/>
                <a:ea typeface="Malgun Gothic"/>
                <a:cs typeface="Malgun Gothic"/>
              </a:defRPr>
            </a:lvl8pPr>
            <a:lvl9pPr algn="l">
              <a:defRPr sz="1650" b="0">
                <a:solidFill>
                  <a:srgbClr val="101456"/>
                </a:solidFill>
                <a:latin typeface="Malgun Gothic"/>
                <a:ea typeface="Malgun Gothic"/>
                <a:cs typeface="Malgun Gothic"/>
              </a:defRPr>
            </a:lvl9pPr>
          </a:lstStyle>
          <a:p>
            <a:pPr algn="l">
              <a:defRPr sz="1650" b="0">
                <a:solidFill>
                  <a:srgbClr val="101456"/>
                </a:solidFill>
                <a:latin typeface="Malgun Gothic"/>
                <a:ea typeface="Malgun Gothic"/>
                <a:cs typeface="Malgun Gothic"/>
              </a:defRPr>
            </a:pPr>
            <a:r>
              <a:rPr sz="1650" b="0">
                <a:solidFill>
                  <a:srgbClr val="101456"/>
                </a:solidFill>
                <a:latin typeface="Malgun Gothic"/>
                <a:ea typeface="Malgun Gothic"/>
                <a:cs typeface="Malgun Gothic"/>
              </a:rPr>
              <a:t>가격·대상·일시 등</a:t>
            </a:r>
          </a:p>
          <a:p>
            <a:pPr algn="l">
              <a:defRPr sz="1650" b="0">
                <a:solidFill>
                  <a:srgbClr val="101456"/>
                </a:solidFill>
                <a:latin typeface="Malgun Gothic"/>
                <a:ea typeface="Malgun Gothic"/>
                <a:cs typeface="Malgun Gothic"/>
              </a:defRPr>
            </a:pPr>
            <a:r>
              <a:rPr sz="1650" b="0">
                <a:solidFill>
                  <a:srgbClr val="101456"/>
                </a:solidFill>
                <a:latin typeface="Malgun Gothic"/>
                <a:ea typeface="Malgun Gothic"/>
                <a:cs typeface="Malgun Gothic"/>
              </a:rPr>
              <a:t>________________</a:t>
            </a:r>
          </a:p>
        </p:txBody>
      </p:sp>
      <p:sp>
        <p:nvSpPr>
          <p:cNvPr id="18" name="session1-356">
            <a:extLst>
              <a:ext uri="{FF2B5EF4-FFF2-40B4-BE49-F238E27FC236}">
                <a16:creationId xmlns:a16="http://schemas.microsoft.com/office/drawing/2014/main" id="{785C199A-61E4-4B85-AAC3-A23AC9D73007}"/>
              </a:ext>
            </a:extLst>
          </p:cNvPr>
          <p:cNvSpPr>
            <a:spLocks noGrp="1"/>
          </p:cNvSpPr>
          <p:nvPr/>
        </p:nvSpPr>
        <p:spPr>
          <a:xfrm>
            <a:off x="8963025" y="2124075"/>
            <a:ext cx="2533650" cy="2428875"/>
          </a:xfrm>
          <a:prstGeom prst="rect">
            <a:avLst/>
          </a:prstGeom>
          <a:solidFill>
            <a:srgbClr val="101456"/>
          </a:solidFill>
          <a:ln w="0">
            <a:noFill/>
          </a:ln>
        </p:spPr>
        <p:txBody>
          <a:bodyPr/>
          <a:lstStyle/>
          <a:p>
            <a:endParaRPr lang="ko-KR" altLang="en-US"/>
          </a:p>
        </p:txBody>
      </p:sp>
      <p:sp>
        <p:nvSpPr>
          <p:cNvPr id="19" name="session1-357">
            <a:extLst>
              <a:ext uri="{FF2B5EF4-FFF2-40B4-BE49-F238E27FC236}">
                <a16:creationId xmlns:a16="http://schemas.microsoft.com/office/drawing/2014/main" id="{24D9376A-7AFE-443C-8763-A167E0B2BE23}"/>
              </a:ext>
            </a:extLst>
          </p:cNvPr>
          <p:cNvSpPr>
            <a:spLocks noGrp="1"/>
          </p:cNvSpPr>
          <p:nvPr/>
        </p:nvSpPr>
        <p:spPr>
          <a:xfrm>
            <a:off x="9172575" y="2324100"/>
            <a:ext cx="2114550" cy="400050"/>
          </a:xfrm>
          <a:prstGeom prst="rect">
            <a:avLst/>
          </a:prstGeom>
          <a:noFill/>
          <a:ln w="0">
            <a:noFill/>
          </a:ln>
        </p:spPr>
        <p:txBody>
          <a:bodyPr wrap="square" lIns="0" tIns="0" rIns="0" bIns="0" anchor="t">
            <a:noAutofit/>
          </a:bodyPr>
          <a:lstStyle>
            <a:defPPr algn="l">
              <a:defRPr sz="2550" b="1">
                <a:solidFill>
                  <a:srgbClr val="FFFFFF"/>
                </a:solidFill>
                <a:latin typeface="Malgun Gothic"/>
                <a:ea typeface="Malgun Gothic"/>
                <a:cs typeface="Malgun Gothic"/>
              </a:defRPr>
            </a:defPPr>
            <a:lvl1pPr algn="l">
              <a:defRPr sz="2550" b="1">
                <a:solidFill>
                  <a:srgbClr val="FFFFFF"/>
                </a:solidFill>
                <a:latin typeface="Malgun Gothic"/>
                <a:ea typeface="Malgun Gothic"/>
                <a:cs typeface="Malgun Gothic"/>
              </a:defRPr>
            </a:lvl1pPr>
            <a:lvl2pPr algn="l">
              <a:defRPr sz="2550" b="1">
                <a:solidFill>
                  <a:srgbClr val="FFFFFF"/>
                </a:solidFill>
                <a:latin typeface="Malgun Gothic"/>
                <a:ea typeface="Malgun Gothic"/>
                <a:cs typeface="Malgun Gothic"/>
              </a:defRPr>
            </a:lvl2pPr>
            <a:lvl3pPr algn="l">
              <a:defRPr sz="2550" b="1">
                <a:solidFill>
                  <a:srgbClr val="FFFFFF"/>
                </a:solidFill>
                <a:latin typeface="Malgun Gothic"/>
                <a:ea typeface="Malgun Gothic"/>
                <a:cs typeface="Malgun Gothic"/>
              </a:defRPr>
            </a:lvl3pPr>
            <a:lvl4pPr algn="l">
              <a:defRPr sz="2550" b="1">
                <a:solidFill>
                  <a:srgbClr val="FFFFFF"/>
                </a:solidFill>
                <a:latin typeface="Malgun Gothic"/>
                <a:ea typeface="Malgun Gothic"/>
                <a:cs typeface="Malgun Gothic"/>
              </a:defRPr>
            </a:lvl4pPr>
            <a:lvl5pPr algn="l">
              <a:defRPr sz="2550" b="1">
                <a:solidFill>
                  <a:srgbClr val="FFFFFF"/>
                </a:solidFill>
                <a:latin typeface="Malgun Gothic"/>
                <a:ea typeface="Malgun Gothic"/>
                <a:cs typeface="Malgun Gothic"/>
              </a:defRPr>
            </a:lvl5pPr>
            <a:lvl6pPr algn="l">
              <a:defRPr sz="2550" b="1">
                <a:solidFill>
                  <a:srgbClr val="FFFFFF"/>
                </a:solidFill>
                <a:latin typeface="Malgun Gothic"/>
                <a:ea typeface="Malgun Gothic"/>
                <a:cs typeface="Malgun Gothic"/>
              </a:defRPr>
            </a:lvl6pPr>
            <a:lvl7pPr algn="l">
              <a:defRPr sz="2550" b="1">
                <a:solidFill>
                  <a:srgbClr val="FFFFFF"/>
                </a:solidFill>
                <a:latin typeface="Malgun Gothic"/>
                <a:ea typeface="Malgun Gothic"/>
                <a:cs typeface="Malgun Gothic"/>
              </a:defRPr>
            </a:lvl7pPr>
            <a:lvl8pPr algn="l">
              <a:defRPr sz="2550" b="1">
                <a:solidFill>
                  <a:srgbClr val="FFFFFF"/>
                </a:solidFill>
                <a:latin typeface="Malgun Gothic"/>
                <a:ea typeface="Malgun Gothic"/>
                <a:cs typeface="Malgun Gothic"/>
              </a:defRPr>
            </a:lvl8pPr>
            <a:lvl9pPr algn="l">
              <a:defRPr sz="2550" b="1">
                <a:solidFill>
                  <a:srgbClr val="FFFFFF"/>
                </a:solidFill>
                <a:latin typeface="Malgun Gothic"/>
                <a:ea typeface="Malgun Gothic"/>
                <a:cs typeface="Malgun Gothic"/>
              </a:defRPr>
            </a:lvl9pPr>
          </a:lstStyle>
          <a:p>
            <a:pPr algn="l">
              <a:defRPr sz="2550" b="1">
                <a:solidFill>
                  <a:srgbClr val="FFFFFF"/>
                </a:solidFill>
                <a:latin typeface="Malgun Gothic"/>
                <a:ea typeface="Malgun Gothic"/>
                <a:cs typeface="Malgun Gothic"/>
              </a:defRPr>
            </a:pPr>
            <a:r>
              <a:rPr sz="2550" b="1">
                <a:solidFill>
                  <a:srgbClr val="FFFFFF"/>
                </a:solidFill>
                <a:latin typeface="Malgun Gothic"/>
                <a:ea typeface="Malgun Gothic"/>
                <a:cs typeface="Malgun Gothic"/>
              </a:rPr>
              <a:t>04</a:t>
            </a:r>
          </a:p>
        </p:txBody>
      </p:sp>
      <p:sp>
        <p:nvSpPr>
          <p:cNvPr id="20" name="session1-358">
            <a:extLst>
              <a:ext uri="{FF2B5EF4-FFF2-40B4-BE49-F238E27FC236}">
                <a16:creationId xmlns:a16="http://schemas.microsoft.com/office/drawing/2014/main" id="{98D75206-A0AA-47D6-A71C-CA64B4238C56}"/>
              </a:ext>
            </a:extLst>
          </p:cNvPr>
          <p:cNvSpPr>
            <a:spLocks noGrp="1"/>
          </p:cNvSpPr>
          <p:nvPr/>
        </p:nvSpPr>
        <p:spPr>
          <a:xfrm>
            <a:off x="9172575" y="2924175"/>
            <a:ext cx="2114550" cy="361950"/>
          </a:xfrm>
          <a:prstGeom prst="rect">
            <a:avLst/>
          </a:prstGeom>
          <a:noFill/>
          <a:ln w="0">
            <a:noFill/>
          </a:ln>
        </p:spPr>
        <p:txBody>
          <a:bodyPr wrap="square" lIns="0" tIns="0" rIns="0" bIns="0" anchor="t">
            <a:noAutofit/>
          </a:bodyPr>
          <a:lstStyle>
            <a:defPPr algn="l">
              <a:defRPr sz="2025" b="1">
                <a:solidFill>
                  <a:srgbClr val="FFFFFF"/>
                </a:solidFill>
                <a:latin typeface="Malgun Gothic"/>
                <a:ea typeface="Malgun Gothic"/>
                <a:cs typeface="Malgun Gothic"/>
              </a:defRPr>
            </a:defPPr>
            <a:lvl1pPr algn="l">
              <a:defRPr sz="2025" b="1">
                <a:solidFill>
                  <a:srgbClr val="FFFFFF"/>
                </a:solidFill>
                <a:latin typeface="Malgun Gothic"/>
                <a:ea typeface="Malgun Gothic"/>
                <a:cs typeface="Malgun Gothic"/>
              </a:defRPr>
            </a:lvl1pPr>
            <a:lvl2pPr algn="l">
              <a:defRPr sz="2025" b="1">
                <a:solidFill>
                  <a:srgbClr val="FFFFFF"/>
                </a:solidFill>
                <a:latin typeface="Malgun Gothic"/>
                <a:ea typeface="Malgun Gothic"/>
                <a:cs typeface="Malgun Gothic"/>
              </a:defRPr>
            </a:lvl2pPr>
            <a:lvl3pPr algn="l">
              <a:defRPr sz="2025" b="1">
                <a:solidFill>
                  <a:srgbClr val="FFFFFF"/>
                </a:solidFill>
                <a:latin typeface="Malgun Gothic"/>
                <a:ea typeface="Malgun Gothic"/>
                <a:cs typeface="Malgun Gothic"/>
              </a:defRPr>
            </a:lvl3pPr>
            <a:lvl4pPr algn="l">
              <a:defRPr sz="2025" b="1">
                <a:solidFill>
                  <a:srgbClr val="FFFFFF"/>
                </a:solidFill>
                <a:latin typeface="Malgun Gothic"/>
                <a:ea typeface="Malgun Gothic"/>
                <a:cs typeface="Malgun Gothic"/>
              </a:defRPr>
            </a:lvl4pPr>
            <a:lvl5pPr algn="l">
              <a:defRPr sz="2025" b="1">
                <a:solidFill>
                  <a:srgbClr val="FFFFFF"/>
                </a:solidFill>
                <a:latin typeface="Malgun Gothic"/>
                <a:ea typeface="Malgun Gothic"/>
                <a:cs typeface="Malgun Gothic"/>
              </a:defRPr>
            </a:lvl5pPr>
            <a:lvl6pPr algn="l">
              <a:defRPr sz="2025" b="1">
                <a:solidFill>
                  <a:srgbClr val="FFFFFF"/>
                </a:solidFill>
                <a:latin typeface="Malgun Gothic"/>
                <a:ea typeface="Malgun Gothic"/>
                <a:cs typeface="Malgun Gothic"/>
              </a:defRPr>
            </a:lvl6pPr>
            <a:lvl7pPr algn="l">
              <a:defRPr sz="2025" b="1">
                <a:solidFill>
                  <a:srgbClr val="FFFFFF"/>
                </a:solidFill>
                <a:latin typeface="Malgun Gothic"/>
                <a:ea typeface="Malgun Gothic"/>
                <a:cs typeface="Malgun Gothic"/>
              </a:defRPr>
            </a:lvl7pPr>
            <a:lvl8pPr algn="l">
              <a:defRPr sz="2025" b="1">
                <a:solidFill>
                  <a:srgbClr val="FFFFFF"/>
                </a:solidFill>
                <a:latin typeface="Malgun Gothic"/>
                <a:ea typeface="Malgun Gothic"/>
                <a:cs typeface="Malgun Gothic"/>
              </a:defRPr>
            </a:lvl8pPr>
            <a:lvl9pPr algn="l">
              <a:defRPr sz="2025" b="1">
                <a:solidFill>
                  <a:srgbClr val="FFFFFF"/>
                </a:solidFill>
                <a:latin typeface="Malgun Gothic"/>
                <a:ea typeface="Malgun Gothic"/>
                <a:cs typeface="Malgun Gothic"/>
              </a:defRPr>
            </a:lvl9pPr>
          </a:lstStyle>
          <a:p>
            <a:pPr algn="l">
              <a:defRPr sz="2025" b="1">
                <a:solidFill>
                  <a:srgbClr val="FFFFFF"/>
                </a:solidFill>
                <a:latin typeface="Malgun Gothic"/>
                <a:ea typeface="Malgun Gothic"/>
                <a:cs typeface="Malgun Gothic"/>
              </a:defRPr>
            </a:pPr>
            <a:r>
              <a:rPr sz="2025" b="1">
                <a:solidFill>
                  <a:srgbClr val="FFFFFF"/>
                </a:solidFill>
                <a:latin typeface="Malgun Gothic"/>
                <a:ea typeface="Malgun Gothic"/>
                <a:cs typeface="Malgun Gothic"/>
              </a:rPr>
              <a:t>행동</a:t>
            </a:r>
          </a:p>
        </p:txBody>
      </p:sp>
      <p:sp>
        <p:nvSpPr>
          <p:cNvPr id="21" name="session1-359">
            <a:extLst>
              <a:ext uri="{FF2B5EF4-FFF2-40B4-BE49-F238E27FC236}">
                <a16:creationId xmlns:a16="http://schemas.microsoft.com/office/drawing/2014/main" id="{1279AE56-3B59-4D8C-94FE-C0784350D36B}"/>
              </a:ext>
            </a:extLst>
          </p:cNvPr>
          <p:cNvSpPr>
            <a:spLocks noGrp="1"/>
          </p:cNvSpPr>
          <p:nvPr/>
        </p:nvSpPr>
        <p:spPr>
          <a:xfrm>
            <a:off x="9172575" y="3533775"/>
            <a:ext cx="2114550" cy="733425"/>
          </a:xfrm>
          <a:prstGeom prst="rect">
            <a:avLst/>
          </a:prstGeom>
          <a:noFill/>
          <a:ln w="0">
            <a:noFill/>
          </a:ln>
        </p:spPr>
        <p:txBody>
          <a:bodyPr wrap="square" lIns="0" tIns="0" rIns="0" bIns="0" anchor="t">
            <a:noAutofit/>
          </a:bodyPr>
          <a:lstStyle>
            <a:defPPr algn="l">
              <a:defRPr sz="1650" b="0">
                <a:solidFill>
                  <a:srgbClr val="FFFFFF"/>
                </a:solidFill>
                <a:latin typeface="Malgun Gothic"/>
                <a:ea typeface="Malgun Gothic"/>
                <a:cs typeface="Malgun Gothic"/>
              </a:defRPr>
            </a:defPPr>
            <a:lvl1pPr algn="l">
              <a:defRPr sz="1650" b="0">
                <a:solidFill>
                  <a:srgbClr val="FFFFFF"/>
                </a:solidFill>
                <a:latin typeface="Malgun Gothic"/>
                <a:ea typeface="Malgun Gothic"/>
                <a:cs typeface="Malgun Gothic"/>
              </a:defRPr>
            </a:lvl1pPr>
            <a:lvl2pPr algn="l">
              <a:defRPr sz="1650" b="0">
                <a:solidFill>
                  <a:srgbClr val="FFFFFF"/>
                </a:solidFill>
                <a:latin typeface="Malgun Gothic"/>
                <a:ea typeface="Malgun Gothic"/>
                <a:cs typeface="Malgun Gothic"/>
              </a:defRPr>
            </a:lvl2pPr>
            <a:lvl3pPr algn="l">
              <a:defRPr sz="1650" b="0">
                <a:solidFill>
                  <a:srgbClr val="FFFFFF"/>
                </a:solidFill>
                <a:latin typeface="Malgun Gothic"/>
                <a:ea typeface="Malgun Gothic"/>
                <a:cs typeface="Malgun Gothic"/>
              </a:defRPr>
            </a:lvl3pPr>
            <a:lvl4pPr algn="l">
              <a:defRPr sz="1650" b="0">
                <a:solidFill>
                  <a:srgbClr val="FFFFFF"/>
                </a:solidFill>
                <a:latin typeface="Malgun Gothic"/>
                <a:ea typeface="Malgun Gothic"/>
                <a:cs typeface="Malgun Gothic"/>
              </a:defRPr>
            </a:lvl4pPr>
            <a:lvl5pPr algn="l">
              <a:defRPr sz="1650" b="0">
                <a:solidFill>
                  <a:srgbClr val="FFFFFF"/>
                </a:solidFill>
                <a:latin typeface="Malgun Gothic"/>
                <a:ea typeface="Malgun Gothic"/>
                <a:cs typeface="Malgun Gothic"/>
              </a:defRPr>
            </a:lvl5pPr>
            <a:lvl6pPr algn="l">
              <a:defRPr sz="1650" b="0">
                <a:solidFill>
                  <a:srgbClr val="FFFFFF"/>
                </a:solidFill>
                <a:latin typeface="Malgun Gothic"/>
                <a:ea typeface="Malgun Gothic"/>
                <a:cs typeface="Malgun Gothic"/>
              </a:defRPr>
            </a:lvl6pPr>
            <a:lvl7pPr algn="l">
              <a:defRPr sz="1650" b="0">
                <a:solidFill>
                  <a:srgbClr val="FFFFFF"/>
                </a:solidFill>
                <a:latin typeface="Malgun Gothic"/>
                <a:ea typeface="Malgun Gothic"/>
                <a:cs typeface="Malgun Gothic"/>
              </a:defRPr>
            </a:lvl7pPr>
            <a:lvl8pPr algn="l">
              <a:defRPr sz="1650" b="0">
                <a:solidFill>
                  <a:srgbClr val="FFFFFF"/>
                </a:solidFill>
                <a:latin typeface="Malgun Gothic"/>
                <a:ea typeface="Malgun Gothic"/>
                <a:cs typeface="Malgun Gothic"/>
              </a:defRPr>
            </a:lvl8pPr>
            <a:lvl9pPr algn="l">
              <a:defRPr sz="1650" b="0">
                <a:solidFill>
                  <a:srgbClr val="FFFFFF"/>
                </a:solidFill>
                <a:latin typeface="Malgun Gothic"/>
                <a:ea typeface="Malgun Gothic"/>
                <a:cs typeface="Malgun Gothic"/>
              </a:defRPr>
            </a:lvl9pPr>
          </a:lstStyle>
          <a:p>
            <a:pPr algn="l">
              <a:defRPr sz="1650" b="0">
                <a:solidFill>
                  <a:srgbClr val="FFFFFF"/>
                </a:solidFill>
                <a:latin typeface="Malgun Gothic"/>
                <a:ea typeface="Malgun Gothic"/>
                <a:cs typeface="Malgun Gothic"/>
              </a:defRPr>
            </a:pPr>
            <a:r>
              <a:rPr sz="1650" b="0">
                <a:solidFill>
                  <a:srgbClr val="FFFFFF"/>
                </a:solidFill>
                <a:latin typeface="Malgun Gothic"/>
                <a:ea typeface="Malgun Gothic"/>
                <a:cs typeface="Malgun Gothic"/>
              </a:rPr>
              <a:t>문의·신청·주문 안내</a:t>
            </a:r>
          </a:p>
          <a:p>
            <a:pPr algn="l">
              <a:defRPr sz="1650" b="0">
                <a:solidFill>
                  <a:srgbClr val="FFFFFF"/>
                </a:solidFill>
                <a:latin typeface="Malgun Gothic"/>
                <a:ea typeface="Malgun Gothic"/>
                <a:cs typeface="Malgun Gothic"/>
              </a:defRPr>
            </a:pPr>
            <a:r>
              <a:rPr sz="1650" b="0">
                <a:solidFill>
                  <a:srgbClr val="FFFFFF"/>
                </a:solidFill>
                <a:latin typeface="Malgun Gothic"/>
                <a:ea typeface="Malgun Gothic"/>
                <a:cs typeface="Malgun Gothic"/>
              </a:rPr>
              <a:t>________________</a:t>
            </a:r>
          </a:p>
        </p:txBody>
      </p:sp>
      <p:sp>
        <p:nvSpPr>
          <p:cNvPr id="22" name="session1-360">
            <a:extLst>
              <a:ext uri="{FF2B5EF4-FFF2-40B4-BE49-F238E27FC236}">
                <a16:creationId xmlns:a16="http://schemas.microsoft.com/office/drawing/2014/main" id="{DF4ADA1D-4FCC-43A8-9CC6-2D8A858B252C}"/>
              </a:ext>
            </a:extLst>
          </p:cNvPr>
          <p:cNvSpPr>
            <a:spLocks noGrp="1"/>
          </p:cNvSpPr>
          <p:nvPr/>
        </p:nvSpPr>
        <p:spPr>
          <a:xfrm>
            <a:off x="609600" y="4905375"/>
            <a:ext cx="10820400" cy="371475"/>
          </a:xfrm>
          <a:prstGeom prst="rect">
            <a:avLst/>
          </a:prstGeom>
          <a:noFill/>
          <a:ln w="0">
            <a:noFill/>
          </a:ln>
        </p:spPr>
        <p:txBody>
          <a:bodyPr wrap="square" lIns="0" tIns="0" rIns="0" bIns="0" anchor="t">
            <a:noAutofit/>
          </a:bodyPr>
          <a:lstStyle>
            <a:defPPr algn="l">
              <a:defRPr sz="1650" b="0">
                <a:solidFill>
                  <a:srgbClr val="15171C"/>
                </a:solidFill>
                <a:latin typeface="Malgun Gothic"/>
                <a:ea typeface="Malgun Gothic"/>
                <a:cs typeface="Malgun Gothic"/>
              </a:defRPr>
            </a:defPPr>
            <a:lvl1pPr algn="l">
              <a:defRPr sz="1650" b="0">
                <a:solidFill>
                  <a:srgbClr val="15171C"/>
                </a:solidFill>
                <a:latin typeface="Malgun Gothic"/>
                <a:ea typeface="Malgun Gothic"/>
                <a:cs typeface="Malgun Gothic"/>
              </a:defRPr>
            </a:lvl1pPr>
            <a:lvl2pPr algn="l">
              <a:defRPr sz="1650" b="0">
                <a:solidFill>
                  <a:srgbClr val="15171C"/>
                </a:solidFill>
                <a:latin typeface="Malgun Gothic"/>
                <a:ea typeface="Malgun Gothic"/>
                <a:cs typeface="Malgun Gothic"/>
              </a:defRPr>
            </a:lvl2pPr>
            <a:lvl3pPr algn="l">
              <a:defRPr sz="1650" b="0">
                <a:solidFill>
                  <a:srgbClr val="15171C"/>
                </a:solidFill>
                <a:latin typeface="Malgun Gothic"/>
                <a:ea typeface="Malgun Gothic"/>
                <a:cs typeface="Malgun Gothic"/>
              </a:defRPr>
            </a:lvl3pPr>
            <a:lvl4pPr algn="l">
              <a:defRPr sz="1650" b="0">
                <a:solidFill>
                  <a:srgbClr val="15171C"/>
                </a:solidFill>
                <a:latin typeface="Malgun Gothic"/>
                <a:ea typeface="Malgun Gothic"/>
                <a:cs typeface="Malgun Gothic"/>
              </a:defRPr>
            </a:lvl4pPr>
            <a:lvl5pPr algn="l">
              <a:defRPr sz="1650" b="0">
                <a:solidFill>
                  <a:srgbClr val="15171C"/>
                </a:solidFill>
                <a:latin typeface="Malgun Gothic"/>
                <a:ea typeface="Malgun Gothic"/>
                <a:cs typeface="Malgun Gothic"/>
              </a:defRPr>
            </a:lvl5pPr>
            <a:lvl6pPr algn="l">
              <a:defRPr sz="1650" b="0">
                <a:solidFill>
                  <a:srgbClr val="15171C"/>
                </a:solidFill>
                <a:latin typeface="Malgun Gothic"/>
                <a:ea typeface="Malgun Gothic"/>
                <a:cs typeface="Malgun Gothic"/>
              </a:defRPr>
            </a:lvl6pPr>
            <a:lvl7pPr algn="l">
              <a:defRPr sz="1650" b="0">
                <a:solidFill>
                  <a:srgbClr val="15171C"/>
                </a:solidFill>
                <a:latin typeface="Malgun Gothic"/>
                <a:ea typeface="Malgun Gothic"/>
                <a:cs typeface="Malgun Gothic"/>
              </a:defRPr>
            </a:lvl7pPr>
            <a:lvl8pPr algn="l">
              <a:defRPr sz="1650" b="0">
                <a:solidFill>
                  <a:srgbClr val="15171C"/>
                </a:solidFill>
                <a:latin typeface="Malgun Gothic"/>
                <a:ea typeface="Malgun Gothic"/>
                <a:cs typeface="Malgun Gothic"/>
              </a:defRPr>
            </a:lvl8pPr>
            <a:lvl9pPr algn="l">
              <a:defRPr sz="1650" b="0">
                <a:solidFill>
                  <a:srgbClr val="15171C"/>
                </a:solidFill>
                <a:latin typeface="Malgun Gothic"/>
                <a:ea typeface="Malgun Gothic"/>
                <a:cs typeface="Malgun Gothic"/>
              </a:defRPr>
            </a:lvl9pPr>
          </a:lstStyle>
          <a:p>
            <a:pPr algn="l">
              <a:defRPr sz="1650" b="0">
                <a:solidFill>
                  <a:srgbClr val="15171C"/>
                </a:solidFill>
                <a:latin typeface="Malgun Gothic"/>
                <a:ea typeface="Malgun Gothic"/>
                <a:cs typeface="Malgun Gothic"/>
              </a:defRPr>
            </a:pPr>
            <a:r>
              <a:rPr sz="1650" b="0">
                <a:solidFill>
                  <a:srgbClr val="15171C"/>
                </a:solidFill>
                <a:latin typeface="Malgun Gothic"/>
                <a:ea typeface="Malgun Gothic"/>
                <a:cs typeface="Malgun Gothic"/>
              </a:rPr>
              <a:t>내 주제 __________________  대상 __________________  전달할 행동 __________________</a:t>
            </a:r>
          </a:p>
        </p:txBody>
      </p:sp>
      <p:sp>
        <p:nvSpPr>
          <p:cNvPr id="23" name="session1-361">
            <a:extLst>
              <a:ext uri="{FF2B5EF4-FFF2-40B4-BE49-F238E27FC236}">
                <a16:creationId xmlns:a16="http://schemas.microsoft.com/office/drawing/2014/main" id="{52DF1DBC-E727-4734-95F9-482E12952ACA}"/>
              </a:ext>
            </a:extLst>
          </p:cNvPr>
          <p:cNvSpPr>
            <a:spLocks noGrp="1"/>
          </p:cNvSpPr>
          <p:nvPr/>
        </p:nvSpPr>
        <p:spPr>
          <a:xfrm>
            <a:off x="609600" y="5429250"/>
            <a:ext cx="10820400" cy="361950"/>
          </a:xfrm>
          <a:prstGeom prst="rect">
            <a:avLst/>
          </a:prstGeom>
          <a:noFill/>
          <a:ln w="0">
            <a:noFill/>
          </a:ln>
        </p:spPr>
        <p:txBody>
          <a:bodyPr wrap="square" lIns="0" tIns="0" rIns="0" bIns="0" anchor="t">
            <a:noAutofit/>
          </a:bodyPr>
          <a:lstStyle>
            <a:defPPr algn="l">
              <a:defRPr sz="1800" b="1">
                <a:solidFill>
                  <a:srgbClr val="101456"/>
                </a:solidFill>
                <a:latin typeface="Malgun Gothic"/>
                <a:ea typeface="Malgun Gothic"/>
                <a:cs typeface="Malgun Gothic"/>
              </a:defRPr>
            </a:defPPr>
            <a:lvl1pPr algn="l">
              <a:defRPr sz="1800" b="1">
                <a:solidFill>
                  <a:srgbClr val="101456"/>
                </a:solidFill>
                <a:latin typeface="Malgun Gothic"/>
                <a:ea typeface="Malgun Gothic"/>
                <a:cs typeface="Malgun Gothic"/>
              </a:defRPr>
            </a:lvl1pPr>
            <a:lvl2pPr algn="l">
              <a:defRPr sz="1800" b="1">
                <a:solidFill>
                  <a:srgbClr val="101456"/>
                </a:solidFill>
                <a:latin typeface="Malgun Gothic"/>
                <a:ea typeface="Malgun Gothic"/>
                <a:cs typeface="Malgun Gothic"/>
              </a:defRPr>
            </a:lvl2pPr>
            <a:lvl3pPr algn="l">
              <a:defRPr sz="1800" b="1">
                <a:solidFill>
                  <a:srgbClr val="101456"/>
                </a:solidFill>
                <a:latin typeface="Malgun Gothic"/>
                <a:ea typeface="Malgun Gothic"/>
                <a:cs typeface="Malgun Gothic"/>
              </a:defRPr>
            </a:lvl3pPr>
            <a:lvl4pPr algn="l">
              <a:defRPr sz="1800" b="1">
                <a:solidFill>
                  <a:srgbClr val="101456"/>
                </a:solidFill>
                <a:latin typeface="Malgun Gothic"/>
                <a:ea typeface="Malgun Gothic"/>
                <a:cs typeface="Malgun Gothic"/>
              </a:defRPr>
            </a:lvl4pPr>
            <a:lvl5pPr algn="l">
              <a:defRPr sz="1800" b="1">
                <a:solidFill>
                  <a:srgbClr val="101456"/>
                </a:solidFill>
                <a:latin typeface="Malgun Gothic"/>
                <a:ea typeface="Malgun Gothic"/>
                <a:cs typeface="Malgun Gothic"/>
              </a:defRPr>
            </a:lvl5pPr>
            <a:lvl6pPr algn="l">
              <a:defRPr sz="1800" b="1">
                <a:solidFill>
                  <a:srgbClr val="101456"/>
                </a:solidFill>
                <a:latin typeface="Malgun Gothic"/>
                <a:ea typeface="Malgun Gothic"/>
                <a:cs typeface="Malgun Gothic"/>
              </a:defRPr>
            </a:lvl6pPr>
            <a:lvl7pPr algn="l">
              <a:defRPr sz="1800" b="1">
                <a:solidFill>
                  <a:srgbClr val="101456"/>
                </a:solidFill>
                <a:latin typeface="Malgun Gothic"/>
                <a:ea typeface="Malgun Gothic"/>
                <a:cs typeface="Malgun Gothic"/>
              </a:defRPr>
            </a:lvl7pPr>
            <a:lvl8pPr algn="l">
              <a:defRPr sz="1800" b="1">
                <a:solidFill>
                  <a:srgbClr val="101456"/>
                </a:solidFill>
                <a:latin typeface="Malgun Gothic"/>
                <a:ea typeface="Malgun Gothic"/>
                <a:cs typeface="Malgun Gothic"/>
              </a:defRPr>
            </a:lvl8pPr>
            <a:lvl9pPr algn="l">
              <a:defRPr sz="1800" b="1">
                <a:solidFill>
                  <a:srgbClr val="101456"/>
                </a:solidFill>
                <a:latin typeface="Malgun Gothic"/>
                <a:ea typeface="Malgun Gothic"/>
                <a:cs typeface="Malgun Gothic"/>
              </a:defRPr>
            </a:lvl9pPr>
          </a:lstStyle>
          <a:p>
            <a:pPr algn="l">
              <a:defRPr sz="1800" b="1">
                <a:solidFill>
                  <a:srgbClr val="101456"/>
                </a:solidFill>
                <a:latin typeface="Malgun Gothic"/>
                <a:ea typeface="Malgun Gothic"/>
                <a:cs typeface="Malgun Gothic"/>
              </a:defRPr>
            </a:pPr>
            <a:r>
              <a:rPr sz="1800" b="1">
                <a:solidFill>
                  <a:srgbClr val="101456"/>
                </a:solidFill>
                <a:latin typeface="Malgun Gothic"/>
                <a:ea typeface="Malgun Gothic"/>
                <a:cs typeface="Malgun Gothic"/>
              </a:rPr>
              <a:t>확인 전 공유하지 않을 조건  가격·배송·교육 일정·효능·거래 조건</a:t>
            </a:r>
          </a:p>
        </p:txBody>
      </p:sp>
      <p:sp>
        <p:nvSpPr>
          <p:cNvPr id="24" name="session1-362">
            <a:extLst>
              <a:ext uri="{FF2B5EF4-FFF2-40B4-BE49-F238E27FC236}">
                <a16:creationId xmlns:a16="http://schemas.microsoft.com/office/drawing/2014/main" id="{DEB7B185-135F-4CE5-83B4-163BBD1EBA1B}"/>
              </a:ext>
            </a:extLst>
          </p:cNvPr>
          <p:cNvSpPr>
            <a:spLocks noGrp="1"/>
          </p:cNvSpPr>
          <p:nvPr/>
        </p:nvSpPr>
        <p:spPr>
          <a:xfrm>
            <a:off x="609600" y="5962650"/>
            <a:ext cx="10820400" cy="304800"/>
          </a:xfrm>
          <a:prstGeom prst="rect">
            <a:avLst/>
          </a:prstGeom>
          <a:noFill/>
          <a:ln w="0">
            <a:noFill/>
          </a:ln>
        </p:spPr>
        <p:txBody>
          <a:bodyPr wrap="square" lIns="0" tIns="0" rIns="0" bIns="0" anchor="t">
            <a:noAutofit/>
          </a:bodyPr>
          <a:lstStyle>
            <a:defPPr algn="l">
              <a:defRPr sz="1575" b="0">
                <a:solidFill>
                  <a:srgbClr val="616773"/>
                </a:solidFill>
                <a:latin typeface="Malgun Gothic"/>
                <a:ea typeface="Malgun Gothic"/>
                <a:cs typeface="Malgun Gothic"/>
              </a:defRPr>
            </a:defPPr>
            <a:lvl1pPr algn="l">
              <a:defRPr sz="1575" b="0">
                <a:solidFill>
                  <a:srgbClr val="616773"/>
                </a:solidFill>
                <a:latin typeface="Malgun Gothic"/>
                <a:ea typeface="Malgun Gothic"/>
                <a:cs typeface="Malgun Gothic"/>
              </a:defRPr>
            </a:lvl1pPr>
            <a:lvl2pPr algn="l">
              <a:defRPr sz="1575" b="0">
                <a:solidFill>
                  <a:srgbClr val="616773"/>
                </a:solidFill>
                <a:latin typeface="Malgun Gothic"/>
                <a:ea typeface="Malgun Gothic"/>
                <a:cs typeface="Malgun Gothic"/>
              </a:defRPr>
            </a:lvl2pPr>
            <a:lvl3pPr algn="l">
              <a:defRPr sz="1575" b="0">
                <a:solidFill>
                  <a:srgbClr val="616773"/>
                </a:solidFill>
                <a:latin typeface="Malgun Gothic"/>
                <a:ea typeface="Malgun Gothic"/>
                <a:cs typeface="Malgun Gothic"/>
              </a:defRPr>
            </a:lvl3pPr>
            <a:lvl4pPr algn="l">
              <a:defRPr sz="1575" b="0">
                <a:solidFill>
                  <a:srgbClr val="616773"/>
                </a:solidFill>
                <a:latin typeface="Malgun Gothic"/>
                <a:ea typeface="Malgun Gothic"/>
                <a:cs typeface="Malgun Gothic"/>
              </a:defRPr>
            </a:lvl4pPr>
            <a:lvl5pPr algn="l">
              <a:defRPr sz="1575" b="0">
                <a:solidFill>
                  <a:srgbClr val="616773"/>
                </a:solidFill>
                <a:latin typeface="Malgun Gothic"/>
                <a:ea typeface="Malgun Gothic"/>
                <a:cs typeface="Malgun Gothic"/>
              </a:defRPr>
            </a:lvl5pPr>
            <a:lvl6pPr algn="l">
              <a:defRPr sz="1575" b="0">
                <a:solidFill>
                  <a:srgbClr val="616773"/>
                </a:solidFill>
                <a:latin typeface="Malgun Gothic"/>
                <a:ea typeface="Malgun Gothic"/>
                <a:cs typeface="Malgun Gothic"/>
              </a:defRPr>
            </a:lvl6pPr>
            <a:lvl7pPr algn="l">
              <a:defRPr sz="1575" b="0">
                <a:solidFill>
                  <a:srgbClr val="616773"/>
                </a:solidFill>
                <a:latin typeface="Malgun Gothic"/>
                <a:ea typeface="Malgun Gothic"/>
                <a:cs typeface="Malgun Gothic"/>
              </a:defRPr>
            </a:lvl7pPr>
            <a:lvl8pPr algn="l">
              <a:defRPr sz="1575" b="0">
                <a:solidFill>
                  <a:srgbClr val="616773"/>
                </a:solidFill>
                <a:latin typeface="Malgun Gothic"/>
                <a:ea typeface="Malgun Gothic"/>
                <a:cs typeface="Malgun Gothic"/>
              </a:defRPr>
            </a:lvl8pPr>
            <a:lvl9pPr algn="l">
              <a:defRPr sz="1575" b="0">
                <a:solidFill>
                  <a:srgbClr val="616773"/>
                </a:solidFill>
                <a:latin typeface="Malgun Gothic"/>
                <a:ea typeface="Malgun Gothic"/>
                <a:cs typeface="Malgun Gothic"/>
              </a:defRPr>
            </a:lvl9pPr>
          </a:lstStyle>
          <a:p>
            <a:pPr algn="l">
              <a:defRPr sz="1575" b="0">
                <a:solidFill>
                  <a:srgbClr val="616773"/>
                </a:solidFill>
                <a:latin typeface="Malgun Gothic"/>
                <a:ea typeface="Malgun Gothic"/>
                <a:cs typeface="Malgun Gothic"/>
              </a:defRPr>
            </a:pPr>
            <a:r>
              <a:rPr sz="1575" b="0">
                <a:solidFill>
                  <a:srgbClr val="616773"/>
                </a:solidFill>
                <a:latin typeface="Malgun Gothic"/>
                <a:ea typeface="Malgun Gothic"/>
                <a:cs typeface="Malgun Gothic"/>
              </a:rPr>
              <a:t>무료 진행  TXT 문안 → 글자·도형 HTML 예시 확인 → 필요하면 PDF 인쇄</a:t>
            </a:r>
          </a:p>
        </p:txBody>
      </p:sp>
    </p:spTree>
    <p:extLst>
      <p:ext uri="{BB962C8B-B14F-4D97-AF65-F5344CB8AC3E}">
        <p14:creationId xmlns:p14="http://schemas.microsoft.com/office/powerpoint/2010/main" val="20061140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session1-363">
            <a:extLst>
              <a:ext uri="{FF2B5EF4-FFF2-40B4-BE49-F238E27FC236}">
                <a16:creationId xmlns:a16="http://schemas.microsoft.com/office/drawing/2014/main" id="{E9A86134-AEB6-49AC-9EAA-8E9F09A014AE}"/>
              </a:ext>
            </a:extLst>
          </p:cNvPr>
          <p:cNvSpPr>
            <a:spLocks noGrp="1"/>
          </p:cNvSpPr>
          <p:nvPr/>
        </p:nvSpPr>
        <p:spPr>
          <a:xfrm>
            <a:off x="590550" y="295275"/>
            <a:ext cx="9715500" cy="228600"/>
          </a:xfrm>
          <a:prstGeom prst="rect">
            <a:avLst/>
          </a:prstGeom>
          <a:noFill/>
          <a:ln w="0">
            <a:noFill/>
          </a:ln>
        </p:spPr>
        <p:txBody>
          <a:bodyPr wrap="square" lIns="0" tIns="0" rIns="0" bIns="0" anchor="t">
            <a:noAutofit/>
          </a:bodyPr>
          <a:lstStyle>
            <a:defPPr algn="l">
              <a:defRPr sz="1050" b="0">
                <a:solidFill>
                  <a:srgbClr val="616773"/>
                </a:solidFill>
                <a:latin typeface="Malgun Gothic"/>
                <a:ea typeface="Malgun Gothic"/>
                <a:cs typeface="Malgun Gothic"/>
              </a:defRPr>
            </a:defPPr>
            <a:lvl1pPr algn="l">
              <a:defRPr sz="1050" b="0">
                <a:solidFill>
                  <a:srgbClr val="616773"/>
                </a:solidFill>
                <a:latin typeface="Malgun Gothic"/>
                <a:ea typeface="Malgun Gothic"/>
                <a:cs typeface="Malgun Gothic"/>
              </a:defRPr>
            </a:lvl1pPr>
            <a:lvl2pPr algn="l">
              <a:defRPr sz="1050" b="0">
                <a:solidFill>
                  <a:srgbClr val="616773"/>
                </a:solidFill>
                <a:latin typeface="Malgun Gothic"/>
                <a:ea typeface="Malgun Gothic"/>
                <a:cs typeface="Malgun Gothic"/>
              </a:defRPr>
            </a:lvl2pPr>
            <a:lvl3pPr algn="l">
              <a:defRPr sz="1050" b="0">
                <a:solidFill>
                  <a:srgbClr val="616773"/>
                </a:solidFill>
                <a:latin typeface="Malgun Gothic"/>
                <a:ea typeface="Malgun Gothic"/>
                <a:cs typeface="Malgun Gothic"/>
              </a:defRPr>
            </a:lvl3pPr>
            <a:lvl4pPr algn="l">
              <a:defRPr sz="1050" b="0">
                <a:solidFill>
                  <a:srgbClr val="616773"/>
                </a:solidFill>
                <a:latin typeface="Malgun Gothic"/>
                <a:ea typeface="Malgun Gothic"/>
                <a:cs typeface="Malgun Gothic"/>
              </a:defRPr>
            </a:lvl4pPr>
            <a:lvl5pPr algn="l">
              <a:defRPr sz="1050" b="0">
                <a:solidFill>
                  <a:srgbClr val="616773"/>
                </a:solidFill>
                <a:latin typeface="Malgun Gothic"/>
                <a:ea typeface="Malgun Gothic"/>
                <a:cs typeface="Malgun Gothic"/>
              </a:defRPr>
            </a:lvl5pPr>
            <a:lvl6pPr algn="l">
              <a:defRPr sz="1050" b="0">
                <a:solidFill>
                  <a:srgbClr val="616773"/>
                </a:solidFill>
                <a:latin typeface="Malgun Gothic"/>
                <a:ea typeface="Malgun Gothic"/>
                <a:cs typeface="Malgun Gothic"/>
              </a:defRPr>
            </a:lvl6pPr>
            <a:lvl7pPr algn="l">
              <a:defRPr sz="1050" b="0">
                <a:solidFill>
                  <a:srgbClr val="616773"/>
                </a:solidFill>
                <a:latin typeface="Malgun Gothic"/>
                <a:ea typeface="Malgun Gothic"/>
                <a:cs typeface="Malgun Gothic"/>
              </a:defRPr>
            </a:lvl7pPr>
            <a:lvl8pPr algn="l">
              <a:defRPr sz="1050" b="0">
                <a:solidFill>
                  <a:srgbClr val="616773"/>
                </a:solidFill>
                <a:latin typeface="Malgun Gothic"/>
                <a:ea typeface="Malgun Gothic"/>
                <a:cs typeface="Malgun Gothic"/>
              </a:defRPr>
            </a:lvl8pPr>
            <a:lvl9pPr algn="l">
              <a:defRPr sz="1050" b="0">
                <a:solidFill>
                  <a:srgbClr val="616773"/>
                </a:solidFill>
                <a:latin typeface="Malgun Gothic"/>
                <a:ea typeface="Malgun Gothic"/>
                <a:cs typeface="Malgun Gothic"/>
              </a:defRPr>
            </a:lvl9pPr>
          </a:lstStyle>
          <a:p>
            <a:pPr algn="l">
              <a:defRPr sz="1050" b="0">
                <a:solidFill>
                  <a:srgbClr val="616773"/>
                </a:solidFill>
                <a:latin typeface="Malgun Gothic"/>
                <a:ea typeface="Malgun Gothic"/>
                <a:cs typeface="Malgun Gothic"/>
              </a:defRPr>
            </a:pPr>
            <a:r>
              <a:rPr sz="1050" b="0">
                <a:solidFill>
                  <a:srgbClr val="616773"/>
                </a:solidFill>
                <a:latin typeface="Malgun Gothic"/>
                <a:ea typeface="Malgun Gothic"/>
                <a:cs typeface="Malgun Gothic"/>
              </a:rPr>
              <a:t>1회기 · 마무리와 다음 회기</a:t>
            </a:r>
          </a:p>
        </p:txBody>
      </p:sp>
      <p:sp>
        <p:nvSpPr>
          <p:cNvPr id="2" name="session1-364">
            <a:extLst>
              <a:ext uri="{FF2B5EF4-FFF2-40B4-BE49-F238E27FC236}">
                <a16:creationId xmlns:a16="http://schemas.microsoft.com/office/drawing/2014/main" id="{04B5E157-58D3-4D4C-B016-32E61B397195}"/>
              </a:ext>
            </a:extLst>
          </p:cNvPr>
          <p:cNvSpPr>
            <a:spLocks noGrp="1"/>
          </p:cNvSpPr>
          <p:nvPr/>
        </p:nvSpPr>
        <p:spPr>
          <a:xfrm>
            <a:off x="571500" y="742950"/>
            <a:ext cx="11049000" cy="609600"/>
          </a:xfrm>
          <a:prstGeom prst="rect">
            <a:avLst/>
          </a:prstGeom>
          <a:noFill/>
          <a:ln w="0">
            <a:noFill/>
          </a:ln>
        </p:spPr>
        <p:txBody>
          <a:bodyPr wrap="square" lIns="0" tIns="0" rIns="0" bIns="0" anchor="t">
            <a:noAutofit/>
          </a:bodyPr>
          <a:lstStyle>
            <a:defPPr algn="l">
              <a:defRPr sz="3000" b="1">
                <a:solidFill>
                  <a:srgbClr val="15171C"/>
                </a:solidFill>
                <a:latin typeface="Malgun Gothic"/>
                <a:ea typeface="Malgun Gothic"/>
                <a:cs typeface="Malgun Gothic"/>
              </a:defRPr>
            </a:defPPr>
            <a:lvl1pPr algn="l">
              <a:defRPr sz="3000" b="1">
                <a:solidFill>
                  <a:srgbClr val="15171C"/>
                </a:solidFill>
                <a:latin typeface="Malgun Gothic"/>
                <a:ea typeface="Malgun Gothic"/>
                <a:cs typeface="Malgun Gothic"/>
              </a:defRPr>
            </a:lvl1pPr>
            <a:lvl2pPr algn="l">
              <a:defRPr sz="3000" b="1">
                <a:solidFill>
                  <a:srgbClr val="15171C"/>
                </a:solidFill>
                <a:latin typeface="Malgun Gothic"/>
                <a:ea typeface="Malgun Gothic"/>
                <a:cs typeface="Malgun Gothic"/>
              </a:defRPr>
            </a:lvl2pPr>
            <a:lvl3pPr algn="l">
              <a:defRPr sz="3000" b="1">
                <a:solidFill>
                  <a:srgbClr val="15171C"/>
                </a:solidFill>
                <a:latin typeface="Malgun Gothic"/>
                <a:ea typeface="Malgun Gothic"/>
                <a:cs typeface="Malgun Gothic"/>
              </a:defRPr>
            </a:lvl3pPr>
            <a:lvl4pPr algn="l">
              <a:defRPr sz="3000" b="1">
                <a:solidFill>
                  <a:srgbClr val="15171C"/>
                </a:solidFill>
                <a:latin typeface="Malgun Gothic"/>
                <a:ea typeface="Malgun Gothic"/>
                <a:cs typeface="Malgun Gothic"/>
              </a:defRPr>
            </a:lvl4pPr>
            <a:lvl5pPr algn="l">
              <a:defRPr sz="3000" b="1">
                <a:solidFill>
                  <a:srgbClr val="15171C"/>
                </a:solidFill>
                <a:latin typeface="Malgun Gothic"/>
                <a:ea typeface="Malgun Gothic"/>
                <a:cs typeface="Malgun Gothic"/>
              </a:defRPr>
            </a:lvl5pPr>
            <a:lvl6pPr algn="l">
              <a:defRPr sz="3000" b="1">
                <a:solidFill>
                  <a:srgbClr val="15171C"/>
                </a:solidFill>
                <a:latin typeface="Malgun Gothic"/>
                <a:ea typeface="Malgun Gothic"/>
                <a:cs typeface="Malgun Gothic"/>
              </a:defRPr>
            </a:lvl6pPr>
            <a:lvl7pPr algn="l">
              <a:defRPr sz="3000" b="1">
                <a:solidFill>
                  <a:srgbClr val="15171C"/>
                </a:solidFill>
                <a:latin typeface="Malgun Gothic"/>
                <a:ea typeface="Malgun Gothic"/>
                <a:cs typeface="Malgun Gothic"/>
              </a:defRPr>
            </a:lvl7pPr>
            <a:lvl8pPr algn="l">
              <a:defRPr sz="3000" b="1">
                <a:solidFill>
                  <a:srgbClr val="15171C"/>
                </a:solidFill>
                <a:latin typeface="Malgun Gothic"/>
                <a:ea typeface="Malgun Gothic"/>
                <a:cs typeface="Malgun Gothic"/>
              </a:defRPr>
            </a:lvl8pPr>
            <a:lvl9pPr algn="l">
              <a:defRPr sz="3000" b="1">
                <a:solidFill>
                  <a:srgbClr val="15171C"/>
                </a:solidFill>
                <a:latin typeface="Malgun Gothic"/>
                <a:ea typeface="Malgun Gothic"/>
                <a:cs typeface="Malgun Gothic"/>
              </a:defRPr>
            </a:lvl9pPr>
          </a:lstStyle>
          <a:p>
            <a:pPr algn="l">
              <a:defRPr sz="3000" b="1">
                <a:solidFill>
                  <a:srgbClr val="15171C"/>
                </a:solidFill>
                <a:latin typeface="Malgun Gothic"/>
                <a:ea typeface="Malgun Gothic"/>
                <a:cs typeface="Malgun Gothic"/>
              </a:defRPr>
            </a:pPr>
            <a:r>
              <a:rPr sz="3000" b="1">
                <a:solidFill>
                  <a:srgbClr val="15171C"/>
                </a:solidFill>
                <a:latin typeface="Malgun Gothic"/>
                <a:ea typeface="Malgun Gothic"/>
                <a:cs typeface="Malgun Gothic"/>
              </a:rPr>
              <a:t>근거를 설명할 수 있는 초안을 제출합니다</a:t>
            </a:r>
          </a:p>
        </p:txBody>
      </p:sp>
      <p:sp>
        <p:nvSpPr>
          <p:cNvPr id="3" name="session1-365">
            <a:extLst>
              <a:ext uri="{FF2B5EF4-FFF2-40B4-BE49-F238E27FC236}">
                <a16:creationId xmlns:a16="http://schemas.microsoft.com/office/drawing/2014/main" id="{46D66110-C700-4CA3-B031-43A05670AF56}"/>
              </a:ext>
            </a:extLst>
          </p:cNvPr>
          <p:cNvSpPr>
            <a:spLocks noGrp="1"/>
          </p:cNvSpPr>
          <p:nvPr/>
        </p:nvSpPr>
        <p:spPr>
          <a:xfrm>
            <a:off x="590550" y="1390650"/>
            <a:ext cx="10953750" cy="409575"/>
          </a:xfrm>
          <a:prstGeom prst="rect">
            <a:avLst/>
          </a:prstGeom>
          <a:noFill/>
          <a:ln w="0">
            <a:noFill/>
          </a:ln>
        </p:spPr>
        <p:txBody>
          <a:bodyPr wrap="square" lIns="0" tIns="0" rIns="0" bIns="0" anchor="t">
            <a:noAutofit/>
          </a:bodyPr>
          <a:lstStyle>
            <a:defPPr algn="l">
              <a:defRPr sz="1575" b="0">
                <a:solidFill>
                  <a:srgbClr val="616773"/>
                </a:solidFill>
                <a:latin typeface="Malgun Gothic"/>
                <a:ea typeface="Malgun Gothic"/>
                <a:cs typeface="Malgun Gothic"/>
              </a:defRPr>
            </a:defPPr>
            <a:lvl1pPr algn="l">
              <a:defRPr sz="1575" b="0">
                <a:solidFill>
                  <a:srgbClr val="616773"/>
                </a:solidFill>
                <a:latin typeface="Malgun Gothic"/>
                <a:ea typeface="Malgun Gothic"/>
                <a:cs typeface="Malgun Gothic"/>
              </a:defRPr>
            </a:lvl1pPr>
            <a:lvl2pPr algn="l">
              <a:defRPr sz="1575" b="0">
                <a:solidFill>
                  <a:srgbClr val="616773"/>
                </a:solidFill>
                <a:latin typeface="Malgun Gothic"/>
                <a:ea typeface="Malgun Gothic"/>
                <a:cs typeface="Malgun Gothic"/>
              </a:defRPr>
            </a:lvl2pPr>
            <a:lvl3pPr algn="l">
              <a:defRPr sz="1575" b="0">
                <a:solidFill>
                  <a:srgbClr val="616773"/>
                </a:solidFill>
                <a:latin typeface="Malgun Gothic"/>
                <a:ea typeface="Malgun Gothic"/>
                <a:cs typeface="Malgun Gothic"/>
              </a:defRPr>
            </a:lvl3pPr>
            <a:lvl4pPr algn="l">
              <a:defRPr sz="1575" b="0">
                <a:solidFill>
                  <a:srgbClr val="616773"/>
                </a:solidFill>
                <a:latin typeface="Malgun Gothic"/>
                <a:ea typeface="Malgun Gothic"/>
                <a:cs typeface="Malgun Gothic"/>
              </a:defRPr>
            </a:lvl4pPr>
            <a:lvl5pPr algn="l">
              <a:defRPr sz="1575" b="0">
                <a:solidFill>
                  <a:srgbClr val="616773"/>
                </a:solidFill>
                <a:latin typeface="Malgun Gothic"/>
                <a:ea typeface="Malgun Gothic"/>
                <a:cs typeface="Malgun Gothic"/>
              </a:defRPr>
            </a:lvl5pPr>
            <a:lvl6pPr algn="l">
              <a:defRPr sz="1575" b="0">
                <a:solidFill>
                  <a:srgbClr val="616773"/>
                </a:solidFill>
                <a:latin typeface="Malgun Gothic"/>
                <a:ea typeface="Malgun Gothic"/>
                <a:cs typeface="Malgun Gothic"/>
              </a:defRPr>
            </a:lvl6pPr>
            <a:lvl7pPr algn="l">
              <a:defRPr sz="1575" b="0">
                <a:solidFill>
                  <a:srgbClr val="616773"/>
                </a:solidFill>
                <a:latin typeface="Malgun Gothic"/>
                <a:ea typeface="Malgun Gothic"/>
                <a:cs typeface="Malgun Gothic"/>
              </a:defRPr>
            </a:lvl7pPr>
            <a:lvl8pPr algn="l">
              <a:defRPr sz="1575" b="0">
                <a:solidFill>
                  <a:srgbClr val="616773"/>
                </a:solidFill>
                <a:latin typeface="Malgun Gothic"/>
                <a:ea typeface="Malgun Gothic"/>
                <a:cs typeface="Malgun Gothic"/>
              </a:defRPr>
            </a:lvl8pPr>
            <a:lvl9pPr algn="l">
              <a:defRPr sz="1575" b="0">
                <a:solidFill>
                  <a:srgbClr val="616773"/>
                </a:solidFill>
                <a:latin typeface="Malgun Gothic"/>
                <a:ea typeface="Malgun Gothic"/>
                <a:cs typeface="Malgun Gothic"/>
              </a:defRPr>
            </a:lvl9pPr>
          </a:lstStyle>
          <a:p>
            <a:pPr algn="l">
              <a:defRPr sz="1575" b="0">
                <a:solidFill>
                  <a:srgbClr val="616773"/>
                </a:solidFill>
                <a:latin typeface="Malgun Gothic"/>
                <a:ea typeface="Malgun Gothic"/>
                <a:cs typeface="Malgun Gothic"/>
              </a:defRPr>
            </a:pPr>
            <a:r>
              <a:rPr sz="1575" b="0">
                <a:solidFill>
                  <a:srgbClr val="616773"/>
                </a:solidFill>
                <a:latin typeface="Malgun Gothic"/>
                <a:ea typeface="Malgun Gothic"/>
                <a:cs typeface="Malgun Gothic"/>
              </a:rPr>
              <a:t>짝 피드백 10분 + 제출과 다음 행동 5분</a:t>
            </a:r>
          </a:p>
        </p:txBody>
      </p:sp>
      <p:sp>
        <p:nvSpPr>
          <p:cNvPr id="4" name="session1-366">
            <a:extLst>
              <a:ext uri="{FF2B5EF4-FFF2-40B4-BE49-F238E27FC236}">
                <a16:creationId xmlns:a16="http://schemas.microsoft.com/office/drawing/2014/main" id="{B2C3F145-7967-4FC5-9923-FA42E7BC7D32}"/>
              </a:ext>
            </a:extLst>
          </p:cNvPr>
          <p:cNvSpPr>
            <a:spLocks noGrp="1"/>
          </p:cNvSpPr>
          <p:nvPr/>
        </p:nvSpPr>
        <p:spPr>
          <a:xfrm>
            <a:off x="590550" y="6477000"/>
            <a:ext cx="2857500" cy="180975"/>
          </a:xfrm>
          <a:prstGeom prst="rect">
            <a:avLst/>
          </a:prstGeom>
          <a:noFill/>
          <a:ln w="0">
            <a:noFill/>
          </a:ln>
        </p:spPr>
        <p:txBody>
          <a:bodyPr wrap="square" lIns="0" tIns="0" rIns="0" bIns="0" anchor="t">
            <a:noAutofit/>
          </a:bodyPr>
          <a:lstStyle>
            <a:defPPr algn="l">
              <a:defRPr sz="900" b="0">
                <a:solidFill>
                  <a:srgbClr val="616773"/>
                </a:solidFill>
                <a:latin typeface="Malgun Gothic"/>
                <a:ea typeface="Malgun Gothic"/>
                <a:cs typeface="Malgun Gothic"/>
              </a:defRPr>
            </a:defPPr>
            <a:lvl1pPr algn="l">
              <a:defRPr sz="900" b="0">
                <a:solidFill>
                  <a:srgbClr val="616773"/>
                </a:solidFill>
                <a:latin typeface="Malgun Gothic"/>
                <a:ea typeface="Malgun Gothic"/>
                <a:cs typeface="Malgun Gothic"/>
              </a:defRPr>
            </a:lvl1pPr>
            <a:lvl2pPr algn="l">
              <a:defRPr sz="900" b="0">
                <a:solidFill>
                  <a:srgbClr val="616773"/>
                </a:solidFill>
                <a:latin typeface="Malgun Gothic"/>
                <a:ea typeface="Malgun Gothic"/>
                <a:cs typeface="Malgun Gothic"/>
              </a:defRPr>
            </a:lvl2pPr>
            <a:lvl3pPr algn="l">
              <a:defRPr sz="900" b="0">
                <a:solidFill>
                  <a:srgbClr val="616773"/>
                </a:solidFill>
                <a:latin typeface="Malgun Gothic"/>
                <a:ea typeface="Malgun Gothic"/>
                <a:cs typeface="Malgun Gothic"/>
              </a:defRPr>
            </a:lvl3pPr>
            <a:lvl4pPr algn="l">
              <a:defRPr sz="900" b="0">
                <a:solidFill>
                  <a:srgbClr val="616773"/>
                </a:solidFill>
                <a:latin typeface="Malgun Gothic"/>
                <a:ea typeface="Malgun Gothic"/>
                <a:cs typeface="Malgun Gothic"/>
              </a:defRPr>
            </a:lvl4pPr>
            <a:lvl5pPr algn="l">
              <a:defRPr sz="900" b="0">
                <a:solidFill>
                  <a:srgbClr val="616773"/>
                </a:solidFill>
                <a:latin typeface="Malgun Gothic"/>
                <a:ea typeface="Malgun Gothic"/>
                <a:cs typeface="Malgun Gothic"/>
              </a:defRPr>
            </a:lvl5pPr>
            <a:lvl6pPr algn="l">
              <a:defRPr sz="900" b="0">
                <a:solidFill>
                  <a:srgbClr val="616773"/>
                </a:solidFill>
                <a:latin typeface="Malgun Gothic"/>
                <a:ea typeface="Malgun Gothic"/>
                <a:cs typeface="Malgun Gothic"/>
              </a:defRPr>
            </a:lvl6pPr>
            <a:lvl7pPr algn="l">
              <a:defRPr sz="900" b="0">
                <a:solidFill>
                  <a:srgbClr val="616773"/>
                </a:solidFill>
                <a:latin typeface="Malgun Gothic"/>
                <a:ea typeface="Malgun Gothic"/>
                <a:cs typeface="Malgun Gothic"/>
              </a:defRPr>
            </a:lvl7pPr>
            <a:lvl8pPr algn="l">
              <a:defRPr sz="900" b="0">
                <a:solidFill>
                  <a:srgbClr val="616773"/>
                </a:solidFill>
                <a:latin typeface="Malgun Gothic"/>
                <a:ea typeface="Malgun Gothic"/>
                <a:cs typeface="Malgun Gothic"/>
              </a:defRPr>
            </a:lvl8pPr>
            <a:lvl9pPr algn="l">
              <a:defRPr sz="900" b="0">
                <a:solidFill>
                  <a:srgbClr val="616773"/>
                </a:solidFill>
                <a:latin typeface="Malgun Gothic"/>
                <a:ea typeface="Malgun Gothic"/>
                <a:cs typeface="Malgun Gothic"/>
              </a:defRPr>
            </a:lvl9pPr>
          </a:lstStyle>
          <a:p>
            <a:pPr algn="l">
              <a:defRPr sz="900" b="0">
                <a:solidFill>
                  <a:srgbClr val="616773"/>
                </a:solidFill>
                <a:latin typeface="Malgun Gothic"/>
                <a:ea typeface="Malgun Gothic"/>
                <a:cs typeface="Malgun Gothic"/>
              </a:defRPr>
            </a:pPr>
            <a:r>
              <a:rPr sz="900" b="0">
                <a:solidFill>
                  <a:srgbClr val="616773"/>
                </a:solidFill>
                <a:latin typeface="Malgun Gothic"/>
                <a:ea typeface="Malgun Gothic"/>
                <a:cs typeface="Malgun Gothic"/>
              </a:rPr>
              <a:t>An Eun Kyoung</a:t>
            </a:r>
          </a:p>
        </p:txBody>
      </p:sp>
      <p:sp>
        <p:nvSpPr>
          <p:cNvPr id="5" name="session1-367">
            <a:extLst>
              <a:ext uri="{FF2B5EF4-FFF2-40B4-BE49-F238E27FC236}">
                <a16:creationId xmlns:a16="http://schemas.microsoft.com/office/drawing/2014/main" id="{3783722B-A95A-46AF-8F0A-1D5CE7EAFFB5}"/>
              </a:ext>
            </a:extLst>
          </p:cNvPr>
          <p:cNvSpPr>
            <a:spLocks noGrp="1"/>
          </p:cNvSpPr>
          <p:nvPr/>
        </p:nvSpPr>
        <p:spPr>
          <a:xfrm>
            <a:off x="11144250" y="6438900"/>
            <a:ext cx="457200" cy="228600"/>
          </a:xfrm>
          <a:prstGeom prst="rect">
            <a:avLst/>
          </a:prstGeom>
          <a:noFill/>
          <a:ln w="0">
            <a:noFill/>
          </a:ln>
        </p:spPr>
        <p:txBody>
          <a:bodyPr wrap="square" lIns="0" tIns="0" rIns="0" bIns="0" anchor="t">
            <a:noAutofit/>
          </a:bodyPr>
          <a:lstStyle>
            <a:defPPr algn="r">
              <a:defRPr sz="1050" b="1">
                <a:solidFill>
                  <a:srgbClr val="101456"/>
                </a:solidFill>
                <a:latin typeface="Malgun Gothic"/>
                <a:ea typeface="Malgun Gothic"/>
                <a:cs typeface="Malgun Gothic"/>
              </a:defRPr>
            </a:defPPr>
            <a:lvl1pPr algn="r">
              <a:defRPr sz="1050" b="1">
                <a:solidFill>
                  <a:srgbClr val="101456"/>
                </a:solidFill>
                <a:latin typeface="Malgun Gothic"/>
                <a:ea typeface="Malgun Gothic"/>
                <a:cs typeface="Malgun Gothic"/>
              </a:defRPr>
            </a:lvl1pPr>
            <a:lvl2pPr algn="r">
              <a:defRPr sz="1050" b="1">
                <a:solidFill>
                  <a:srgbClr val="101456"/>
                </a:solidFill>
                <a:latin typeface="Malgun Gothic"/>
                <a:ea typeface="Malgun Gothic"/>
                <a:cs typeface="Malgun Gothic"/>
              </a:defRPr>
            </a:lvl2pPr>
            <a:lvl3pPr algn="r">
              <a:defRPr sz="1050" b="1">
                <a:solidFill>
                  <a:srgbClr val="101456"/>
                </a:solidFill>
                <a:latin typeface="Malgun Gothic"/>
                <a:ea typeface="Malgun Gothic"/>
                <a:cs typeface="Malgun Gothic"/>
              </a:defRPr>
            </a:lvl3pPr>
            <a:lvl4pPr algn="r">
              <a:defRPr sz="1050" b="1">
                <a:solidFill>
                  <a:srgbClr val="101456"/>
                </a:solidFill>
                <a:latin typeface="Malgun Gothic"/>
                <a:ea typeface="Malgun Gothic"/>
                <a:cs typeface="Malgun Gothic"/>
              </a:defRPr>
            </a:lvl4pPr>
            <a:lvl5pPr algn="r">
              <a:defRPr sz="1050" b="1">
                <a:solidFill>
                  <a:srgbClr val="101456"/>
                </a:solidFill>
                <a:latin typeface="Malgun Gothic"/>
                <a:ea typeface="Malgun Gothic"/>
                <a:cs typeface="Malgun Gothic"/>
              </a:defRPr>
            </a:lvl5pPr>
            <a:lvl6pPr algn="r">
              <a:defRPr sz="1050" b="1">
                <a:solidFill>
                  <a:srgbClr val="101456"/>
                </a:solidFill>
                <a:latin typeface="Malgun Gothic"/>
                <a:ea typeface="Malgun Gothic"/>
                <a:cs typeface="Malgun Gothic"/>
              </a:defRPr>
            </a:lvl6pPr>
            <a:lvl7pPr algn="r">
              <a:defRPr sz="1050" b="1">
                <a:solidFill>
                  <a:srgbClr val="101456"/>
                </a:solidFill>
                <a:latin typeface="Malgun Gothic"/>
                <a:ea typeface="Malgun Gothic"/>
                <a:cs typeface="Malgun Gothic"/>
              </a:defRPr>
            </a:lvl7pPr>
            <a:lvl8pPr algn="r">
              <a:defRPr sz="1050" b="1">
                <a:solidFill>
                  <a:srgbClr val="101456"/>
                </a:solidFill>
                <a:latin typeface="Malgun Gothic"/>
                <a:ea typeface="Malgun Gothic"/>
                <a:cs typeface="Malgun Gothic"/>
              </a:defRPr>
            </a:lvl8pPr>
            <a:lvl9pPr algn="r">
              <a:defRPr sz="1050" b="1">
                <a:solidFill>
                  <a:srgbClr val="101456"/>
                </a:solidFill>
                <a:latin typeface="Malgun Gothic"/>
                <a:ea typeface="Malgun Gothic"/>
                <a:cs typeface="Malgun Gothic"/>
              </a:defRPr>
            </a:lvl9pPr>
          </a:lstStyle>
          <a:p>
            <a:pPr algn="r">
              <a:defRPr sz="1050" b="1">
                <a:solidFill>
                  <a:srgbClr val="101456"/>
                </a:solidFill>
                <a:latin typeface="Malgun Gothic"/>
                <a:ea typeface="Malgun Gothic"/>
                <a:cs typeface="Malgun Gothic"/>
              </a:defRPr>
            </a:pPr>
            <a:r>
              <a:rPr sz="1050" b="1">
                <a:solidFill>
                  <a:srgbClr val="101456"/>
                </a:solidFill>
                <a:latin typeface="Malgun Gothic"/>
                <a:ea typeface="Malgun Gothic"/>
                <a:cs typeface="Malgun Gothic"/>
              </a:rPr>
              <a:t>15</a:t>
            </a:r>
          </a:p>
        </p:txBody>
      </p:sp>
      <p:graphicFrame>
        <p:nvGraphicFramePr>
          <p:cNvPr id="6" name="표 5">
            <a:extLst>
              <a:ext uri="{FF2B5EF4-FFF2-40B4-BE49-F238E27FC236}">
                <a16:creationId xmlns:a16="http://schemas.microsoft.com/office/drawing/2014/main" id="{2E5D678E-B0D9-4EC2-BD64-4A3314076CE3}"/>
              </a:ext>
            </a:extLst>
          </p:cNvPr>
          <p:cNvGraphicFramePr/>
          <p:nvPr/>
        </p:nvGraphicFramePr>
        <p:xfrm>
          <a:off x="590550" y="2066925"/>
          <a:ext cx="11010900" cy="2476500"/>
        </p:xfrm>
        <a:graphic>
          <a:graphicData uri="http://schemas.openxmlformats.org/drawingml/2006/table">
            <a:tbl>
              <a:tblPr/>
              <a:tblGrid>
                <a:gridCol w="2571750">
                  <a:extLst>
                    <a:ext uri="{9D8B030D-6E8A-4147-A177-3AD203B41FA5}">
                      <a16:colId xmlns:a16="http://schemas.microsoft.com/office/drawing/2014/main" val="20000"/>
                    </a:ext>
                  </a:extLst>
                </a:gridCol>
                <a:gridCol w="8439150">
                  <a:extLst>
                    <a:ext uri="{9D8B030D-6E8A-4147-A177-3AD203B41FA5}">
                      <a16:colId xmlns:a16="http://schemas.microsoft.com/office/drawing/2014/main" val="20001"/>
                    </a:ext>
                  </a:extLst>
                </a:gridCol>
              </a:tblGrid>
              <a:tr h="495300">
                <a:tc>
                  <a:txBody>
                    <a:bodyPr/>
                    <a:lstStyle/>
                    <a:p>
                      <a:pPr algn="l"/>
                      <a:r>
                        <a:rPr sz="1650" b="1">
                          <a:solidFill>
                            <a:srgbClr val="FFFFFF"/>
                          </a:solidFill>
                          <a:latin typeface="Malgun Gothic"/>
                          <a:ea typeface="Malgun Gothic"/>
                          <a:cs typeface="Malgun Gothic"/>
                        </a:rPr>
                        <a:t>제출물</a:t>
                      </a:r>
                    </a:p>
                  </a:txBody>
                  <a:tcPr anchor="ctr">
                    <a:lnL w="6668">
                      <a:solidFill>
                        <a:srgbClr val="DADDE5"/>
                      </a:solidFill>
                      <a:prstDash val="soli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tc>
                  <a:txBody>
                    <a:bodyPr/>
                    <a:lstStyle/>
                    <a:p>
                      <a:pPr algn="l"/>
                      <a:r>
                        <a:rPr sz="1650" b="1">
                          <a:solidFill>
                            <a:srgbClr val="FFFFFF"/>
                          </a:solidFill>
                          <a:latin typeface="Malgun Gothic"/>
                          <a:ea typeface="Malgun Gothic"/>
                          <a:cs typeface="Malgun Gothic"/>
                        </a:rPr>
                        <a:t>완료 기준</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a:solidFill>
                        <a:srgbClr val="DADDE5"/>
                      </a:solidFill>
                      <a:prstDash val="solid"/>
                    </a:lnT>
                    <a:lnB w="6668">
                      <a:solidFill>
                        <a:srgbClr val="DADDE5"/>
                      </a:solidFill>
                      <a:prstDash val="solid"/>
                    </a:lnB>
                    <a:solidFill>
                      <a:srgbClr val="101456"/>
                    </a:solidFill>
                  </a:tcPr>
                </a:tc>
                <a:extLst>
                  <a:ext uri="{0D108BD9-81ED-4DB2-BD59-A6C34878D82A}">
                    <a16:rowId xmlns:a16="http://schemas.microsoft.com/office/drawing/2014/main" val="10000"/>
                  </a:ext>
                </a:extLst>
              </a:tr>
              <a:tr h="495300">
                <a:tc>
                  <a:txBody>
                    <a:bodyPr/>
                    <a:lstStyle/>
                    <a:p>
                      <a:pPr algn="l"/>
                      <a:r>
                        <a:rPr sz="1650" b="0">
                          <a:solidFill>
                            <a:srgbClr val="15171C"/>
                          </a:solidFill>
                          <a:latin typeface="Malgun Gothic"/>
                          <a:ea typeface="Malgun Gothic"/>
                          <a:cs typeface="Malgun Gothic"/>
                        </a:rPr>
                        <a:t>컨텍스트</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650" b="0">
                          <a:solidFill>
                            <a:srgbClr val="15171C"/>
                          </a:solidFill>
                          <a:latin typeface="Malgun Gothic"/>
                          <a:ea typeface="Malgun Gothic"/>
                          <a:cs typeface="Malgun Gothic"/>
                        </a:rPr>
                        <a:t>역할·문제·자료 정의·모르는 정보·공유 범위가 있음</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extLst>
                  <a:ext uri="{0D108BD9-81ED-4DB2-BD59-A6C34878D82A}">
                    <a16:rowId xmlns:a16="http://schemas.microsoft.com/office/drawing/2014/main" val="10001"/>
                  </a:ext>
                </a:extLst>
              </a:tr>
              <a:tr h="495300">
                <a:tc>
                  <a:txBody>
                    <a:bodyPr/>
                    <a:lstStyle/>
                    <a:p>
                      <a:pPr algn="l"/>
                      <a:r>
                        <a:rPr sz="1650" b="0">
                          <a:solidFill>
                            <a:srgbClr val="15171C"/>
                          </a:solidFill>
                          <a:latin typeface="Malgun Gothic"/>
                          <a:ea typeface="Malgun Gothic"/>
                          <a:cs typeface="Malgun Gothic"/>
                        </a:rPr>
                        <a:t>점검표와 현황</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650" b="0">
                          <a:solidFill>
                            <a:srgbClr val="15171C"/>
                          </a:solidFill>
                          <a:latin typeface="Malgun Gothic"/>
                          <a:ea typeface="Malgun Gothic"/>
                          <a:cs typeface="Malgun Gothic"/>
                        </a:rPr>
                        <a:t>포함·제외·보류를 기록하고 핵심 계산 2개 직접 확인</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extLst>
                  <a:ext uri="{0D108BD9-81ED-4DB2-BD59-A6C34878D82A}">
                    <a16:rowId xmlns:a16="http://schemas.microsoft.com/office/drawing/2014/main" val="10002"/>
                  </a:ext>
                </a:extLst>
              </a:tr>
              <a:tr h="495300">
                <a:tc>
                  <a:txBody>
                    <a:bodyPr/>
                    <a:lstStyle/>
                    <a:p>
                      <a:pPr algn="l"/>
                      <a:r>
                        <a:rPr sz="1650" b="0">
                          <a:solidFill>
                            <a:srgbClr val="15171C"/>
                          </a:solidFill>
                          <a:latin typeface="Malgun Gothic"/>
                          <a:ea typeface="Malgun Gothic"/>
                          <a:cs typeface="Malgun Gothic"/>
                        </a:rPr>
                        <a:t>한 장 기획안</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tc>
                  <a:txBody>
                    <a:bodyPr/>
                    <a:lstStyle/>
                    <a:p>
                      <a:pPr algn="l"/>
                      <a:r>
                        <a:rPr sz="1650" b="0">
                          <a:solidFill>
                            <a:srgbClr val="15171C"/>
                          </a:solidFill>
                          <a:latin typeface="Malgun Gothic"/>
                          <a:ea typeface="Malgun Gothic"/>
                          <a:cs typeface="Malgun Gothic"/>
                        </a:rPr>
                        <a:t>확인한 사실·제안·실행·한계와 추가 확인을 구분</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FFFFF"/>
                    </a:solidFill>
                  </a:tcPr>
                </a:tc>
                <a:extLst>
                  <a:ext uri="{0D108BD9-81ED-4DB2-BD59-A6C34878D82A}">
                    <a16:rowId xmlns:a16="http://schemas.microsoft.com/office/drawing/2014/main" val="10003"/>
                  </a:ext>
                </a:extLst>
              </a:tr>
              <a:tr h="495300">
                <a:tc>
                  <a:txBody>
                    <a:bodyPr/>
                    <a:lstStyle/>
                    <a:p>
                      <a:pPr algn="l"/>
                      <a:r>
                        <a:rPr sz="1650" b="0">
                          <a:solidFill>
                            <a:srgbClr val="15171C"/>
                          </a:solidFill>
                          <a:latin typeface="Malgun Gothic"/>
                          <a:ea typeface="Malgun Gothic"/>
                          <a:cs typeface="Malgun Gothic"/>
                        </a:rPr>
                        <a:t>카드뉴스 4장 문안</a:t>
                      </a:r>
                    </a:p>
                  </a:txBody>
                  <a:tcPr anchor="ctr">
                    <a:lnL w="6668">
                      <a:solidFill>
                        <a:srgbClr val="DADDE5"/>
                      </a:solidFill>
                      <a:prstDash val="soli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tc>
                  <a:txBody>
                    <a:bodyPr/>
                    <a:lstStyle/>
                    <a:p>
                      <a:pPr algn="l"/>
                      <a:r>
                        <a:rPr sz="1650" b="0">
                          <a:solidFill>
                            <a:srgbClr val="15171C"/>
                          </a:solidFill>
                          <a:latin typeface="Malgun Gothic"/>
                          <a:ea typeface="Malgun Gothic"/>
                          <a:cs typeface="Malgun Gothic"/>
                        </a:rPr>
                        <a:t>대상·조건·행동이 맞고 내부 수치와 허위 조건이 없음</a:t>
                      </a:r>
                    </a:p>
                  </a:txBody>
                  <a:tcPr anchor="ctr">
                    <a:lnL w="6668" cap="flat" cmpd="sng" algn="ctr">
                      <a:solidFill>
                        <a:srgbClr val="DADDE5"/>
                      </a:solidFill>
                      <a:prstDash val="solid"/>
                      <a:round/>
                      <a:headEnd type="none" w="med" len="med"/>
                      <a:tailEnd type="none" w="med" len="med"/>
                    </a:lnL>
                    <a:lnR w="6668">
                      <a:solidFill>
                        <a:srgbClr val="DADDE5"/>
                      </a:solidFill>
                      <a:prstDash val="solid"/>
                    </a:lnR>
                    <a:lnT w="6668" cap="flat" cmpd="sng" algn="ctr">
                      <a:solidFill>
                        <a:srgbClr val="DADDE5"/>
                      </a:solidFill>
                      <a:prstDash val="solid"/>
                      <a:round/>
                      <a:headEnd type="none" w="med" len="med"/>
                      <a:tailEnd type="none" w="med" len="med"/>
                    </a:lnT>
                    <a:lnB w="6668">
                      <a:solidFill>
                        <a:srgbClr val="DADDE5"/>
                      </a:solidFill>
                      <a:prstDash val="solid"/>
                    </a:lnB>
                    <a:solidFill>
                      <a:srgbClr val="F6F7FA"/>
                    </a:solidFill>
                  </a:tcPr>
                </a:tc>
                <a:extLst>
                  <a:ext uri="{0D108BD9-81ED-4DB2-BD59-A6C34878D82A}">
                    <a16:rowId xmlns:a16="http://schemas.microsoft.com/office/drawing/2014/main" val="10004"/>
                  </a:ext>
                </a:extLst>
              </a:tr>
            </a:tbl>
          </a:graphicData>
        </a:graphic>
      </p:graphicFrame>
      <p:sp>
        <p:nvSpPr>
          <p:cNvPr id="7" name="session1-368">
            <a:extLst>
              <a:ext uri="{FF2B5EF4-FFF2-40B4-BE49-F238E27FC236}">
                <a16:creationId xmlns:a16="http://schemas.microsoft.com/office/drawing/2014/main" id="{CAD3E1D1-6D9E-4E34-B2E9-A5E514A51DFD}"/>
              </a:ext>
            </a:extLst>
          </p:cNvPr>
          <p:cNvSpPr>
            <a:spLocks noGrp="1"/>
          </p:cNvSpPr>
          <p:nvPr/>
        </p:nvSpPr>
        <p:spPr>
          <a:xfrm>
            <a:off x="609600" y="4933950"/>
            <a:ext cx="10820400" cy="419100"/>
          </a:xfrm>
          <a:prstGeom prst="rect">
            <a:avLst/>
          </a:prstGeom>
          <a:noFill/>
          <a:ln w="0">
            <a:noFill/>
          </a:ln>
        </p:spPr>
        <p:txBody>
          <a:bodyPr wrap="square" lIns="0" tIns="0" rIns="0" bIns="0" anchor="t">
            <a:noAutofit/>
          </a:bodyPr>
          <a:lstStyle>
            <a:defPPr algn="l">
              <a:defRPr sz="1800" b="1">
                <a:solidFill>
                  <a:srgbClr val="213EDB"/>
                </a:solidFill>
                <a:latin typeface="Malgun Gothic"/>
                <a:ea typeface="Malgun Gothic"/>
                <a:cs typeface="Malgun Gothic"/>
              </a:defRPr>
            </a:defPPr>
            <a:lvl1pPr algn="l">
              <a:defRPr sz="1800" b="1">
                <a:solidFill>
                  <a:srgbClr val="213EDB"/>
                </a:solidFill>
                <a:latin typeface="Malgun Gothic"/>
                <a:ea typeface="Malgun Gothic"/>
                <a:cs typeface="Malgun Gothic"/>
              </a:defRPr>
            </a:lvl1pPr>
            <a:lvl2pPr algn="l">
              <a:defRPr sz="1800" b="1">
                <a:solidFill>
                  <a:srgbClr val="213EDB"/>
                </a:solidFill>
                <a:latin typeface="Malgun Gothic"/>
                <a:ea typeface="Malgun Gothic"/>
                <a:cs typeface="Malgun Gothic"/>
              </a:defRPr>
            </a:lvl2pPr>
            <a:lvl3pPr algn="l">
              <a:defRPr sz="1800" b="1">
                <a:solidFill>
                  <a:srgbClr val="213EDB"/>
                </a:solidFill>
                <a:latin typeface="Malgun Gothic"/>
                <a:ea typeface="Malgun Gothic"/>
                <a:cs typeface="Malgun Gothic"/>
              </a:defRPr>
            </a:lvl3pPr>
            <a:lvl4pPr algn="l">
              <a:defRPr sz="1800" b="1">
                <a:solidFill>
                  <a:srgbClr val="213EDB"/>
                </a:solidFill>
                <a:latin typeface="Malgun Gothic"/>
                <a:ea typeface="Malgun Gothic"/>
                <a:cs typeface="Malgun Gothic"/>
              </a:defRPr>
            </a:lvl4pPr>
            <a:lvl5pPr algn="l">
              <a:defRPr sz="1800" b="1">
                <a:solidFill>
                  <a:srgbClr val="213EDB"/>
                </a:solidFill>
                <a:latin typeface="Malgun Gothic"/>
                <a:ea typeface="Malgun Gothic"/>
                <a:cs typeface="Malgun Gothic"/>
              </a:defRPr>
            </a:lvl5pPr>
            <a:lvl6pPr algn="l">
              <a:defRPr sz="1800" b="1">
                <a:solidFill>
                  <a:srgbClr val="213EDB"/>
                </a:solidFill>
                <a:latin typeface="Malgun Gothic"/>
                <a:ea typeface="Malgun Gothic"/>
                <a:cs typeface="Malgun Gothic"/>
              </a:defRPr>
            </a:lvl6pPr>
            <a:lvl7pPr algn="l">
              <a:defRPr sz="1800" b="1">
                <a:solidFill>
                  <a:srgbClr val="213EDB"/>
                </a:solidFill>
                <a:latin typeface="Malgun Gothic"/>
                <a:ea typeface="Malgun Gothic"/>
                <a:cs typeface="Malgun Gothic"/>
              </a:defRPr>
            </a:lvl7pPr>
            <a:lvl8pPr algn="l">
              <a:defRPr sz="1800" b="1">
                <a:solidFill>
                  <a:srgbClr val="213EDB"/>
                </a:solidFill>
                <a:latin typeface="Malgun Gothic"/>
                <a:ea typeface="Malgun Gothic"/>
                <a:cs typeface="Malgun Gothic"/>
              </a:defRPr>
            </a:lvl8pPr>
            <a:lvl9pPr algn="l">
              <a:defRPr sz="1800" b="1">
                <a:solidFill>
                  <a:srgbClr val="213EDB"/>
                </a:solidFill>
                <a:latin typeface="Malgun Gothic"/>
                <a:ea typeface="Malgun Gothic"/>
                <a:cs typeface="Malgun Gothic"/>
              </a:defRPr>
            </a:lvl9pPr>
          </a:lstStyle>
          <a:p>
            <a:pPr algn="l">
              <a:defRPr sz="1800" b="1">
                <a:solidFill>
                  <a:srgbClr val="213EDB"/>
                </a:solidFill>
                <a:latin typeface="Malgun Gothic"/>
                <a:ea typeface="Malgun Gothic"/>
                <a:cs typeface="Malgun Gothic"/>
              </a:defRPr>
            </a:pPr>
            <a:r>
              <a:rPr sz="1800" b="1">
                <a:solidFill>
                  <a:srgbClr val="213EDB"/>
                </a:solidFill>
                <a:latin typeface="Malgun Gothic"/>
                <a:ea typeface="Malgun Gothic"/>
                <a:cs typeface="Malgun Gothic"/>
              </a:rPr>
              <a:t>짝 피드백  수치 하나와 확인 필요 항목 하나를 짚고, 작성자가 수정합니다.</a:t>
            </a:r>
          </a:p>
        </p:txBody>
      </p:sp>
      <p:sp>
        <p:nvSpPr>
          <p:cNvPr id="8" name="session1-369">
            <a:extLst>
              <a:ext uri="{FF2B5EF4-FFF2-40B4-BE49-F238E27FC236}">
                <a16:creationId xmlns:a16="http://schemas.microsoft.com/office/drawing/2014/main" id="{CDEE97E0-D164-45BC-A4B9-6DEAEB14DEE5}"/>
              </a:ext>
            </a:extLst>
          </p:cNvPr>
          <p:cNvSpPr>
            <a:spLocks noGrp="1"/>
          </p:cNvSpPr>
          <p:nvPr/>
        </p:nvSpPr>
        <p:spPr>
          <a:xfrm>
            <a:off x="609600" y="5524500"/>
            <a:ext cx="10820400" cy="428625"/>
          </a:xfrm>
          <a:prstGeom prst="rect">
            <a:avLst/>
          </a:prstGeom>
          <a:noFill/>
          <a:ln w="0">
            <a:noFill/>
          </a:ln>
        </p:spPr>
        <p:txBody>
          <a:bodyPr wrap="square" lIns="0" tIns="0" rIns="0" bIns="0" anchor="t">
            <a:noAutofit/>
          </a:bodyPr>
          <a:lstStyle>
            <a:defPPr algn="l">
              <a:defRPr sz="1800" b="1">
                <a:solidFill>
                  <a:srgbClr val="101456"/>
                </a:solidFill>
                <a:latin typeface="Malgun Gothic"/>
                <a:ea typeface="Malgun Gothic"/>
                <a:cs typeface="Malgun Gothic"/>
              </a:defRPr>
            </a:defPPr>
            <a:lvl1pPr algn="l">
              <a:defRPr sz="1800" b="1">
                <a:solidFill>
                  <a:srgbClr val="101456"/>
                </a:solidFill>
                <a:latin typeface="Malgun Gothic"/>
                <a:ea typeface="Malgun Gothic"/>
                <a:cs typeface="Malgun Gothic"/>
              </a:defRPr>
            </a:lvl1pPr>
            <a:lvl2pPr algn="l">
              <a:defRPr sz="1800" b="1">
                <a:solidFill>
                  <a:srgbClr val="101456"/>
                </a:solidFill>
                <a:latin typeface="Malgun Gothic"/>
                <a:ea typeface="Malgun Gothic"/>
                <a:cs typeface="Malgun Gothic"/>
              </a:defRPr>
            </a:lvl2pPr>
            <a:lvl3pPr algn="l">
              <a:defRPr sz="1800" b="1">
                <a:solidFill>
                  <a:srgbClr val="101456"/>
                </a:solidFill>
                <a:latin typeface="Malgun Gothic"/>
                <a:ea typeface="Malgun Gothic"/>
                <a:cs typeface="Malgun Gothic"/>
              </a:defRPr>
            </a:lvl3pPr>
            <a:lvl4pPr algn="l">
              <a:defRPr sz="1800" b="1">
                <a:solidFill>
                  <a:srgbClr val="101456"/>
                </a:solidFill>
                <a:latin typeface="Malgun Gothic"/>
                <a:ea typeface="Malgun Gothic"/>
                <a:cs typeface="Malgun Gothic"/>
              </a:defRPr>
            </a:lvl4pPr>
            <a:lvl5pPr algn="l">
              <a:defRPr sz="1800" b="1">
                <a:solidFill>
                  <a:srgbClr val="101456"/>
                </a:solidFill>
                <a:latin typeface="Malgun Gothic"/>
                <a:ea typeface="Malgun Gothic"/>
                <a:cs typeface="Malgun Gothic"/>
              </a:defRPr>
            </a:lvl5pPr>
            <a:lvl6pPr algn="l">
              <a:defRPr sz="1800" b="1">
                <a:solidFill>
                  <a:srgbClr val="101456"/>
                </a:solidFill>
                <a:latin typeface="Malgun Gothic"/>
                <a:ea typeface="Malgun Gothic"/>
                <a:cs typeface="Malgun Gothic"/>
              </a:defRPr>
            </a:lvl6pPr>
            <a:lvl7pPr algn="l">
              <a:defRPr sz="1800" b="1">
                <a:solidFill>
                  <a:srgbClr val="101456"/>
                </a:solidFill>
                <a:latin typeface="Malgun Gothic"/>
                <a:ea typeface="Malgun Gothic"/>
                <a:cs typeface="Malgun Gothic"/>
              </a:defRPr>
            </a:lvl7pPr>
            <a:lvl8pPr algn="l">
              <a:defRPr sz="1800" b="1">
                <a:solidFill>
                  <a:srgbClr val="101456"/>
                </a:solidFill>
                <a:latin typeface="Malgun Gothic"/>
                <a:ea typeface="Malgun Gothic"/>
                <a:cs typeface="Malgun Gothic"/>
              </a:defRPr>
            </a:lvl8pPr>
            <a:lvl9pPr algn="l">
              <a:defRPr sz="1800" b="1">
                <a:solidFill>
                  <a:srgbClr val="101456"/>
                </a:solidFill>
                <a:latin typeface="Malgun Gothic"/>
                <a:ea typeface="Malgun Gothic"/>
                <a:cs typeface="Malgun Gothic"/>
              </a:defRPr>
            </a:lvl9pPr>
          </a:lstStyle>
          <a:p>
            <a:pPr algn="l">
              <a:defRPr sz="1800" b="1">
                <a:solidFill>
                  <a:srgbClr val="101456"/>
                </a:solidFill>
                <a:latin typeface="Malgun Gothic"/>
                <a:ea typeface="Malgun Gothic"/>
                <a:cs typeface="Malgun Gothic"/>
              </a:defRPr>
            </a:pPr>
            <a:r>
              <a:rPr sz="1800" b="1">
                <a:solidFill>
                  <a:srgbClr val="101456"/>
                </a:solidFill>
                <a:latin typeface="Malgun Gothic"/>
                <a:ea typeface="Malgun Gothic"/>
                <a:cs typeface="Malgun Gothic"/>
              </a:rPr>
              <a:t>다음 회기  대시보드·문서·카드뉴스 보완 → 공유 전 검토 → 4주 적용 계획</a:t>
            </a:r>
          </a:p>
        </p:txBody>
      </p:sp>
      <p:sp>
        <p:nvSpPr>
          <p:cNvPr id="9" name="session1-370">
            <a:extLst>
              <a:ext uri="{FF2B5EF4-FFF2-40B4-BE49-F238E27FC236}">
                <a16:creationId xmlns:a16="http://schemas.microsoft.com/office/drawing/2014/main" id="{14E6D387-0F33-4F7E-AEBA-E22703E3477B}"/>
              </a:ext>
            </a:extLst>
          </p:cNvPr>
          <p:cNvSpPr>
            <a:spLocks noGrp="1"/>
          </p:cNvSpPr>
          <p:nvPr/>
        </p:nvSpPr>
        <p:spPr>
          <a:xfrm>
            <a:off x="609600" y="6096000"/>
            <a:ext cx="10820400" cy="295275"/>
          </a:xfrm>
          <a:prstGeom prst="rect">
            <a:avLst/>
          </a:prstGeom>
          <a:noFill/>
          <a:ln w="0">
            <a:noFill/>
          </a:ln>
        </p:spPr>
        <p:txBody>
          <a:bodyPr wrap="square" lIns="0" tIns="0" rIns="0" bIns="0" anchor="t">
            <a:noAutofit/>
          </a:bodyPr>
          <a:lstStyle>
            <a:defPPr algn="l">
              <a:defRPr sz="1575" b="0">
                <a:solidFill>
                  <a:srgbClr val="15171C"/>
                </a:solidFill>
                <a:latin typeface="Malgun Gothic"/>
                <a:ea typeface="Malgun Gothic"/>
                <a:cs typeface="Malgun Gothic"/>
              </a:defRPr>
            </a:defPPr>
            <a:lvl1pPr algn="l">
              <a:defRPr sz="1575" b="0">
                <a:solidFill>
                  <a:srgbClr val="15171C"/>
                </a:solidFill>
                <a:latin typeface="Malgun Gothic"/>
                <a:ea typeface="Malgun Gothic"/>
                <a:cs typeface="Malgun Gothic"/>
              </a:defRPr>
            </a:lvl1pPr>
            <a:lvl2pPr algn="l">
              <a:defRPr sz="1575" b="0">
                <a:solidFill>
                  <a:srgbClr val="15171C"/>
                </a:solidFill>
                <a:latin typeface="Malgun Gothic"/>
                <a:ea typeface="Malgun Gothic"/>
                <a:cs typeface="Malgun Gothic"/>
              </a:defRPr>
            </a:lvl2pPr>
            <a:lvl3pPr algn="l">
              <a:defRPr sz="1575" b="0">
                <a:solidFill>
                  <a:srgbClr val="15171C"/>
                </a:solidFill>
                <a:latin typeface="Malgun Gothic"/>
                <a:ea typeface="Malgun Gothic"/>
                <a:cs typeface="Malgun Gothic"/>
              </a:defRPr>
            </a:lvl3pPr>
            <a:lvl4pPr algn="l">
              <a:defRPr sz="1575" b="0">
                <a:solidFill>
                  <a:srgbClr val="15171C"/>
                </a:solidFill>
                <a:latin typeface="Malgun Gothic"/>
                <a:ea typeface="Malgun Gothic"/>
                <a:cs typeface="Malgun Gothic"/>
              </a:defRPr>
            </a:lvl4pPr>
            <a:lvl5pPr algn="l">
              <a:defRPr sz="1575" b="0">
                <a:solidFill>
                  <a:srgbClr val="15171C"/>
                </a:solidFill>
                <a:latin typeface="Malgun Gothic"/>
                <a:ea typeface="Malgun Gothic"/>
                <a:cs typeface="Malgun Gothic"/>
              </a:defRPr>
            </a:lvl5pPr>
            <a:lvl6pPr algn="l">
              <a:defRPr sz="1575" b="0">
                <a:solidFill>
                  <a:srgbClr val="15171C"/>
                </a:solidFill>
                <a:latin typeface="Malgun Gothic"/>
                <a:ea typeface="Malgun Gothic"/>
                <a:cs typeface="Malgun Gothic"/>
              </a:defRPr>
            </a:lvl6pPr>
            <a:lvl7pPr algn="l">
              <a:defRPr sz="1575" b="0">
                <a:solidFill>
                  <a:srgbClr val="15171C"/>
                </a:solidFill>
                <a:latin typeface="Malgun Gothic"/>
                <a:ea typeface="Malgun Gothic"/>
                <a:cs typeface="Malgun Gothic"/>
              </a:defRPr>
            </a:lvl7pPr>
            <a:lvl8pPr algn="l">
              <a:defRPr sz="1575" b="0">
                <a:solidFill>
                  <a:srgbClr val="15171C"/>
                </a:solidFill>
                <a:latin typeface="Malgun Gothic"/>
                <a:ea typeface="Malgun Gothic"/>
                <a:cs typeface="Malgun Gothic"/>
              </a:defRPr>
            </a:lvl8pPr>
            <a:lvl9pPr algn="l">
              <a:defRPr sz="1575" b="0">
                <a:solidFill>
                  <a:srgbClr val="15171C"/>
                </a:solidFill>
                <a:latin typeface="Malgun Gothic"/>
                <a:ea typeface="Malgun Gothic"/>
                <a:cs typeface="Malgun Gothic"/>
              </a:defRPr>
            </a:lvl9pPr>
          </a:lstStyle>
          <a:p>
            <a:pPr algn="l">
              <a:defRPr sz="1575" b="0">
                <a:solidFill>
                  <a:srgbClr val="15171C"/>
                </a:solidFill>
                <a:latin typeface="Malgun Gothic"/>
                <a:ea typeface="Malgun Gothic"/>
                <a:cs typeface="Malgun Gothic"/>
              </a:defRPr>
            </a:pPr>
            <a:r>
              <a:rPr sz="1575" b="0">
                <a:solidFill>
                  <a:srgbClr val="15171C"/>
                </a:solidFill>
                <a:latin typeface="Malgun Gothic"/>
                <a:ea typeface="Malgun Gothic"/>
                <a:cs typeface="Malgun Gothic"/>
              </a:rPr>
              <a:t>내가 다음 시간까지 확인할 자료 또는 조건 한 가지  __________________________</a:t>
            </a:r>
          </a:p>
        </p:txBody>
      </p:sp>
    </p:spTree>
    <p:extLst>
      <p:ext uri="{BB962C8B-B14F-4D97-AF65-F5344CB8AC3E}">
        <p14:creationId xmlns:p14="http://schemas.microsoft.com/office/powerpoint/2010/main" val="1791612863"/>
      </p:ext>
    </p:extLst>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4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00000" y="2000000"/>
            <a:ext cx="10000000" cy="50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400" b="1">
                <a:solidFill>
                  <a:srgbClr val="AAB4F0"/>
                </a:solidFill>
                <a:latin typeface="Malgun Gothic"/>
              </a:rPr>
              <a:t>INTRO  ·  도입</a:t>
            </a:r>
          </a:p>
        </p:txBody>
      </p:sp>
      <p:sp>
        <p:nvSpPr>
          <p:cNvPr id="4" name="Rectangle 3"/>
          <p:cNvSpPr/>
          <p:nvPr/>
        </p:nvSpPr>
        <p:spPr>
          <a:xfrm>
            <a:off x="900000" y="2550000"/>
            <a:ext cx="10400000" cy="130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3200" b="1">
                <a:solidFill>
                  <a:srgbClr val="FFFFFF"/>
                </a:solidFill>
                <a:latin typeface="Malgun Gothic"/>
              </a:rPr>
              <a:t>AI 시대, 지금 우리는 어디에 있나</a:t>
            </a:r>
          </a:p>
          <a:p>
            <a:pPr algn="l">
              <a:spcAft>
                <a:spcPts val="400"/>
              </a:spcAft>
            </a:pPr>
            <a:r>
              <a:rPr sz="1600" b="0">
                <a:solidFill>
                  <a:srgbClr val="D2D7F5"/>
                </a:solidFill>
                <a:latin typeface="Malgun Gothic"/>
              </a:rPr>
              <a:t>데이터로 보는 AI와 일의 변화 → AI 역량은 어떻게 측정되는가 → 직접 풀어보기</a:t>
            </a:r>
          </a:p>
        </p:txBody>
      </p:sp>
      <p:sp>
        <p:nvSpPr>
          <p:cNvPr id="5" name="Rectangle 4"/>
          <p:cNvSpPr/>
          <p:nvPr/>
        </p:nvSpPr>
        <p:spPr>
          <a:xfrm>
            <a:off x="900000" y="5600000"/>
            <a:ext cx="10400000" cy="40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1100" b="0">
                <a:solidFill>
                  <a:srgbClr val="AAB4F0"/>
                </a:solidFill>
                <a:latin typeface="Malgun Gothic"/>
              </a:rPr>
              <a:t>자료: Anthropic Economic Index 연구(2025·2026) · AI 활용평가 유형 분석  |  커리어캐쳐(CareerCatcher)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90550" y="295275"/>
            <a:ext cx="971550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1050" b="0">
                <a:solidFill>
                  <a:srgbClr val="616773"/>
                </a:solidFill>
                <a:latin typeface="Malgun Gothic"/>
              </a:rPr>
              <a:t>도입 ① · 지금 우리는 어떤 시대에 있나</a:t>
            </a:r>
          </a:p>
        </p:txBody>
      </p:sp>
      <p:sp>
        <p:nvSpPr>
          <p:cNvPr id="3" name="Rectangle 2"/>
          <p:cNvSpPr/>
          <p:nvPr/>
        </p:nvSpPr>
        <p:spPr>
          <a:xfrm>
            <a:off x="571500" y="742950"/>
            <a:ext cx="11049000" cy="609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2800" b="1">
                <a:solidFill>
                  <a:srgbClr val="15171C"/>
                </a:solidFill>
                <a:latin typeface="Malgun Gothic"/>
              </a:rPr>
              <a:t>AI는 이미 ‘일의 과제’ 단위로 들어와 있습니다</a:t>
            </a:r>
          </a:p>
        </p:txBody>
      </p:sp>
      <p:sp>
        <p:nvSpPr>
          <p:cNvPr id="4" name="Rectangle 3"/>
          <p:cNvSpPr/>
          <p:nvPr/>
        </p:nvSpPr>
        <p:spPr>
          <a:xfrm>
            <a:off x="590550" y="6200000"/>
            <a:ext cx="10500000" cy="40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900" b="0">
                <a:solidFill>
                  <a:srgbClr val="616773"/>
                </a:solidFill>
                <a:latin typeface="Malgun Gothic"/>
              </a:rPr>
              <a:t>출처: Anthropic, Handa·Tamkin 외 「Which Economic Tasks are Performed with AI? Evidence from Millions of Claude Conversations」(arXiv:2503.04761, 2025.2)</a:t>
            </a:r>
          </a:p>
        </p:txBody>
      </p:sp>
      <p:sp>
        <p:nvSpPr>
          <p:cNvPr id="5" name="Rectangle 4"/>
          <p:cNvSpPr/>
          <p:nvPr/>
        </p:nvSpPr>
        <p:spPr>
          <a:xfrm>
            <a:off x="11144250" y="6438900"/>
            <a:ext cx="45720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1050" b="1">
                <a:solidFill>
                  <a:srgbClr val="101456"/>
                </a:solidFill>
                <a:latin typeface="Malgun Gothic"/>
              </a:rPr>
              <a:t>I-1</a:t>
            </a:r>
          </a:p>
        </p:txBody>
      </p:sp>
      <p:sp>
        <p:nvSpPr>
          <p:cNvPr id="6" name="Rectangle 5"/>
          <p:cNvSpPr/>
          <p:nvPr/>
        </p:nvSpPr>
        <p:spPr>
          <a:xfrm>
            <a:off x="590550" y="1650000"/>
            <a:ext cx="3550000" cy="420000"/>
          </a:xfrm>
          <a:prstGeom prst="rect">
            <a:avLst/>
          </a:prstGeom>
          <a:solidFill>
            <a:srgbClr val="101456"/>
          </a:solid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1400" b="1">
                <a:solidFill>
                  <a:srgbClr val="FFFFFF"/>
                </a:solidFill>
                <a:latin typeface="Malgun Gothic"/>
              </a:rPr>
              <a:t>약 400만 건의 대화 분석</a:t>
            </a:r>
          </a:p>
        </p:txBody>
      </p:sp>
      <p:sp>
        <p:nvSpPr>
          <p:cNvPr id="7" name="Rectangle 6"/>
          <p:cNvSpPr/>
          <p:nvPr/>
        </p:nvSpPr>
        <p:spPr>
          <a:xfrm>
            <a:off x="590550" y="2070000"/>
            <a:ext cx="3550000" cy="2480000"/>
          </a:xfrm>
          <a:prstGeom prst="rect">
            <a:avLst/>
          </a:prstGeom>
          <a:solidFill>
            <a:srgbClr val="EEF1FC"/>
          </a:solid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250" b="0">
                <a:solidFill>
                  <a:srgbClr val="15171C"/>
                </a:solidFill>
                <a:latin typeface="Malgun Gothic"/>
              </a:rPr>
              <a:t>Claude.ai 대화를 미국 노동부 O*NET 직업·과제 분류에 연결</a:t>
            </a:r>
          </a:p>
          <a:p>
            <a:pPr algn="l">
              <a:spcAft>
                <a:spcPts val="400"/>
              </a:spcAft>
            </a:pPr>
            <a:r>
              <a:rPr sz="1250" b="0">
                <a:solidFill>
                  <a:srgbClr val="15171C"/>
                </a:solidFill>
                <a:latin typeface="Malgun Gothic"/>
              </a:rPr>
              <a:t>“AI가 실제로 어떤 일에 쓰이는가”를 처음 대규모로 측정</a:t>
            </a:r>
          </a:p>
        </p:txBody>
      </p:sp>
      <p:sp>
        <p:nvSpPr>
          <p:cNvPr id="8" name="Rectangle 7"/>
          <p:cNvSpPr/>
          <p:nvPr/>
        </p:nvSpPr>
        <p:spPr>
          <a:xfrm>
            <a:off x="4290000" y="1650000"/>
            <a:ext cx="3550000" cy="420000"/>
          </a:xfrm>
          <a:prstGeom prst="rect">
            <a:avLst/>
          </a:prstGeom>
          <a:solidFill>
            <a:srgbClr val="101456"/>
          </a:solid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1400" b="1">
                <a:solidFill>
                  <a:srgbClr val="FFFFFF"/>
                </a:solidFill>
                <a:latin typeface="Malgun Gothic"/>
              </a:rPr>
              <a:t>소프트웨어·글쓰기 ≈ 절반</a:t>
            </a:r>
          </a:p>
        </p:txBody>
      </p:sp>
      <p:sp>
        <p:nvSpPr>
          <p:cNvPr id="9" name="Rectangle 8"/>
          <p:cNvSpPr/>
          <p:nvPr/>
        </p:nvSpPr>
        <p:spPr>
          <a:xfrm>
            <a:off x="4290000" y="2070000"/>
            <a:ext cx="3550000" cy="2480000"/>
          </a:xfrm>
          <a:prstGeom prst="rect">
            <a:avLst/>
          </a:prstGeom>
          <a:solidFill>
            <a:srgbClr val="EEF1FC"/>
          </a:solid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250" b="0">
                <a:solidFill>
                  <a:srgbClr val="15171C"/>
                </a:solidFill>
                <a:latin typeface="Malgun Gothic"/>
              </a:rPr>
              <a:t>전체 사용의 절반 가까이가 개발·글쓰기 과제</a:t>
            </a:r>
          </a:p>
          <a:p>
            <a:pPr algn="l">
              <a:spcAft>
                <a:spcPts val="400"/>
              </a:spcAft>
            </a:pPr>
            <a:r>
              <a:rPr sz="1250" b="0">
                <a:solidFill>
                  <a:srgbClr val="15171C"/>
                </a:solidFill>
                <a:latin typeface="Malgun Gothic"/>
              </a:rPr>
              <a:t>신체 작업 직군(건설·마취 등)은 사용이 거의 없음</a:t>
            </a:r>
          </a:p>
        </p:txBody>
      </p:sp>
      <p:sp>
        <p:nvSpPr>
          <p:cNvPr id="10" name="Rectangle 9"/>
          <p:cNvSpPr/>
          <p:nvPr/>
        </p:nvSpPr>
        <p:spPr>
          <a:xfrm>
            <a:off x="7990000" y="1650000"/>
            <a:ext cx="3550000" cy="420000"/>
          </a:xfrm>
          <a:prstGeom prst="rect">
            <a:avLst/>
          </a:prstGeom>
          <a:solidFill>
            <a:srgbClr val="213EDB"/>
          </a:solid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1400" b="1">
                <a:solidFill>
                  <a:srgbClr val="FFFFFF"/>
                </a:solidFill>
                <a:latin typeface="Malgun Gothic"/>
              </a:rPr>
              <a:t>직업의 약 36%</a:t>
            </a:r>
          </a:p>
        </p:txBody>
      </p:sp>
      <p:sp>
        <p:nvSpPr>
          <p:cNvPr id="11" name="Rectangle 10"/>
          <p:cNvSpPr/>
          <p:nvPr/>
        </p:nvSpPr>
        <p:spPr>
          <a:xfrm>
            <a:off x="7990000" y="2070000"/>
            <a:ext cx="3550000" cy="2480000"/>
          </a:xfrm>
          <a:prstGeom prst="rect">
            <a:avLst/>
          </a:prstGeom>
          <a:solidFill>
            <a:srgbClr val="EEF1FC"/>
          </a:solid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250" b="0">
                <a:solidFill>
                  <a:srgbClr val="15171C"/>
                </a:solidFill>
                <a:latin typeface="Malgun Gothic"/>
              </a:rPr>
              <a:t>과제의 25% 이상에 AI를 쓰는 직업 비율</a:t>
            </a:r>
          </a:p>
          <a:p>
            <a:pPr algn="l">
              <a:spcAft>
                <a:spcPts val="400"/>
              </a:spcAft>
            </a:pPr>
            <a:r>
              <a:rPr sz="1250" b="0">
                <a:solidFill>
                  <a:srgbClr val="15171C"/>
                </a:solidFill>
                <a:latin typeface="Malgun Gothic"/>
              </a:rPr>
              <a:t>과제의 75% 이상 사용 직업은 약 4%</a:t>
            </a:r>
          </a:p>
        </p:txBody>
      </p:sp>
      <p:sp>
        <p:nvSpPr>
          <p:cNvPr id="12" name="Rectangle 11"/>
          <p:cNvSpPr/>
          <p:nvPr/>
        </p:nvSpPr>
        <p:spPr>
          <a:xfrm>
            <a:off x="609600" y="4800000"/>
            <a:ext cx="10858500" cy="70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700" b="1">
                <a:solidFill>
                  <a:srgbClr val="213EDB"/>
                </a:solidFill>
                <a:latin typeface="Malgun Gothic"/>
              </a:rPr>
              <a:t>핵심  직업이 통째로 사라지기보다, 직업 안의 ‘과제’부터 AI와 나눠 하기 시작했습니다.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90550" y="295275"/>
            <a:ext cx="971550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1050" b="0">
                <a:solidFill>
                  <a:srgbClr val="616773"/>
                </a:solidFill>
                <a:latin typeface="Malgun Gothic"/>
              </a:rPr>
              <a:t>도입 ② · AI를 쓰는 방식</a:t>
            </a:r>
          </a:p>
        </p:txBody>
      </p:sp>
      <p:sp>
        <p:nvSpPr>
          <p:cNvPr id="3" name="Rectangle 2"/>
          <p:cNvSpPr/>
          <p:nvPr/>
        </p:nvSpPr>
        <p:spPr>
          <a:xfrm>
            <a:off x="571500" y="742950"/>
            <a:ext cx="11049000" cy="609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2800" b="1">
                <a:solidFill>
                  <a:srgbClr val="15171C"/>
                </a:solidFill>
                <a:latin typeface="Malgun Gothic"/>
              </a:rPr>
              <a:t>‘대신 해주는 AI’와 ‘함께 하는 AI’</a:t>
            </a:r>
          </a:p>
        </p:txBody>
      </p:sp>
      <p:sp>
        <p:nvSpPr>
          <p:cNvPr id="4" name="Rectangle 3"/>
          <p:cNvSpPr/>
          <p:nvPr/>
        </p:nvSpPr>
        <p:spPr>
          <a:xfrm>
            <a:off x="590550" y="6200000"/>
            <a:ext cx="10500000" cy="40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900" b="0">
                <a:solidFill>
                  <a:srgbClr val="616773"/>
                </a:solidFill>
                <a:latin typeface="Malgun Gothic"/>
              </a:rPr>
              <a:t>출처: Anthropic, Handa·Tamkin 외 「Which Economic Tasks are Performed with AI? Evidence from Millions of Claude Conversations」(arXiv:2503.04761, 2025.2)
출처: Anthropic, Massenkoff·McCrory 「Labor market impacts of AI: A new measure and early evidence」(2026.3.5)</a:t>
            </a:r>
          </a:p>
        </p:txBody>
      </p:sp>
      <p:sp>
        <p:nvSpPr>
          <p:cNvPr id="5" name="Rectangle 4"/>
          <p:cNvSpPr/>
          <p:nvPr/>
        </p:nvSpPr>
        <p:spPr>
          <a:xfrm>
            <a:off x="11144250" y="6438900"/>
            <a:ext cx="45720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1050" b="1">
                <a:solidFill>
                  <a:srgbClr val="101456"/>
                </a:solidFill>
                <a:latin typeface="Malgun Gothic"/>
              </a:rPr>
              <a:t>I-2</a:t>
            </a:r>
          </a:p>
        </p:txBody>
      </p:sp>
      <p:sp>
        <p:nvSpPr>
          <p:cNvPr id="6" name="Rectangle 5"/>
          <p:cNvSpPr/>
          <p:nvPr/>
        </p:nvSpPr>
        <p:spPr>
          <a:xfrm>
            <a:off x="590550" y="1650000"/>
            <a:ext cx="3550000" cy="420000"/>
          </a:xfrm>
          <a:prstGeom prst="rect">
            <a:avLst/>
          </a:prstGeom>
          <a:solidFill>
            <a:srgbClr val="101456"/>
          </a:solid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1400" b="1">
                <a:solidFill>
                  <a:srgbClr val="FFFFFF"/>
                </a:solidFill>
                <a:latin typeface="Malgun Gothic"/>
              </a:rPr>
              <a:t>증강 57% · 자동화 43%</a:t>
            </a:r>
          </a:p>
        </p:txBody>
      </p:sp>
      <p:sp>
        <p:nvSpPr>
          <p:cNvPr id="7" name="Rectangle 6"/>
          <p:cNvSpPr/>
          <p:nvPr/>
        </p:nvSpPr>
        <p:spPr>
          <a:xfrm>
            <a:off x="590550" y="2070000"/>
            <a:ext cx="3550000" cy="2480000"/>
          </a:xfrm>
          <a:prstGeom prst="rect">
            <a:avLst/>
          </a:prstGeom>
          <a:solidFill>
            <a:srgbClr val="EEF1FC"/>
          </a:solid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250" b="0">
                <a:solidFill>
                  <a:srgbClr val="15171C"/>
                </a:solidFill>
                <a:latin typeface="Malgun Gothic"/>
              </a:rPr>
              <a:t>증강: 배우고, 다듬고, 함께 반복</a:t>
            </a:r>
          </a:p>
          <a:p>
            <a:pPr algn="l">
              <a:spcAft>
                <a:spcPts val="400"/>
              </a:spcAft>
            </a:pPr>
            <a:r>
              <a:rPr sz="1250" b="0">
                <a:solidFill>
                  <a:srgbClr val="15171C"/>
                </a:solidFill>
                <a:latin typeface="Malgun Gothic"/>
              </a:rPr>
              <a:t>자동화: 사람 개입 최소로 결과물 수행</a:t>
            </a:r>
          </a:p>
          <a:p>
            <a:pPr algn="l">
              <a:spcAft>
                <a:spcPts val="400"/>
              </a:spcAft>
            </a:pPr>
            <a:r>
              <a:rPr sz="1250" b="0">
                <a:solidFill>
                  <a:srgbClr val="15171C"/>
                </a:solidFill>
                <a:latin typeface="Malgun Gothic"/>
              </a:rPr>
              <a:t>(2025.2 보고서 기준)</a:t>
            </a:r>
          </a:p>
        </p:txBody>
      </p:sp>
      <p:sp>
        <p:nvSpPr>
          <p:cNvPr id="8" name="Rectangle 7"/>
          <p:cNvSpPr/>
          <p:nvPr/>
        </p:nvSpPr>
        <p:spPr>
          <a:xfrm>
            <a:off x="4290000" y="1650000"/>
            <a:ext cx="3550000" cy="420000"/>
          </a:xfrm>
          <a:prstGeom prst="rect">
            <a:avLst/>
          </a:prstGeom>
          <a:solidFill>
            <a:srgbClr val="101456"/>
          </a:solid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1400" b="1">
                <a:solidFill>
                  <a:srgbClr val="FFFFFF"/>
                </a:solidFill>
                <a:latin typeface="Malgun Gothic"/>
              </a:rPr>
              <a:t>역량은 아직 다 쓰이지 않음</a:t>
            </a:r>
          </a:p>
        </p:txBody>
      </p:sp>
      <p:sp>
        <p:nvSpPr>
          <p:cNvPr id="9" name="Rectangle 8"/>
          <p:cNvSpPr/>
          <p:nvPr/>
        </p:nvSpPr>
        <p:spPr>
          <a:xfrm>
            <a:off x="4290000" y="2070000"/>
            <a:ext cx="3550000" cy="2480000"/>
          </a:xfrm>
          <a:prstGeom prst="rect">
            <a:avLst/>
          </a:prstGeom>
          <a:solidFill>
            <a:srgbClr val="EEF1FC"/>
          </a:solid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250" b="0">
                <a:solidFill>
                  <a:srgbClr val="15171C"/>
                </a:solidFill>
                <a:latin typeface="Malgun Gothic"/>
              </a:rPr>
              <a:t>Computer·Math 과제의 94%가 이론상 AI 가능</a:t>
            </a:r>
          </a:p>
          <a:p>
            <a:pPr algn="l">
              <a:spcAft>
                <a:spcPts val="400"/>
              </a:spcAft>
            </a:pPr>
            <a:r>
              <a:rPr sz="1250" b="0">
                <a:solidFill>
                  <a:srgbClr val="15171C"/>
                </a:solidFill>
                <a:latin typeface="Malgun Gothic"/>
              </a:rPr>
              <a:t>실제 관찰된 사용(커버리지)은 33%</a:t>
            </a:r>
          </a:p>
          <a:p>
            <a:pPr algn="l">
              <a:spcAft>
                <a:spcPts val="400"/>
              </a:spcAft>
            </a:pPr>
            <a:r>
              <a:rPr sz="1250" b="0">
                <a:solidFill>
                  <a:srgbClr val="15171C"/>
                </a:solidFill>
                <a:latin typeface="Malgun Gothic"/>
              </a:rPr>
              <a:t>→ 활용 격차가 큼</a:t>
            </a:r>
          </a:p>
        </p:txBody>
      </p:sp>
      <p:sp>
        <p:nvSpPr>
          <p:cNvPr id="10" name="Rectangle 9"/>
          <p:cNvSpPr/>
          <p:nvPr/>
        </p:nvSpPr>
        <p:spPr>
          <a:xfrm>
            <a:off x="7990000" y="1650000"/>
            <a:ext cx="3550000" cy="420000"/>
          </a:xfrm>
          <a:prstGeom prst="rect">
            <a:avLst/>
          </a:prstGeom>
          <a:solidFill>
            <a:srgbClr val="213EDB"/>
          </a:solid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1400" b="1">
                <a:solidFill>
                  <a:srgbClr val="FFFFFF"/>
                </a:solidFill>
                <a:latin typeface="Malgun Gothic"/>
              </a:rPr>
              <a:t>가장 노출된 직업</a:t>
            </a:r>
          </a:p>
        </p:txBody>
      </p:sp>
      <p:sp>
        <p:nvSpPr>
          <p:cNvPr id="11" name="Rectangle 10"/>
          <p:cNvSpPr/>
          <p:nvPr/>
        </p:nvSpPr>
        <p:spPr>
          <a:xfrm>
            <a:off x="7990000" y="2070000"/>
            <a:ext cx="3550000" cy="2480000"/>
          </a:xfrm>
          <a:prstGeom prst="rect">
            <a:avLst/>
          </a:prstGeom>
          <a:solidFill>
            <a:srgbClr val="EEF1FC"/>
          </a:solid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250" b="0">
                <a:solidFill>
                  <a:srgbClr val="15171C"/>
                </a:solidFill>
                <a:latin typeface="Malgun Gothic"/>
              </a:rPr>
              <a:t>프로그래머 75%</a:t>
            </a:r>
          </a:p>
          <a:p>
            <a:pPr algn="l">
              <a:spcAft>
                <a:spcPts val="400"/>
              </a:spcAft>
            </a:pPr>
            <a:r>
              <a:rPr sz="1250" b="0">
                <a:solidFill>
                  <a:srgbClr val="15171C"/>
                </a:solidFill>
                <a:latin typeface="Malgun Gothic"/>
              </a:rPr>
              <a:t>고객상담·데이터 입력 직군 상위</a:t>
            </a:r>
          </a:p>
          <a:p>
            <a:pPr algn="l">
              <a:spcAft>
                <a:spcPts val="400"/>
              </a:spcAft>
            </a:pPr>
            <a:r>
              <a:rPr sz="1250" b="0">
                <a:solidFill>
                  <a:srgbClr val="15171C"/>
                </a:solidFill>
                <a:latin typeface="Malgun Gothic"/>
              </a:rPr>
              <a:t>노출 0% 근로자도 약 30%</a:t>
            </a:r>
          </a:p>
        </p:txBody>
      </p:sp>
      <p:sp>
        <p:nvSpPr>
          <p:cNvPr id="12" name="Rectangle 11"/>
          <p:cNvSpPr/>
          <p:nvPr/>
        </p:nvSpPr>
        <p:spPr>
          <a:xfrm>
            <a:off x="609600" y="4800000"/>
            <a:ext cx="10858500" cy="70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700" b="1">
                <a:solidFill>
                  <a:srgbClr val="213EDB"/>
                </a:solidFill>
                <a:latin typeface="Malgun Gothic"/>
              </a:rPr>
              <a:t>핵심  AI가 ‘할 수 있는 일’과 실제 ‘하고 있는 일’ 사이의 간격 — 이 간격을 채우는 사람이 경쟁력입니다.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90550" y="295275"/>
            <a:ext cx="971550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1050" b="0">
                <a:solidFill>
                  <a:srgbClr val="616773"/>
                </a:solidFill>
                <a:latin typeface="Malgun Gothic"/>
              </a:rPr>
              <a:t>도입 ③ · 일자리에 미치는 영향</a:t>
            </a:r>
          </a:p>
        </p:txBody>
      </p:sp>
      <p:sp>
        <p:nvSpPr>
          <p:cNvPr id="3" name="Rectangle 2"/>
          <p:cNvSpPr/>
          <p:nvPr/>
        </p:nvSpPr>
        <p:spPr>
          <a:xfrm>
            <a:off x="571500" y="742950"/>
            <a:ext cx="11049000" cy="609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2800" b="1">
                <a:solidFill>
                  <a:srgbClr val="15171C"/>
                </a:solidFill>
                <a:latin typeface="Malgun Gothic"/>
              </a:rPr>
              <a:t>일자리 충격은 아직 작지만, 신입 채용부터 신호가 보입니다</a:t>
            </a:r>
          </a:p>
        </p:txBody>
      </p:sp>
      <p:sp>
        <p:nvSpPr>
          <p:cNvPr id="4" name="Rectangle 3"/>
          <p:cNvSpPr/>
          <p:nvPr/>
        </p:nvSpPr>
        <p:spPr>
          <a:xfrm>
            <a:off x="590550" y="6200000"/>
            <a:ext cx="10500000" cy="40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900" b="0">
                <a:solidFill>
                  <a:srgbClr val="616773"/>
                </a:solidFill>
                <a:latin typeface="Malgun Gothic"/>
              </a:rPr>
              <a:t>출처: Anthropic, Massenkoff·McCrory 「Labor market impacts of AI: A new measure and early evidence」(2026.3.5)</a:t>
            </a:r>
          </a:p>
        </p:txBody>
      </p:sp>
      <p:sp>
        <p:nvSpPr>
          <p:cNvPr id="5" name="Rectangle 4"/>
          <p:cNvSpPr/>
          <p:nvPr/>
        </p:nvSpPr>
        <p:spPr>
          <a:xfrm>
            <a:off x="11144250" y="6438900"/>
            <a:ext cx="45720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1050" b="1">
                <a:solidFill>
                  <a:srgbClr val="101456"/>
                </a:solidFill>
                <a:latin typeface="Malgun Gothic"/>
              </a:rPr>
              <a:t>I-3</a:t>
            </a:r>
          </a:p>
        </p:txBody>
      </p:sp>
      <p:sp>
        <p:nvSpPr>
          <p:cNvPr id="6" name="Rectangle 5"/>
          <p:cNvSpPr/>
          <p:nvPr/>
        </p:nvSpPr>
        <p:spPr>
          <a:xfrm>
            <a:off x="590550" y="1650000"/>
            <a:ext cx="3550000" cy="420000"/>
          </a:xfrm>
          <a:prstGeom prst="rect">
            <a:avLst/>
          </a:prstGeom>
          <a:solidFill>
            <a:srgbClr val="101456"/>
          </a:solid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1400" b="1">
                <a:solidFill>
                  <a:srgbClr val="FFFFFF"/>
                </a:solidFill>
                <a:latin typeface="Malgun Gothic"/>
              </a:rPr>
              <a:t>실업률: 뚜렷한 증가 없음</a:t>
            </a:r>
          </a:p>
        </p:txBody>
      </p:sp>
      <p:sp>
        <p:nvSpPr>
          <p:cNvPr id="7" name="Rectangle 6"/>
          <p:cNvSpPr/>
          <p:nvPr/>
        </p:nvSpPr>
        <p:spPr>
          <a:xfrm>
            <a:off x="590550" y="2070000"/>
            <a:ext cx="3550000" cy="2480000"/>
          </a:xfrm>
          <a:prstGeom prst="rect">
            <a:avLst/>
          </a:prstGeom>
          <a:solidFill>
            <a:srgbClr val="EEF1FC"/>
          </a:solid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250" b="0">
                <a:solidFill>
                  <a:srgbClr val="15171C"/>
                </a:solidFill>
                <a:latin typeface="Malgun Gothic"/>
              </a:rPr>
              <a:t>2022년 말 이후 고노출 직군의 실업률이 체계적으로 늘지는 않음</a:t>
            </a:r>
          </a:p>
        </p:txBody>
      </p:sp>
      <p:sp>
        <p:nvSpPr>
          <p:cNvPr id="8" name="Rectangle 7"/>
          <p:cNvSpPr/>
          <p:nvPr/>
        </p:nvSpPr>
        <p:spPr>
          <a:xfrm>
            <a:off x="4290000" y="1650000"/>
            <a:ext cx="3550000" cy="420000"/>
          </a:xfrm>
          <a:prstGeom prst="rect">
            <a:avLst/>
          </a:prstGeom>
          <a:solidFill>
            <a:srgbClr val="213EDB"/>
          </a:solid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1400" b="1">
                <a:solidFill>
                  <a:srgbClr val="FFFFFF"/>
                </a:solidFill>
                <a:latin typeface="Malgun Gothic"/>
              </a:rPr>
              <a:t>22~25세 신규 취업 ↓</a:t>
            </a:r>
          </a:p>
        </p:txBody>
      </p:sp>
      <p:sp>
        <p:nvSpPr>
          <p:cNvPr id="9" name="Rectangle 8"/>
          <p:cNvSpPr/>
          <p:nvPr/>
        </p:nvSpPr>
        <p:spPr>
          <a:xfrm>
            <a:off x="4290000" y="2070000"/>
            <a:ext cx="3550000" cy="2480000"/>
          </a:xfrm>
          <a:prstGeom prst="rect">
            <a:avLst/>
          </a:prstGeom>
          <a:solidFill>
            <a:srgbClr val="EEF1FC"/>
          </a:solid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250" b="0">
                <a:solidFill>
                  <a:srgbClr val="15171C"/>
                </a:solidFill>
                <a:latin typeface="Malgun Gothic"/>
              </a:rPr>
              <a:t>고노출 직군 입직률이 2022년 대비 약 14% 하락</a:t>
            </a:r>
          </a:p>
          <a:p>
            <a:pPr algn="l">
              <a:spcAft>
                <a:spcPts val="400"/>
              </a:spcAft>
            </a:pPr>
            <a:r>
              <a:rPr sz="1250" b="0">
                <a:solidFill>
                  <a:srgbClr val="15171C"/>
                </a:solidFill>
                <a:latin typeface="Malgun Gothic"/>
              </a:rPr>
              <a:t>“시사적 근거” 수준 — 확정 아님</a:t>
            </a:r>
          </a:p>
        </p:txBody>
      </p:sp>
      <p:sp>
        <p:nvSpPr>
          <p:cNvPr id="10" name="Rectangle 9"/>
          <p:cNvSpPr/>
          <p:nvPr/>
        </p:nvSpPr>
        <p:spPr>
          <a:xfrm>
            <a:off x="7990000" y="1650000"/>
            <a:ext cx="3550000" cy="420000"/>
          </a:xfrm>
          <a:prstGeom prst="rect">
            <a:avLst/>
          </a:prstGeom>
          <a:solidFill>
            <a:srgbClr val="101456"/>
          </a:solid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1400" b="1">
                <a:solidFill>
                  <a:srgbClr val="FFFFFF"/>
                </a:solidFill>
                <a:latin typeface="Malgun Gothic"/>
              </a:rPr>
              <a:t>성장 전망 둔화</a:t>
            </a:r>
          </a:p>
        </p:txBody>
      </p:sp>
      <p:sp>
        <p:nvSpPr>
          <p:cNvPr id="11" name="Rectangle 10"/>
          <p:cNvSpPr/>
          <p:nvPr/>
        </p:nvSpPr>
        <p:spPr>
          <a:xfrm>
            <a:off x="7990000" y="2070000"/>
            <a:ext cx="3550000" cy="2480000"/>
          </a:xfrm>
          <a:prstGeom prst="rect">
            <a:avLst/>
          </a:prstGeom>
          <a:solidFill>
            <a:srgbClr val="EEF1FC"/>
          </a:solid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250" b="0">
                <a:solidFill>
                  <a:srgbClr val="15171C"/>
                </a:solidFill>
                <a:latin typeface="Malgun Gothic"/>
              </a:rPr>
              <a:t>노출 10%p ↑ → 2034년까지 BLS 고용 성장 전망 0.6%p ↓</a:t>
            </a:r>
          </a:p>
          <a:p>
            <a:pPr algn="l">
              <a:spcAft>
                <a:spcPts val="400"/>
              </a:spcAft>
            </a:pPr>
            <a:r>
              <a:rPr sz="1250" b="0">
                <a:solidFill>
                  <a:srgbClr val="15171C"/>
                </a:solidFill>
                <a:latin typeface="Malgun Gothic"/>
              </a:rPr>
              <a:t>고노출 근로자: 고학력·고임금·여성 비율 높음</a:t>
            </a:r>
          </a:p>
        </p:txBody>
      </p:sp>
      <p:sp>
        <p:nvSpPr>
          <p:cNvPr id="12" name="Rectangle 11"/>
          <p:cNvSpPr/>
          <p:nvPr/>
        </p:nvSpPr>
        <p:spPr>
          <a:xfrm>
            <a:off x="609600" y="4800000"/>
            <a:ext cx="10858500" cy="70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700" b="1">
                <a:solidFill>
                  <a:srgbClr val="213EDB"/>
                </a:solidFill>
                <a:latin typeface="Malgun Gothic"/>
              </a:rPr>
              <a:t>핵심  ‘AI를 쓸 줄 아는가’가 첫 일자리의 문턱이 되고 있습니다 → 그래서 AI 역량을 측정합니다.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90550" y="295275"/>
            <a:ext cx="971550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1050" b="0">
                <a:solidFill>
                  <a:srgbClr val="616773"/>
                </a:solidFill>
                <a:latin typeface="Malgun Gothic"/>
              </a:rPr>
              <a:t>도입 ④ · AI 역량은 이렇게 측정됩니다</a:t>
            </a:r>
          </a:p>
        </p:txBody>
      </p:sp>
      <p:sp>
        <p:nvSpPr>
          <p:cNvPr id="3" name="Rectangle 2"/>
          <p:cNvSpPr/>
          <p:nvPr/>
        </p:nvSpPr>
        <p:spPr>
          <a:xfrm>
            <a:off x="571500" y="742950"/>
            <a:ext cx="11049000" cy="609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2800" b="1">
                <a:solidFill>
                  <a:srgbClr val="15171C"/>
                </a:solidFill>
                <a:latin typeface="Malgun Gothic"/>
              </a:rPr>
              <a:t>AI 활용평가: 아는가 → 고르는가 → 해내는가</a:t>
            </a:r>
          </a:p>
        </p:txBody>
      </p:sp>
      <p:sp>
        <p:nvSpPr>
          <p:cNvPr id="4" name="Rectangle 3"/>
          <p:cNvSpPr/>
          <p:nvPr/>
        </p:nvSpPr>
        <p:spPr>
          <a:xfrm>
            <a:off x="590550" y="6200000"/>
            <a:ext cx="10500000" cy="40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900" b="0">
                <a:solidFill>
                  <a:srgbClr val="616773"/>
                </a:solidFill>
                <a:latin typeface="Malgun Gothic"/>
              </a:rPr>
              <a:t>출처: AI 활용평가(AI Assessment) 미리보기 화면 — 강사 제공 캡처 5종 재구성. 실제 시험 구성·배점은 시행 기관 공지 기준으로 확인 필요</a:t>
            </a:r>
          </a:p>
        </p:txBody>
      </p:sp>
      <p:sp>
        <p:nvSpPr>
          <p:cNvPr id="5" name="Rectangle 4"/>
          <p:cNvSpPr/>
          <p:nvPr/>
        </p:nvSpPr>
        <p:spPr>
          <a:xfrm>
            <a:off x="11144250" y="6438900"/>
            <a:ext cx="45720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1050" b="1">
                <a:solidFill>
                  <a:srgbClr val="101456"/>
                </a:solidFill>
                <a:latin typeface="Malgun Gothic"/>
              </a:rPr>
              <a:t>I-4</a:t>
            </a:r>
          </a:p>
        </p:txBody>
      </p:sp>
      <p:sp>
        <p:nvSpPr>
          <p:cNvPr id="6" name="Rectangle 5"/>
          <p:cNvSpPr/>
          <p:nvPr/>
        </p:nvSpPr>
        <p:spPr>
          <a:xfrm>
            <a:off x="590550" y="1600000"/>
            <a:ext cx="2600000" cy="700000"/>
          </a:xfrm>
          <a:prstGeom prst="rect">
            <a:avLst/>
          </a:prstGeom>
          <a:solidFill>
            <a:srgbClr val="101456"/>
          </a:solid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400" b="1">
                <a:solidFill>
                  <a:srgbClr val="FFFFFF"/>
                </a:solidFill>
                <a:latin typeface="Malgun Gothic"/>
              </a:rPr>
              <a:t>1. 개념 이해</a:t>
            </a:r>
          </a:p>
        </p:txBody>
      </p:sp>
      <p:sp>
        <p:nvSpPr>
          <p:cNvPr id="7" name="Rectangle 6"/>
          <p:cNvSpPr/>
          <p:nvPr/>
        </p:nvSpPr>
        <p:spPr>
          <a:xfrm>
            <a:off x="3190550" y="1600000"/>
            <a:ext cx="8400000" cy="700000"/>
          </a:xfrm>
          <a:prstGeom prst="rect">
            <a:avLst/>
          </a:prstGeom>
          <a:solidFill>
            <a:srgbClr val="EEF1FC"/>
          </a:solid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300" b="0">
                <a:solidFill>
                  <a:srgbClr val="15171C"/>
                </a:solidFill>
                <a:latin typeface="Malgun Gothic"/>
              </a:rPr>
              <a:t>텍스트 생성형(다음 단어 확률 예측)·이미지 생성형 AI의 기능 차이, 모달리티 구분</a:t>
            </a:r>
          </a:p>
        </p:txBody>
      </p:sp>
      <p:sp>
        <p:nvSpPr>
          <p:cNvPr id="8" name="Rectangle 7"/>
          <p:cNvSpPr/>
          <p:nvPr/>
        </p:nvSpPr>
        <p:spPr>
          <a:xfrm>
            <a:off x="590550" y="2380000"/>
            <a:ext cx="2600000" cy="700000"/>
          </a:xfrm>
          <a:prstGeom prst="rect">
            <a:avLst/>
          </a:prstGeom>
          <a:solidFill>
            <a:srgbClr val="101456"/>
          </a:solid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400" b="1">
                <a:solidFill>
                  <a:srgbClr val="FFFFFF"/>
                </a:solidFill>
                <a:latin typeface="Malgun Gothic"/>
              </a:rPr>
              <a:t>2. 프롬프트 설계</a:t>
            </a:r>
          </a:p>
        </p:txBody>
      </p:sp>
      <p:sp>
        <p:nvSpPr>
          <p:cNvPr id="9" name="Rectangle 8"/>
          <p:cNvSpPr/>
          <p:nvPr/>
        </p:nvSpPr>
        <p:spPr>
          <a:xfrm>
            <a:off x="3190550" y="2380000"/>
            <a:ext cx="8400000" cy="700000"/>
          </a:xfrm>
          <a:prstGeom prst="rect">
            <a:avLst/>
          </a:prstGeom>
          <a:solidFill>
            <a:srgbClr val="EEF1FC"/>
          </a:solid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300" b="0">
                <a:solidFill>
                  <a:srgbClr val="15171C"/>
                </a:solidFill>
                <a:latin typeface="Malgun Gothic"/>
              </a:rPr>
              <a:t>상황 지문을 읽고 페르소나·기준·출력 형식 등 다중 조건을 모두 갖춘 프롬프트 고르기</a:t>
            </a:r>
          </a:p>
        </p:txBody>
      </p:sp>
      <p:sp>
        <p:nvSpPr>
          <p:cNvPr id="10" name="Rectangle 9"/>
          <p:cNvSpPr/>
          <p:nvPr/>
        </p:nvSpPr>
        <p:spPr>
          <a:xfrm>
            <a:off x="590550" y="3160000"/>
            <a:ext cx="2600000" cy="700000"/>
          </a:xfrm>
          <a:prstGeom prst="rect">
            <a:avLst/>
          </a:prstGeom>
          <a:solidFill>
            <a:srgbClr val="101456"/>
          </a:solid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400" b="1">
                <a:solidFill>
                  <a:srgbClr val="FFFFFF"/>
                </a:solidFill>
                <a:latin typeface="Malgun Gothic"/>
              </a:rPr>
              <a:t>3. 결과 검증</a:t>
            </a:r>
          </a:p>
        </p:txBody>
      </p:sp>
      <p:sp>
        <p:nvSpPr>
          <p:cNvPr id="11" name="Rectangle 10"/>
          <p:cNvSpPr/>
          <p:nvPr/>
        </p:nvSpPr>
        <p:spPr>
          <a:xfrm>
            <a:off x="3190550" y="3160000"/>
            <a:ext cx="8400000" cy="700000"/>
          </a:xfrm>
          <a:prstGeom prst="rect">
            <a:avLst/>
          </a:prstGeom>
          <a:solidFill>
            <a:srgbClr val="EEF1FC"/>
          </a:solid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300" b="0">
                <a:solidFill>
                  <a:srgbClr val="15171C"/>
                </a:solidFill>
                <a:latin typeface="Malgun Gothic"/>
              </a:rPr>
              <a:t>AI 산출물의 오류(예: 결측치를 0으로 일괄 대체)를 찾아 바로잡기</a:t>
            </a:r>
          </a:p>
        </p:txBody>
      </p:sp>
      <p:sp>
        <p:nvSpPr>
          <p:cNvPr id="12" name="Rectangle 11"/>
          <p:cNvSpPr/>
          <p:nvPr/>
        </p:nvSpPr>
        <p:spPr>
          <a:xfrm>
            <a:off x="590550" y="3940000"/>
            <a:ext cx="2600000" cy="700000"/>
          </a:xfrm>
          <a:prstGeom prst="rect">
            <a:avLst/>
          </a:prstGeom>
          <a:solidFill>
            <a:srgbClr val="101456"/>
          </a:solid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400" b="1">
                <a:solidFill>
                  <a:srgbClr val="FFFFFF"/>
                </a:solidFill>
                <a:latin typeface="Malgun Gothic"/>
              </a:rPr>
              <a:t>4. 윤리·규제</a:t>
            </a:r>
          </a:p>
        </p:txBody>
      </p:sp>
      <p:sp>
        <p:nvSpPr>
          <p:cNvPr id="13" name="Rectangle 12"/>
          <p:cNvSpPr/>
          <p:nvPr/>
        </p:nvSpPr>
        <p:spPr>
          <a:xfrm>
            <a:off x="3190550" y="3940000"/>
            <a:ext cx="8400000" cy="700000"/>
          </a:xfrm>
          <a:prstGeom prst="rect">
            <a:avLst/>
          </a:prstGeom>
          <a:solidFill>
            <a:srgbClr val="EEF1FC"/>
          </a:solid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300" b="0">
                <a:solidFill>
                  <a:srgbClr val="15171C"/>
                </a:solidFill>
                <a:latin typeface="Malgun Gothic"/>
              </a:rPr>
              <a:t>개인정보·동의 규정을 지키면서 마감을 맞추는 방법(예: 합성 데이터) 판단</a:t>
            </a:r>
          </a:p>
        </p:txBody>
      </p:sp>
      <p:sp>
        <p:nvSpPr>
          <p:cNvPr id="14" name="Rectangle 13"/>
          <p:cNvSpPr/>
          <p:nvPr/>
        </p:nvSpPr>
        <p:spPr>
          <a:xfrm>
            <a:off x="590550" y="4720000"/>
            <a:ext cx="2600000" cy="700000"/>
          </a:xfrm>
          <a:prstGeom prst="rect">
            <a:avLst/>
          </a:prstGeom>
          <a:solidFill>
            <a:srgbClr val="101456"/>
          </a:solid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400" b="1">
                <a:solidFill>
                  <a:srgbClr val="FFFFFF"/>
                </a:solidFill>
                <a:latin typeface="Malgun Gothic"/>
              </a:rPr>
              <a:t>5. 실습형 과제</a:t>
            </a:r>
          </a:p>
        </p:txBody>
      </p:sp>
      <p:sp>
        <p:nvSpPr>
          <p:cNvPr id="15" name="Rectangle 14"/>
          <p:cNvSpPr/>
          <p:nvPr/>
        </p:nvSpPr>
        <p:spPr>
          <a:xfrm>
            <a:off x="3190550" y="4720000"/>
            <a:ext cx="8400000" cy="700000"/>
          </a:xfrm>
          <a:prstGeom prst="rect">
            <a:avLst/>
          </a:prstGeom>
          <a:solidFill>
            <a:srgbClr val="EEF1FC"/>
          </a:solid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300" b="0">
                <a:solidFill>
                  <a:srgbClr val="15171C"/>
                </a:solidFill>
                <a:latin typeface="Malgun Gothic"/>
              </a:rPr>
              <a:t>첨부 파일(PDF·이미지)을 AI 어시스턴트(질문 횟수 제한)와 함께 분석해 정답 도출</a:t>
            </a:r>
          </a:p>
        </p:txBody>
      </p:sp>
      <p:sp>
        <p:nvSpPr>
          <p:cNvPr id="16" name="Rectangle 15"/>
          <p:cNvSpPr/>
          <p:nvPr/>
        </p:nvSpPr>
        <p:spPr>
          <a:xfrm>
            <a:off x="590550" y="5580000"/>
            <a:ext cx="11010900" cy="520000"/>
          </a:xfrm>
          <a:prstGeom prst="rect">
            <a:avLst/>
          </a:prstGeom>
          <a:noFill/>
          <a:ln>
            <a:solidFill>
              <a:srgbClr val="213EDB"/>
            </a:solid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300" b="1">
                <a:solidFill>
                  <a:srgbClr val="213EDB"/>
                </a:solidFill>
                <a:latin typeface="Malgun Gothic"/>
              </a:rPr>
              <a:t>추천 연습 사이트  프로그래머스(programmers.co.kr) — 코딩·AI 관련 문제를 직접 풀며 실전 감각을 기르기 좋습니다.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90550" y="295275"/>
            <a:ext cx="971550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1050" b="0">
                <a:solidFill>
                  <a:srgbClr val="616773"/>
                </a:solidFill>
                <a:latin typeface="Malgun Gothic"/>
              </a:rPr>
              <a:t>도입 ⑤ · 직접 풀어보기 1</a:t>
            </a:r>
          </a:p>
        </p:txBody>
      </p:sp>
      <p:sp>
        <p:nvSpPr>
          <p:cNvPr id="3" name="Rectangle 2"/>
          <p:cNvSpPr/>
          <p:nvPr/>
        </p:nvSpPr>
        <p:spPr>
          <a:xfrm>
            <a:off x="571500" y="742950"/>
            <a:ext cx="11049000" cy="609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2800" b="1">
                <a:solidFill>
                  <a:srgbClr val="15171C"/>
                </a:solidFill>
                <a:latin typeface="Malgun Gothic"/>
              </a:rPr>
              <a:t>[연습 1] 실제 시험처럼 풀어보기 — 프롬프트 설계</a:t>
            </a:r>
          </a:p>
        </p:txBody>
      </p:sp>
      <p:sp>
        <p:nvSpPr>
          <p:cNvPr id="4" name="Rectangle 3"/>
          <p:cNvSpPr/>
          <p:nvPr/>
        </p:nvSpPr>
        <p:spPr>
          <a:xfrm>
            <a:off x="590550" y="6200000"/>
            <a:ext cx="10500000" cy="40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900" b="0">
                <a:solidFill>
                  <a:srgbClr val="616773"/>
                </a:solidFill>
                <a:latin typeface="Malgun Gothic"/>
              </a:rPr>
              <a:t>연습문제: 커리어캐쳐 자체 제작(AI 활용평가 객관식 유형·화면 구성 참고). 정답·해설은 슬라이드 노트</a:t>
            </a:r>
          </a:p>
        </p:txBody>
      </p:sp>
      <p:sp>
        <p:nvSpPr>
          <p:cNvPr id="5" name="Rectangle 4"/>
          <p:cNvSpPr/>
          <p:nvPr/>
        </p:nvSpPr>
        <p:spPr>
          <a:xfrm>
            <a:off x="11144250" y="6438900"/>
            <a:ext cx="45720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1050" b="1">
                <a:solidFill>
                  <a:srgbClr val="101456"/>
                </a:solidFill>
                <a:latin typeface="Malgun Gothic"/>
              </a:rPr>
              <a:t>I-5</a:t>
            </a:r>
          </a:p>
        </p:txBody>
      </p:sp>
      <p:sp>
        <p:nvSpPr>
          <p:cNvPr id="6" name="Rectangle 5"/>
          <p:cNvSpPr/>
          <p:nvPr/>
        </p:nvSpPr>
        <p:spPr>
          <a:xfrm>
            <a:off x="590550" y="1450000"/>
            <a:ext cx="4000000" cy="38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1500" b="1">
                <a:solidFill>
                  <a:srgbClr val="15171C"/>
                </a:solidFill>
                <a:latin typeface="Malgun Gothic"/>
              </a:rPr>
              <a:t>1. 객관식</a:t>
            </a:r>
          </a:p>
        </p:txBody>
      </p:sp>
      <p:sp>
        <p:nvSpPr>
          <p:cNvPr id="7" name="Rectangle 6"/>
          <p:cNvSpPr/>
          <p:nvPr/>
        </p:nvSpPr>
        <p:spPr>
          <a:xfrm>
            <a:off x="4200000" y="1490000"/>
            <a:ext cx="1500000" cy="300000"/>
          </a:xfrm>
          <a:prstGeom prst="rect">
            <a:avLst/>
          </a:prstGeom>
          <a:noFill/>
          <a:ln>
            <a:solidFill>
              <a:srgbClr val="616773"/>
            </a:solid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900" b="0">
                <a:solidFill>
                  <a:srgbClr val="616773"/>
                </a:solidFill>
                <a:latin typeface="Malgun Gothic"/>
              </a:rPr>
              <a:t>다시 풀 문제 ⚑</a:t>
            </a:r>
          </a:p>
        </p:txBody>
      </p:sp>
      <p:sp>
        <p:nvSpPr>
          <p:cNvPr id="8" name="Rectangle 7"/>
          <p:cNvSpPr/>
          <p:nvPr/>
        </p:nvSpPr>
        <p:spPr>
          <a:xfrm>
            <a:off x="590550" y="1870000"/>
            <a:ext cx="11010900" cy="32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1300" b="0">
                <a:solidFill>
                  <a:srgbClr val="15171C"/>
                </a:solidFill>
                <a:latin typeface="Malgun Gothic"/>
              </a:rPr>
              <a:t>다음 지문을 읽고 물음에 답하세요.</a:t>
            </a:r>
          </a:p>
        </p:txBody>
      </p:sp>
      <p:sp>
        <p:nvSpPr>
          <p:cNvPr id="9" name="Rectangle 8"/>
          <p:cNvSpPr/>
          <p:nvPr/>
        </p:nvSpPr>
        <p:spPr>
          <a:xfrm>
            <a:off x="640000" y="2270000"/>
            <a:ext cx="60000" cy="900000"/>
          </a:xfrm>
          <a:prstGeom prst="rect">
            <a:avLst/>
          </a:prstGeom>
          <a:solidFill>
            <a:srgbClr val="1014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80000" y="2250000"/>
            <a:ext cx="10800000" cy="95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200" b="0">
                <a:solidFill>
                  <a:srgbClr val="616773"/>
                </a:solidFill>
                <a:latin typeface="Malgun Gothic"/>
              </a:rPr>
              <a:t>고용센터 취업지원팀의 김 주임은 참여자 만족도 설문 결과를 정리하기 위해 대화형 AI 도구를 사용했습니다. 그런데 AI의 1차 산출물을 검토한 결과, 응답하지 않은 문항(무응답)을 인공지능이 임의로 ‘매우 불만족(1점)’으로 일괄 처리하여 프로그램 만족도가 실제보다 비정상적으로 낮게 계산되는 오류가 발생했습니다.</a:t>
            </a:r>
          </a:p>
        </p:txBody>
      </p:sp>
      <p:sp>
        <p:nvSpPr>
          <p:cNvPr id="11" name="Rectangle 10"/>
          <p:cNvSpPr/>
          <p:nvPr/>
        </p:nvSpPr>
        <p:spPr>
          <a:xfrm>
            <a:off x="590550" y="3250000"/>
            <a:ext cx="11010900" cy="62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300" b="1">
                <a:solidFill>
                  <a:srgbClr val="15171C"/>
                </a:solidFill>
                <a:latin typeface="Malgun Gothic"/>
              </a:rPr>
              <a:t>위 지문의 오류를 해결하기 위해 1) 설문 분석 전문가 페르소나 부여, 2) 올바른 무응답 처리 기준 제시, 3) 최종 결과의 표 형태 출력이라는 다중 제약 조건을 모두 만족하는 최적의 프롬프트는 무엇인가요?</a:t>
            </a:r>
          </a:p>
        </p:txBody>
      </p:sp>
      <p:sp>
        <p:nvSpPr>
          <p:cNvPr id="12" name="Rectangle 11"/>
          <p:cNvSpPr/>
          <p:nvPr/>
        </p:nvSpPr>
        <p:spPr>
          <a:xfrm>
            <a:off x="590550" y="3870000"/>
            <a:ext cx="4000000" cy="28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900" b="0">
                <a:solidFill>
                  <a:srgbClr val="616773"/>
                </a:solidFill>
                <a:latin typeface="Malgun Gothic"/>
              </a:rPr>
              <a:t>답안을 선택하세요 ↴</a:t>
            </a:r>
          </a:p>
        </p:txBody>
      </p:sp>
      <p:sp>
        <p:nvSpPr>
          <p:cNvPr id="13" name="Rectangle 12"/>
          <p:cNvSpPr/>
          <p:nvPr/>
        </p:nvSpPr>
        <p:spPr>
          <a:xfrm>
            <a:off x="590550" y="4150000"/>
            <a:ext cx="11010900" cy="190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250" b="0">
                <a:solidFill>
                  <a:srgbClr val="15171C"/>
                </a:solidFill>
                <a:latin typeface="Malgun Gothic"/>
              </a:rPr>
              <a:t>①  너는 설문 분석 전문가야. 통계 왜곡을 막기 위해 무응답을 모두 1점으로 유지하되, 문항별 평균 만족도를 한눈에 볼 수 있도록 표 형태로 정리해 줘.</a:t>
            </a:r>
          </a:p>
          <a:p>
            <a:pPr algn="l">
              <a:spcAft>
                <a:spcPts val="400"/>
              </a:spcAft>
            </a:pPr>
            <a:r>
              <a:rPr sz="1250" b="0">
                <a:solidFill>
                  <a:srgbClr val="15171C"/>
                </a:solidFill>
                <a:latin typeface="Malgun Gothic"/>
              </a:rPr>
              <a:t>②  너는 취업지원팀 팀장이야. 통계 왜곡을 막기 위해 무응답은 평균 계산에서 제외하고 문항별 응답 수를 함께 적어, 최종 결과를 표 형태로 다시 제시해 줘.</a:t>
            </a:r>
          </a:p>
          <a:p>
            <a:pPr algn="l">
              <a:spcAft>
                <a:spcPts val="400"/>
              </a:spcAft>
            </a:pPr>
            <a:r>
              <a:rPr sz="1250" b="0">
                <a:solidFill>
                  <a:srgbClr val="15171C"/>
                </a:solidFill>
                <a:latin typeface="Malgun Gothic"/>
              </a:rPr>
              <a:t>③  너는 설문 분석 전문가야. 통계 왜곡을 막기 위해 무응답은 평균 계산에서 제외하고 문항별 응답 수를 함께 적어, 최종 결과를 표 형태로 다시 제시해 줘.</a:t>
            </a:r>
          </a:p>
          <a:p>
            <a:pPr algn="l">
              <a:spcAft>
                <a:spcPts val="400"/>
              </a:spcAft>
            </a:pPr>
            <a:r>
              <a:rPr sz="1250" b="0">
                <a:solidFill>
                  <a:srgbClr val="15171C"/>
                </a:solidFill>
                <a:latin typeface="Malgun Gothic"/>
              </a:rPr>
              <a:t>④  너는 설문 분석 전문가야. 통계 왜곡을 막기 위해 무응답은 평균 계산에서 제외하고, 무응답이 발생하게 된 원인을 서술형 문장으로 자세히 설명해 줘.</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90550" y="295275"/>
            <a:ext cx="971550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1050" b="0">
                <a:solidFill>
                  <a:srgbClr val="616773"/>
                </a:solidFill>
                <a:latin typeface="Malgun Gothic"/>
              </a:rPr>
              <a:t>도입 ⑥ · 직접 풀어보기 2</a:t>
            </a:r>
          </a:p>
        </p:txBody>
      </p:sp>
      <p:sp>
        <p:nvSpPr>
          <p:cNvPr id="3" name="Rectangle 2"/>
          <p:cNvSpPr/>
          <p:nvPr/>
        </p:nvSpPr>
        <p:spPr>
          <a:xfrm>
            <a:off x="571500" y="742950"/>
            <a:ext cx="11049000" cy="609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2800" b="1">
                <a:solidFill>
                  <a:srgbClr val="15171C"/>
                </a:solidFill>
                <a:latin typeface="Malgun Gothic"/>
              </a:rPr>
              <a:t>[연습 2] 실제 시험처럼 풀어보기 — 파일 실습형</a:t>
            </a:r>
          </a:p>
        </p:txBody>
      </p:sp>
      <p:sp>
        <p:nvSpPr>
          <p:cNvPr id="4" name="Rectangle 3"/>
          <p:cNvSpPr/>
          <p:nvPr/>
        </p:nvSpPr>
        <p:spPr>
          <a:xfrm>
            <a:off x="590550" y="6200000"/>
            <a:ext cx="10500000" cy="40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900" b="0">
                <a:solidFill>
                  <a:srgbClr val="616773"/>
                </a:solidFill>
                <a:latin typeface="Malgun Gothic"/>
              </a:rPr>
              <a:t>연습문제: 커리어캐쳐 자체 제작(AI 활용평가 실습형 화면 구성 참고). 데이터는 가상이며 정답·해설은 슬라이드 노트</a:t>
            </a:r>
          </a:p>
        </p:txBody>
      </p:sp>
      <p:sp>
        <p:nvSpPr>
          <p:cNvPr id="5" name="Rectangle 4"/>
          <p:cNvSpPr/>
          <p:nvPr/>
        </p:nvSpPr>
        <p:spPr>
          <a:xfrm>
            <a:off x="11144250" y="6438900"/>
            <a:ext cx="45720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20000" rIns="120000"/>
          <a:lstStyle/>
          <a:p>
            <a:pPr algn="l">
              <a:spcAft>
                <a:spcPts val="400"/>
              </a:spcAft>
            </a:pPr>
            <a:r>
              <a:rPr sz="1050" b="1">
                <a:solidFill>
                  <a:srgbClr val="101456"/>
                </a:solidFill>
                <a:latin typeface="Malgun Gothic"/>
              </a:rPr>
              <a:t>I-6</a:t>
            </a:r>
          </a:p>
        </p:txBody>
      </p:sp>
      <p:sp>
        <p:nvSpPr>
          <p:cNvPr id="6" name="Rectangle 5"/>
          <p:cNvSpPr/>
          <p:nvPr/>
        </p:nvSpPr>
        <p:spPr>
          <a:xfrm>
            <a:off x="590550" y="1400000"/>
            <a:ext cx="11010900" cy="56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200" b="1">
                <a:solidFill>
                  <a:srgbClr val="15171C"/>
                </a:solidFill>
                <a:latin typeface="Malgun Gothic"/>
              </a:rPr>
              <a:t>주의사항</a:t>
            </a:r>
          </a:p>
          <a:p>
            <a:pPr algn="l">
              <a:spcAft>
                <a:spcPts val="400"/>
              </a:spcAft>
            </a:pPr>
            <a:r>
              <a:rPr sz="1100" b="0">
                <a:solidFill>
                  <a:srgbClr val="15171C"/>
                </a:solidFill>
                <a:latin typeface="Malgun Gothic"/>
              </a:rPr>
              <a:t>• 한 명당 하나의 반만 신청 가능합니다. 한 사람이 여러 번 신청한 경우, 가장 마지막 신청 이외에는 모두 취소됩니다. 예) 민준:면접반 → 민준:자소서반 순서로 신청 시 앞의 신청(면접반)은 취소됨</a:t>
            </a:r>
          </a:p>
        </p:txBody>
      </p:sp>
      <p:sp>
        <p:nvSpPr>
          <p:cNvPr id="7" name="Rectangle 6"/>
          <p:cNvSpPr/>
          <p:nvPr/>
        </p:nvSpPr>
        <p:spPr>
          <a:xfrm>
            <a:off x="590550" y="2050000"/>
            <a:ext cx="2300000" cy="1500000"/>
          </a:xfrm>
          <a:prstGeom prst="rect">
            <a:avLst/>
          </a:prstGeom>
          <a:solidFill>
            <a:srgbClr val="EEF1FC"/>
          </a:solid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100" b="1">
                <a:solidFill>
                  <a:srgbClr val="15171C"/>
                </a:solidFill>
                <a:latin typeface="Malgun Gothic"/>
              </a:rPr>
              <a:t>파일 목록</a:t>
            </a:r>
          </a:p>
          <a:p>
            <a:pPr algn="l">
              <a:spcAft>
                <a:spcPts val="400"/>
              </a:spcAft>
            </a:pPr>
            <a:r>
              <a:rPr sz="1100" b="0">
                <a:solidFill>
                  <a:srgbClr val="15171C"/>
                </a:solidFill>
                <a:latin typeface="Malgun Gothic"/>
              </a:rPr>
              <a:t>특강신청.pdf      412</a:t>
            </a:r>
          </a:p>
          <a:p>
            <a:pPr algn="l">
              <a:spcAft>
                <a:spcPts val="400"/>
              </a:spcAft>
            </a:pPr>
            <a:r>
              <a:rPr sz="1100" b="0">
                <a:solidFill>
                  <a:srgbClr val="15171C"/>
                </a:solidFill>
                <a:latin typeface="Malgun Gothic"/>
              </a:rPr>
              <a:t>참여자명단.png   236</a:t>
            </a:r>
          </a:p>
        </p:txBody>
      </p:sp>
      <p:sp>
        <p:nvSpPr>
          <p:cNvPr id="8" name="Rectangle 7"/>
          <p:cNvSpPr/>
          <p:nvPr/>
        </p:nvSpPr>
        <p:spPr>
          <a:xfrm>
            <a:off x="2950000" y="2050000"/>
            <a:ext cx="4300000" cy="3300000"/>
          </a:xfrm>
          <a:prstGeom prst="rect">
            <a:avLst/>
          </a:prstGeom>
          <a:noFill/>
          <a:ln>
            <a:solidFill>
              <a:srgbClr val="616773"/>
            </a:solid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100" b="1">
                <a:solidFill>
                  <a:srgbClr val="15171C"/>
                </a:solidFill>
                <a:latin typeface="Malgun Gothic"/>
              </a:rPr>
              <a:t>특강신청.pdf</a:t>
            </a:r>
          </a:p>
          <a:p>
            <a:pPr algn="l">
              <a:spcAft>
                <a:spcPts val="400"/>
              </a:spcAft>
            </a:pPr>
            <a:r>
              <a:rPr sz="1150" b="0">
                <a:solidFill>
                  <a:srgbClr val="15171C"/>
                </a:solidFill>
                <a:latin typeface="Malgun Gothic"/>
              </a:rPr>
              <a:t>09:02  민준 : 면접반</a:t>
            </a:r>
          </a:p>
          <a:p>
            <a:pPr algn="l">
              <a:spcAft>
                <a:spcPts val="400"/>
              </a:spcAft>
            </a:pPr>
            <a:r>
              <a:rPr sz="1150" b="0">
                <a:solidFill>
                  <a:srgbClr val="15171C"/>
                </a:solidFill>
                <a:latin typeface="Malgun Gothic"/>
              </a:rPr>
              <a:t>09:10  서연 : 자소서반</a:t>
            </a:r>
          </a:p>
          <a:p>
            <a:pPr algn="l">
              <a:spcAft>
                <a:spcPts val="400"/>
              </a:spcAft>
            </a:pPr>
            <a:r>
              <a:rPr sz="1150" b="0">
                <a:solidFill>
                  <a:srgbClr val="15171C"/>
                </a:solidFill>
                <a:latin typeface="Malgun Gothic"/>
              </a:rPr>
              <a:t>09:15  민준 : 자소서반</a:t>
            </a:r>
          </a:p>
          <a:p>
            <a:pPr algn="l">
              <a:spcAft>
                <a:spcPts val="400"/>
              </a:spcAft>
            </a:pPr>
            <a:r>
              <a:rPr sz="1150" b="0">
                <a:solidFill>
                  <a:srgbClr val="15171C"/>
                </a:solidFill>
                <a:latin typeface="Malgun Gothic"/>
              </a:rPr>
              <a:t>09:21  하은 : 면접반</a:t>
            </a:r>
          </a:p>
          <a:p>
            <a:pPr algn="l">
              <a:spcAft>
                <a:spcPts val="400"/>
              </a:spcAft>
            </a:pPr>
            <a:r>
              <a:rPr sz="1150" b="0">
                <a:solidFill>
                  <a:srgbClr val="15171C"/>
                </a:solidFill>
                <a:latin typeface="Malgun Gothic"/>
              </a:rPr>
              <a:t>09:33  지우 : 자소서반</a:t>
            </a:r>
          </a:p>
          <a:p>
            <a:pPr algn="l">
              <a:spcAft>
                <a:spcPts val="400"/>
              </a:spcAft>
            </a:pPr>
            <a:r>
              <a:rPr sz="1150" b="0">
                <a:solidFill>
                  <a:srgbClr val="15171C"/>
                </a:solidFill>
                <a:latin typeface="Malgun Gothic"/>
              </a:rPr>
              <a:t>09:40  서연 : 면접반</a:t>
            </a:r>
          </a:p>
          <a:p>
            <a:pPr algn="l">
              <a:spcAft>
                <a:spcPts val="400"/>
              </a:spcAft>
            </a:pPr>
            <a:r>
              <a:rPr sz="1150" b="0">
                <a:solidFill>
                  <a:srgbClr val="15171C"/>
                </a:solidFill>
                <a:latin typeface="Malgun Gothic"/>
              </a:rPr>
              <a:t>09:52  지우 : 면접반</a:t>
            </a:r>
          </a:p>
          <a:p>
            <a:pPr algn="l">
              <a:spcAft>
                <a:spcPts val="400"/>
              </a:spcAft>
            </a:pPr>
            <a:r>
              <a:rPr sz="1000" b="0">
                <a:solidFill>
                  <a:srgbClr val="616773"/>
                </a:solidFill>
                <a:latin typeface="Malgun Gothic"/>
              </a:rPr>
              <a:t>참여자명단.png : 민준·서연·하은·지우·도윤 (5명)</a:t>
            </a:r>
          </a:p>
        </p:txBody>
      </p:sp>
      <p:sp>
        <p:nvSpPr>
          <p:cNvPr id="9" name="Rectangle 8"/>
          <p:cNvSpPr/>
          <p:nvPr/>
        </p:nvSpPr>
        <p:spPr>
          <a:xfrm>
            <a:off x="7400000" y="2050000"/>
            <a:ext cx="4200000" cy="3300000"/>
          </a:xfrm>
          <a:prstGeom prst="rect">
            <a:avLst/>
          </a:prstGeom>
          <a:solidFill>
            <a:srgbClr val="EEF1FC"/>
          </a:solid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100" b="1">
                <a:solidFill>
                  <a:srgbClr val="15171C"/>
                </a:solidFill>
                <a:latin typeface="Malgun Gothic"/>
              </a:rPr>
              <a:t>AI 어시스턴트  ● 3회 남음</a:t>
            </a:r>
          </a:p>
          <a:p>
            <a:pPr algn="l">
              <a:spcAft>
                <a:spcPts val="400"/>
              </a:spcAft>
            </a:pPr>
            <a:r>
              <a:rPr sz="1050" b="0">
                <a:solidFill>
                  <a:srgbClr val="101456"/>
                </a:solidFill>
                <a:latin typeface="Malgun Gothic"/>
              </a:rPr>
              <a:t>나: “특강신청.pdf에서 반별 최종 인원과, 참여자명단.png 중 미신청자를 알려줘”</a:t>
            </a:r>
          </a:p>
          <a:p>
            <a:pPr algn="l">
              <a:spcAft>
                <a:spcPts val="400"/>
              </a:spcAft>
            </a:pPr>
            <a:r>
              <a:rPr sz="1100" b="0">
                <a:solidFill>
                  <a:srgbClr val="15171C"/>
                </a:solidFill>
                <a:latin typeface="Malgun Gothic"/>
              </a:rPr>
              <a:t> </a:t>
            </a:r>
          </a:p>
          <a:p>
            <a:pPr algn="l">
              <a:spcAft>
                <a:spcPts val="400"/>
              </a:spcAft>
            </a:pPr>
            <a:r>
              <a:rPr sz="1050" b="0">
                <a:solidFill>
                  <a:srgbClr val="15171C"/>
                </a:solidFill>
                <a:latin typeface="Malgun Gothic"/>
              </a:rPr>
              <a:t>AI: “면접반 4명, 자소서반 3명입니다. 명단 5명 모두 신청 기록이 있어 미신청자는 없습니다.”</a:t>
            </a:r>
          </a:p>
        </p:txBody>
      </p:sp>
      <p:sp>
        <p:nvSpPr>
          <p:cNvPr id="10" name="Rectangle 9"/>
          <p:cNvSpPr/>
          <p:nvPr/>
        </p:nvSpPr>
        <p:spPr>
          <a:xfrm>
            <a:off x="590550" y="5400000"/>
            <a:ext cx="11010900" cy="8000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wrap="square" lIns="120000" rIns="120000"/>
          <a:lstStyle/>
          <a:p>
            <a:pPr algn="l">
              <a:spcAft>
                <a:spcPts val="400"/>
              </a:spcAft>
            </a:pPr>
            <a:r>
              <a:rPr sz="1300" b="1">
                <a:solidFill>
                  <a:srgbClr val="15171C"/>
                </a:solidFill>
                <a:latin typeface="Malgun Gothic"/>
              </a:rPr>
              <a:t>Q. 주의사항을 적용한 면접반 최종 인원과 미신청자로 옳은 것은?</a:t>
            </a:r>
          </a:p>
          <a:p>
            <a:pPr algn="l">
              <a:spcAft>
                <a:spcPts val="400"/>
              </a:spcAft>
            </a:pPr>
            <a:r>
              <a:rPr sz="1200" b="0">
                <a:solidFill>
                  <a:srgbClr val="15171C"/>
                </a:solidFill>
                <a:latin typeface="Malgun Gothic"/>
              </a:rPr>
              <a:t>①  면접반 4명 · 미신청자 없음     ②  면접반 3명 · 도윤     ③  면접반 3명 · 미신청자 없음     ④  면접반 2명 · 도윤</a:t>
            </a:r>
          </a:p>
        </p:txBody>
      </p:sp>
    </p:spTree>
  </p:cSld>
  <p:clrMapOvr>
    <a:masterClrMapping/>
  </p:clrMapOvr>
</p:sld>
</file>

<file path=ppt/theme/theme1.xml><?xml version="1.0" encoding="utf-8"?>
<a:theme xmlns:a="http://schemas.openxmlformats.org/drawingml/2006/main" name="ChatGPT">
  <a:themeElements>
    <a:clrScheme name="Blue White Planning">
      <a:dk1>
        <a:srgbClr val="000000"/>
      </a:dk1>
      <a:lt1>
        <a:srgbClr val="FFFFFF"/>
      </a:lt1>
      <a:dk2>
        <a:srgbClr val="101456"/>
      </a:dk2>
      <a:lt2>
        <a:srgbClr val="F0F1F5"/>
      </a:lt2>
      <a:accent1>
        <a:srgbClr val="213EDB"/>
      </a:accent1>
      <a:accent2>
        <a:srgbClr val="101456"/>
      </a:accent2>
      <a:accent3>
        <a:srgbClr val="7B8CEC"/>
      </a:accent3>
      <a:accent4>
        <a:srgbClr val="ADB5D3"/>
      </a:accent4>
      <a:accent5>
        <a:srgbClr val="646A7D"/>
      </a:accent5>
      <a:accent6>
        <a:srgbClr val="C7CBDA"/>
      </a:accent6>
      <a:hlink>
        <a:srgbClr val="213EDB"/>
      </a:hlink>
      <a:folHlink>
        <a:srgbClr val="101456"/>
      </a:folHlink>
    </a:clrScheme>
    <a:fontScheme name="">
      <a:majorFont>
        <a:latin typeface="Malgun Gothic"/>
        <a:ea typeface=""/>
        <a:cs typeface=""/>
      </a:majorFont>
      <a:minorFont>
        <a:latin typeface="Malgun Gothic"/>
        <a:ea typeface=""/>
        <a:cs typeface=""/>
      </a:minorFont>
    </a:fontScheme>
    <a:fmtScheme name="Blue White Planning">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Blue White Planning">
      <a:dk1>
        <a:srgbClr val="000000"/>
      </a:dk1>
      <a:lt1>
        <a:srgbClr val="FFFFFF"/>
      </a:lt1>
      <a:dk2>
        <a:srgbClr val="101456"/>
      </a:dk2>
      <a:lt2>
        <a:srgbClr val="F0F1F5"/>
      </a:lt2>
      <a:accent1>
        <a:srgbClr val="213EDB"/>
      </a:accent1>
      <a:accent2>
        <a:srgbClr val="101456"/>
      </a:accent2>
      <a:accent3>
        <a:srgbClr val="7B8CEC"/>
      </a:accent3>
      <a:accent4>
        <a:srgbClr val="ADB5D3"/>
      </a:accent4>
      <a:accent5>
        <a:srgbClr val="646A7D"/>
      </a:accent5>
      <a:accent6>
        <a:srgbClr val="C7CBDA"/>
      </a:accent6>
      <a:hlink>
        <a:srgbClr val="213EDB"/>
      </a:hlink>
      <a:folHlink>
        <a:srgbClr val="101456"/>
      </a:folHlink>
    </a:clrScheme>
    <a:fontScheme name="">
      <a:majorFont>
        <a:latin typeface="Malgun Gothic"/>
        <a:ea typeface=""/>
        <a:cs typeface=""/>
      </a:majorFont>
      <a:minorFont>
        <a:latin typeface="Malgun Gothic"/>
        <a:ea typeface=""/>
        <a:cs typeface=""/>
      </a:minorFont>
    </a:fontScheme>
    <a:fmtScheme name="Blue White Planning">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11161</Words>
  <Application>Microsoft Office PowerPoint</Application>
  <DocSecurity>0</DocSecurity>
  <PresentationFormat>와이드스크린</PresentationFormat>
  <Paragraphs>1264</Paragraphs>
  <Slides>19</Slides>
  <Notes>17</Notes>
  <HiddenSlides>0</HiddenSlides>
  <MMClips>0</MMClips>
  <ScaleCrop>false</ScaleCrop>
  <HeadingPairs>
    <vt:vector size="6" baseType="variant">
      <vt:variant>
        <vt:lpstr>사용한 글꼴</vt:lpstr>
      </vt:variant>
      <vt:variant>
        <vt:i4>6</vt:i4>
      </vt:variant>
      <vt:variant>
        <vt:lpstr>테마</vt:lpstr>
      </vt:variant>
      <vt:variant>
        <vt:i4>1</vt:i4>
      </vt:variant>
      <vt:variant>
        <vt:lpstr>슬라이드 제목</vt:lpstr>
      </vt:variant>
      <vt:variant>
        <vt:i4>19</vt:i4>
      </vt:variant>
    </vt:vector>
  </HeadingPairs>
  <TitlesOfParts>
    <vt:vector size="26" baseType="lpstr">
      <vt:lpstr>Pretendard</vt:lpstr>
      <vt:lpstr>Arial</vt:lpstr>
      <vt:lpstr>NanumSquareRoundOTF Bold</vt:lpstr>
      <vt:lpstr>맑은 고딕</vt:lpstr>
      <vt:lpstr>맑은 고딕</vt:lpstr>
      <vt:lpstr>페이퍼로지 8 ExtraBold</vt:lpstr>
      <vt:lpstr>ChatGPT</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Eun Kyoung Ann</cp:lastModifiedBy>
  <cp:revision>1</cp:revision>
  <dcterms:created xsi:type="dcterms:W3CDTF">2026-10-21T19:43:23Z</dcterms:created>
  <dcterms:modified xsi:type="dcterms:W3CDTF">2026-10-21T20:07:12Z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Z_DOC_VERSION">
    <vt:lpwstr>1.0</vt:lpwstr>
  </property>
  <property fmtid="{D5CDD505-2E9C-101B-9397-08002B2CF9AE}" pid="3" name="OZ_DOC_UI_LASTSTATE">
    <vt:lpwstr>{}</vt:lpwstr>
  </property>
</Properties>
</file>