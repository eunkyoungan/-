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_chat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0" y="2095500"/>
            <a:ext cx="1460500" cy="1460500"/>
          </a:xfrm>
          <a:prstGeom prst="rect">
            <a:avLst/>
          </a:prstGeom>
        </p:spPr>
      </p:pic>
      <p:pic>
        <p:nvPicPr>
          <p:cNvPr id="4" name="Picture 3" descr="logo_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1460500" cy="146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270000"/>
            <a:ext cx="635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EEAD4"/>
                </a:solidFill>
                <a:latin typeface="Pretendard"/>
              </a:rPr>
              <a:t>AI 실무 활용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78000"/>
            <a:ext cx="66675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Pretendard"/>
              </a:rPr>
              <a:t>ChatGPT × Copilot</a:t>
            </a:r>
          </a:p>
          <a:p>
            <a:r>
              <a:rPr sz="5400" b="1">
                <a:solidFill>
                  <a:srgbClr val="FFFFFF"/>
                </a:solidFill>
                <a:latin typeface="Pretendard"/>
              </a:rPr>
              <a:t>일 잘하는 AI 활용법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64000"/>
            <a:ext cx="635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7CCE8"/>
                </a:solidFill>
                <a:latin typeface="Pretendard"/>
              </a:rPr>
              <a:t>생성형 AI로 문서·기획·보고 업무를 빠르게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826000"/>
            <a:ext cx="571500" cy="381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635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3C7"/>
                </a:solidFill>
                <a:latin typeface="Pretendard"/>
              </a:rPr>
              <a:t>커리어캐쳐(CareerCatcher)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